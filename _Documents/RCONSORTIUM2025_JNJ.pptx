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3.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4.xml" ContentType="application/vnd.openxmlformats-officedocument.theme+xml"/>
  <Override PartName="/ppt/slideLayouts/slideLayout8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7FFFF9C3_ABF62B5C.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729" r:id="rId3"/>
    <p:sldMasterId id="2147483679" r:id="rId4"/>
    <p:sldMasterId id="2147483749" r:id="rId5"/>
  </p:sldMasterIdLst>
  <p:notesMasterIdLst>
    <p:notesMasterId r:id="rId31"/>
  </p:notesMasterIdLst>
  <p:sldIdLst>
    <p:sldId id="2147482024" r:id="rId6"/>
    <p:sldId id="2147482026" r:id="rId7"/>
    <p:sldId id="2147482028" r:id="rId8"/>
    <p:sldId id="2147482027" r:id="rId9"/>
    <p:sldId id="2147482064" r:id="rId10"/>
    <p:sldId id="2147482063" r:id="rId11"/>
    <p:sldId id="2147482065" r:id="rId12"/>
    <p:sldId id="2147482030" r:id="rId13"/>
    <p:sldId id="2147482050" r:id="rId14"/>
    <p:sldId id="2147482066" r:id="rId15"/>
    <p:sldId id="2147482068" r:id="rId16"/>
    <p:sldId id="2147482051" r:id="rId17"/>
    <p:sldId id="2147482043" r:id="rId18"/>
    <p:sldId id="2147482044" r:id="rId19"/>
    <p:sldId id="2147482052" r:id="rId20"/>
    <p:sldId id="2147482062" r:id="rId21"/>
    <p:sldId id="2147482049" r:id="rId22"/>
    <p:sldId id="2147482053" r:id="rId23"/>
    <p:sldId id="2147482067" r:id="rId24"/>
    <p:sldId id="2147482055" r:id="rId25"/>
    <p:sldId id="2147482056" r:id="rId26"/>
    <p:sldId id="2147482057" r:id="rId27"/>
    <p:sldId id="2147482059" r:id="rId28"/>
    <p:sldId id="2147482058" r:id="rId29"/>
    <p:sldId id="2147482060" r:id="rId30"/>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CE3BDDF-8768-4CF6-9924-0B0B82F1523C}">
          <p14:sldIdLst>
            <p14:sldId id="2147482024"/>
            <p14:sldId id="2147482026"/>
            <p14:sldId id="2147482028"/>
            <p14:sldId id="2147482027"/>
            <p14:sldId id="2147482064"/>
            <p14:sldId id="2147482063"/>
            <p14:sldId id="2147482065"/>
            <p14:sldId id="2147482030"/>
            <p14:sldId id="2147482050"/>
            <p14:sldId id="2147482066"/>
            <p14:sldId id="2147482068"/>
            <p14:sldId id="2147482051"/>
            <p14:sldId id="2147482043"/>
            <p14:sldId id="2147482044"/>
            <p14:sldId id="2147482052"/>
            <p14:sldId id="2147482062"/>
            <p14:sldId id="2147482049"/>
            <p14:sldId id="2147482053"/>
            <p14:sldId id="2147482067"/>
            <p14:sldId id="2147482055"/>
            <p14:sldId id="2147482056"/>
            <p14:sldId id="2147482057"/>
            <p14:sldId id="2147482059"/>
            <p14:sldId id="2147482058"/>
            <p14:sldId id="2147482060"/>
          </p14:sldIdLst>
        </p14:section>
        <p14:section name="Untitled Section" id="{F81F3EE3-47D4-4724-A4B6-71C0A71250CE}">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1AA3947-9FE5-60DD-74DB-7E03604DE1F2}" name="Nishimura, Rikimaru [JANJP]" initials="RN" userId="S::rnishim7@its.jnj.com::beac2576-9630-4982-8140-1d874a0f42c9" providerId="AD"/>
  <p188:author id="{F4188F92-CF2F-E8E2-60A8-E58A2DA3B0D0}" name="Curinckx, Heidi [JRDBE]" initials="C[" userId="S::hcurinck@its.jnj.com::9f62a50e-02e1-4e1a-9913-813505f63c7b" providerId="AD"/>
  <p188:author id="{2A363CAA-AC12-849F-5F54-8DA267148C6B}" name="Humphreys, Alicia [JRDUS]" initials="H[" userId="S::ahumphre@its.jnj.com::8f0cf54b-7d71-4fc0-a169-fb2352830862" providerId="AD"/>
  <p188:author id="{8095F5B0-C1C6-B722-9641-7F0BEB78CE68}" name="Yuan, Linshan   [JRDUS]" initials="LY" userId="S::LYuan7@its.jnj.com::427c2fa2-44a5-489d-bd8e-0185ced21997" providerId="AD"/>
  <p188:author id="{4EB260B3-C9D8-CAF0-356D-F716943AB25B}" name="He, Renfa [JRDCN]" initials="H[" userId="S::rhe10@its.jnj.com::a31ff9a4-3ccb-485c-8f16-bc02aa40d6d5" providerId="AD"/>
  <p188:author id="{776D2CCB-CBA3-8C0C-4A64-6642B15CAD7F}" name="Haesendonckx, Steven [JRDBE]" initials="SH" userId="S::shaesen2@its.jnj.com::d0ee640e-58eb-4832-815f-718c9203920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8C55"/>
    <a:srgbClr val="DF2F21"/>
    <a:srgbClr val="CC6600"/>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8822F3-9440-4472-8E0A-970EDBC895D6}" v="3332" dt="2025-10-21T12:52:54.8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96" autoAdjust="0"/>
    <p:restoredTop sz="94293" autoAdjust="0"/>
  </p:normalViewPr>
  <p:slideViewPr>
    <p:cSldViewPr snapToGrid="0">
      <p:cViewPr varScale="1">
        <p:scale>
          <a:sx n="72" d="100"/>
          <a:sy n="72" d="100"/>
        </p:scale>
        <p:origin x="2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38"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esendonckx, Steven [JRDBE]" userId="d0ee640e-58eb-4832-815f-718c92039204" providerId="ADAL" clId="{E4FB33A2-116B-4F73-80A9-1056D8F0283C}"/>
    <pc:docChg chg="undo custSel addSld delSld modSld sldOrd modSection">
      <pc:chgData name="Haesendonckx, Steven [JRDBE]" userId="d0ee640e-58eb-4832-815f-718c92039204" providerId="ADAL" clId="{E4FB33A2-116B-4F73-80A9-1056D8F0283C}" dt="2025-09-24T09:55:11.103" v="3580" actId="20577"/>
      <pc:docMkLst>
        <pc:docMk/>
      </pc:docMkLst>
      <pc:sldChg chg="modSp new mod">
        <pc:chgData name="Haesendonckx, Steven [JRDBE]" userId="d0ee640e-58eb-4832-815f-718c92039204" providerId="ADAL" clId="{E4FB33A2-116B-4F73-80A9-1056D8F0283C}" dt="2025-09-24T08:37:08.877" v="90" actId="20577"/>
        <pc:sldMkLst>
          <pc:docMk/>
          <pc:sldMk cId="3491019142" sldId="2147482014"/>
        </pc:sldMkLst>
      </pc:sldChg>
      <pc:sldChg chg="modSp new mod ord">
        <pc:chgData name="Haesendonckx, Steven [JRDBE]" userId="d0ee640e-58eb-4832-815f-718c92039204" providerId="ADAL" clId="{E4FB33A2-116B-4F73-80A9-1056D8F0283C}" dt="2025-09-24T09:24:27.542" v="2790" actId="20577"/>
        <pc:sldMkLst>
          <pc:docMk/>
          <pc:sldMk cId="1742980208" sldId="2147482015"/>
        </pc:sldMkLst>
      </pc:sldChg>
      <pc:sldChg chg="modSp new mod ord">
        <pc:chgData name="Haesendonckx, Steven [JRDBE]" userId="d0ee640e-58eb-4832-815f-718c92039204" providerId="ADAL" clId="{E4FB33A2-116B-4F73-80A9-1056D8F0283C}" dt="2025-09-24T09:55:11.103" v="3580" actId="20577"/>
        <pc:sldMkLst>
          <pc:docMk/>
          <pc:sldMk cId="3020480100" sldId="2147482016"/>
        </pc:sldMkLst>
      </pc:sldChg>
      <pc:sldChg chg="modSp add mod ord">
        <pc:chgData name="Haesendonckx, Steven [JRDBE]" userId="d0ee640e-58eb-4832-815f-718c92039204" providerId="ADAL" clId="{E4FB33A2-116B-4F73-80A9-1056D8F0283C}" dt="2025-09-24T09:11:05.293" v="1471" actId="20577"/>
        <pc:sldMkLst>
          <pc:docMk/>
          <pc:sldMk cId="2608835364" sldId="2147482017"/>
        </pc:sldMkLst>
      </pc:sldChg>
      <pc:sldChg chg="add">
        <pc:chgData name="Haesendonckx, Steven [JRDBE]" userId="d0ee640e-58eb-4832-815f-718c92039204" providerId="ADAL" clId="{E4FB33A2-116B-4F73-80A9-1056D8F0283C}" dt="2025-09-24T09:15:36.411" v="1928" actId="2890"/>
        <pc:sldMkLst>
          <pc:docMk/>
          <pc:sldMk cId="1754574484" sldId="2147482018"/>
        </pc:sldMkLst>
      </pc:sldChg>
      <pc:sldChg chg="modSp add mod">
        <pc:chgData name="Haesendonckx, Steven [JRDBE]" userId="d0ee640e-58eb-4832-815f-718c92039204" providerId="ADAL" clId="{E4FB33A2-116B-4F73-80A9-1056D8F0283C}" dt="2025-09-24T09:32:49.839" v="3025" actId="20577"/>
        <pc:sldMkLst>
          <pc:docMk/>
          <pc:sldMk cId="3208452318" sldId="2147482019"/>
        </pc:sldMkLst>
      </pc:sldChg>
    </pc:docChg>
  </pc:docChgLst>
  <pc:docChgLst>
    <pc:chgData name="Humphreys, Alicia [JRDUS]" userId="8f0cf54b-7d71-4fc0-a169-fb2352830862" providerId="ADAL" clId="{25F514AF-6BC4-4207-81C4-AA923979ABA7}"/>
    <pc:docChg chg="modSld">
      <pc:chgData name="Humphreys, Alicia [JRDUS]" userId="8f0cf54b-7d71-4fc0-a169-fb2352830862" providerId="ADAL" clId="{25F514AF-6BC4-4207-81C4-AA923979ABA7}" dt="2025-10-06T16:41:37.503" v="29" actId="20577"/>
      <pc:docMkLst>
        <pc:docMk/>
      </pc:docMkLst>
      <pc:sldChg chg="modSp mod">
        <pc:chgData name="Humphreys, Alicia [JRDUS]" userId="8f0cf54b-7d71-4fc0-a169-fb2352830862" providerId="ADAL" clId="{25F514AF-6BC4-4207-81C4-AA923979ABA7}" dt="2025-10-06T16:39:07.551" v="16" actId="20577"/>
        <pc:sldMkLst>
          <pc:docMk/>
          <pc:sldMk cId="3020480100" sldId="2147482016"/>
        </pc:sldMkLst>
      </pc:sldChg>
      <pc:sldChg chg="modSp mod">
        <pc:chgData name="Humphreys, Alicia [JRDUS]" userId="8f0cf54b-7d71-4fc0-a169-fb2352830862" providerId="ADAL" clId="{25F514AF-6BC4-4207-81C4-AA923979ABA7}" dt="2025-10-06T16:41:37.503" v="29" actId="20577"/>
        <pc:sldMkLst>
          <pc:docMk/>
          <pc:sldMk cId="841023383" sldId="2147482027"/>
        </pc:sldMkLst>
        <pc:spChg chg="mod">
          <ac:chgData name="Humphreys, Alicia [JRDUS]" userId="8f0cf54b-7d71-4fc0-a169-fb2352830862" providerId="ADAL" clId="{25F514AF-6BC4-4207-81C4-AA923979ABA7}" dt="2025-10-06T16:41:20.499" v="28" actId="20577"/>
          <ac:spMkLst>
            <pc:docMk/>
            <pc:sldMk cId="841023383" sldId="2147482027"/>
            <ac:spMk id="10" creationId="{AC94C45A-C70E-F514-E8EA-FBD314E5A0B9}"/>
          </ac:spMkLst>
        </pc:spChg>
        <pc:spChg chg="mod">
          <ac:chgData name="Humphreys, Alicia [JRDUS]" userId="8f0cf54b-7d71-4fc0-a169-fb2352830862" providerId="ADAL" clId="{25F514AF-6BC4-4207-81C4-AA923979ABA7}" dt="2025-10-06T16:41:37.503" v="29" actId="20577"/>
          <ac:spMkLst>
            <pc:docMk/>
            <pc:sldMk cId="841023383" sldId="2147482027"/>
            <ac:spMk id="16" creationId="{81548392-7F0F-2832-3697-4546A8E899B8}"/>
          </ac:spMkLst>
        </pc:spChg>
      </pc:sldChg>
    </pc:docChg>
  </pc:docChgLst>
  <pc:docChgLst>
    <pc:chgData name="Yuan, Linshan   [JRDUS]" userId="S::lyuan7@its.jnj.com::427c2fa2-44a5-489d-bd8e-0185ced21997" providerId="AD" clId="Web-{7FC78432-2910-4B64-9E2B-23412A657C42}"/>
    <pc:docChg chg="addSld modSld modSection">
      <pc:chgData name="Yuan, Linshan   [JRDUS]" userId="S::lyuan7@its.jnj.com::427c2fa2-44a5-489d-bd8e-0185ced21997" providerId="AD" clId="Web-{7FC78432-2910-4B64-9E2B-23412A657C42}" dt="2025-09-15T11:45:53.400" v="33"/>
      <pc:docMkLst>
        <pc:docMk/>
      </pc:docMkLst>
      <pc:sldChg chg="modSp">
        <pc:chgData name="Yuan, Linshan   [JRDUS]" userId="S::lyuan7@its.jnj.com::427c2fa2-44a5-489d-bd8e-0185ced21997" providerId="AD" clId="Web-{7FC78432-2910-4B64-9E2B-23412A657C42}" dt="2025-09-15T11:44:50.305" v="32" actId="14100"/>
        <pc:sldMkLst>
          <pc:docMk/>
          <pc:sldMk cId="263066922" sldId="2147482007"/>
        </pc:sldMkLst>
      </pc:sldChg>
    </pc:docChg>
  </pc:docChgLst>
  <pc:docChgLst>
    <pc:chgData name="Haesendonckx, Steven [JRDBE]" userId="S::shaesen2@its.jnj.com::d0ee640e-58eb-4832-815f-718c92039204" providerId="AD" clId="Web-{FD2638D3-16D2-C17B-38B3-A4D9ABB71C1D}"/>
    <pc:docChg chg="modSld sldOrd">
      <pc:chgData name="Haesendonckx, Steven [JRDBE]" userId="S::shaesen2@its.jnj.com::d0ee640e-58eb-4832-815f-718c92039204" providerId="AD" clId="Web-{FD2638D3-16D2-C17B-38B3-A4D9ABB71C1D}" dt="2025-10-15T14:28:05.044" v="1594"/>
      <pc:docMkLst>
        <pc:docMk/>
      </pc:docMkLst>
      <pc:sldChg chg="modNotes">
        <pc:chgData name="Haesendonckx, Steven [JRDBE]" userId="S::shaesen2@its.jnj.com::d0ee640e-58eb-4832-815f-718c92039204" providerId="AD" clId="Web-{FD2638D3-16D2-C17B-38B3-A4D9ABB71C1D}" dt="2025-10-15T13:42:31.165" v="1573"/>
        <pc:sldMkLst>
          <pc:docMk/>
          <pc:sldMk cId="2857639951" sldId="2147482030"/>
        </pc:sldMkLst>
      </pc:sldChg>
      <pc:sldChg chg="ord modNotes">
        <pc:chgData name="Haesendonckx, Steven [JRDBE]" userId="S::shaesen2@its.jnj.com::d0ee640e-58eb-4832-815f-718c92039204" providerId="AD" clId="Web-{FD2638D3-16D2-C17B-38B3-A4D9ABB71C1D}" dt="2025-10-15T13:41:39.803" v="1497"/>
        <pc:sldMkLst>
          <pc:docMk/>
          <pc:sldMk cId="2547652048" sldId="2147482050"/>
        </pc:sldMkLst>
      </pc:sldChg>
      <pc:sldChg chg="delSp">
        <pc:chgData name="Haesendonckx, Steven [JRDBE]" userId="S::shaesen2@its.jnj.com::d0ee640e-58eb-4832-815f-718c92039204" providerId="AD" clId="Web-{FD2638D3-16D2-C17B-38B3-A4D9ABB71C1D}" dt="2025-10-15T14:27:52.247" v="1593"/>
        <pc:sldMkLst>
          <pc:docMk/>
          <pc:sldMk cId="3216867696" sldId="2147482062"/>
        </pc:sldMkLst>
      </pc:sldChg>
      <pc:sldChg chg="modNotes">
        <pc:chgData name="Haesendonckx, Steven [JRDBE]" userId="S::shaesen2@its.jnj.com::d0ee640e-58eb-4832-815f-718c92039204" providerId="AD" clId="Web-{FD2638D3-16D2-C17B-38B3-A4D9ABB71C1D}" dt="2025-10-15T13:17:49.591" v="1166"/>
        <pc:sldMkLst>
          <pc:docMk/>
          <pc:sldMk cId="1035199202" sldId="2147482063"/>
        </pc:sldMkLst>
      </pc:sldChg>
      <pc:sldChg chg="modNotes">
        <pc:chgData name="Haesendonckx, Steven [JRDBE]" userId="S::shaesen2@its.jnj.com::d0ee640e-58eb-4832-815f-718c92039204" providerId="AD" clId="Web-{FD2638D3-16D2-C17B-38B3-A4D9ABB71C1D}" dt="2025-10-15T13:07:05.325" v="923"/>
        <pc:sldMkLst>
          <pc:docMk/>
          <pc:sldMk cId="113328686" sldId="2147482064"/>
        </pc:sldMkLst>
      </pc:sldChg>
      <pc:sldChg chg="modNotes">
        <pc:chgData name="Haesendonckx, Steven [JRDBE]" userId="S::shaesen2@its.jnj.com::d0ee640e-58eb-4832-815f-718c92039204" providerId="AD" clId="Web-{FD2638D3-16D2-C17B-38B3-A4D9ABB71C1D}" dt="2025-10-15T13:32:53.117" v="1169"/>
        <pc:sldMkLst>
          <pc:docMk/>
          <pc:sldMk cId="1123597984" sldId="2147482065"/>
        </pc:sldMkLst>
      </pc:sldChg>
      <pc:sldChg chg="modSp">
        <pc:chgData name="Haesendonckx, Steven [JRDBE]" userId="S::shaesen2@its.jnj.com::d0ee640e-58eb-4832-815f-718c92039204" providerId="AD" clId="Web-{FD2638D3-16D2-C17B-38B3-A4D9ABB71C1D}" dt="2025-10-15T13:44:53.763" v="1592" actId="20577"/>
        <pc:sldMkLst>
          <pc:docMk/>
          <pc:sldMk cId="278618373" sldId="2147482066"/>
        </pc:sldMkLst>
        <pc:spChg chg="mod">
          <ac:chgData name="Haesendonckx, Steven [JRDBE]" userId="S::shaesen2@its.jnj.com::d0ee640e-58eb-4832-815f-718c92039204" providerId="AD" clId="Web-{FD2638D3-16D2-C17B-38B3-A4D9ABB71C1D}" dt="2025-10-15T13:44:53.763" v="1592" actId="20577"/>
          <ac:spMkLst>
            <pc:docMk/>
            <pc:sldMk cId="278618373" sldId="2147482066"/>
            <ac:spMk id="10" creationId="{6C7EA8DE-255D-B6DA-CB39-9BD7FD6D470A}"/>
          </ac:spMkLst>
        </pc:spChg>
      </pc:sldChg>
      <pc:sldChg chg="delSp">
        <pc:chgData name="Haesendonckx, Steven [JRDBE]" userId="S::shaesen2@its.jnj.com::d0ee640e-58eb-4832-815f-718c92039204" providerId="AD" clId="Web-{FD2638D3-16D2-C17B-38B3-A4D9ABB71C1D}" dt="2025-10-15T14:28:05.044" v="1594"/>
        <pc:sldMkLst>
          <pc:docMk/>
          <pc:sldMk cId="3543438486" sldId="2147482067"/>
        </pc:sldMkLst>
      </pc:sldChg>
    </pc:docChg>
  </pc:docChgLst>
  <pc:docChgLst>
    <pc:chgData name="Haesendonckx, Steven [JRDBE]" userId="S::shaesen2@its.jnj.com::d0ee640e-58eb-4832-815f-718c92039204" providerId="AD" clId="Web-{0B03330B-58E5-7211-E826-302FC9E3F014}"/>
    <pc:docChg chg="modSld sldOrd">
      <pc:chgData name="Haesendonckx, Steven [JRDBE]" userId="S::shaesen2@its.jnj.com::d0ee640e-58eb-4832-815f-718c92039204" providerId="AD" clId="Web-{0B03330B-58E5-7211-E826-302FC9E3F014}" dt="2025-10-09T13:20:12.849" v="2073" actId="20577"/>
      <pc:docMkLst>
        <pc:docMk/>
      </pc:docMkLst>
      <pc:sldChg chg="modSp">
        <pc:chgData name="Haesendonckx, Steven [JRDBE]" userId="S::shaesen2@its.jnj.com::d0ee640e-58eb-4832-815f-718c92039204" providerId="AD" clId="Web-{0B03330B-58E5-7211-E826-302FC9E3F014}" dt="2025-10-09T10:32:50.233" v="0" actId="14100"/>
        <pc:sldMkLst>
          <pc:docMk/>
          <pc:sldMk cId="841023383" sldId="2147482027"/>
        </pc:sldMkLst>
        <pc:spChg chg="mod">
          <ac:chgData name="Haesendonckx, Steven [JRDBE]" userId="S::shaesen2@its.jnj.com::d0ee640e-58eb-4832-815f-718c92039204" providerId="AD" clId="Web-{0B03330B-58E5-7211-E826-302FC9E3F014}" dt="2025-10-09T10:32:50.233" v="0" actId="14100"/>
          <ac:spMkLst>
            <pc:docMk/>
            <pc:sldMk cId="841023383" sldId="2147482027"/>
            <ac:spMk id="23" creationId="{9512FE1D-495E-D15E-8340-DAB3ADFB9660}"/>
          </ac:spMkLst>
        </pc:spChg>
      </pc:sldChg>
      <pc:sldChg chg="modSp modNotes">
        <pc:chgData name="Haesendonckx, Steven [JRDBE]" userId="S::shaesen2@its.jnj.com::d0ee640e-58eb-4832-815f-718c92039204" providerId="AD" clId="Web-{0B03330B-58E5-7211-E826-302FC9E3F014}" dt="2025-10-09T11:49:24.868" v="738"/>
        <pc:sldMkLst>
          <pc:docMk/>
          <pc:sldMk cId="2857639951" sldId="2147482030"/>
        </pc:sldMkLst>
        <pc:picChg chg="mod">
          <ac:chgData name="Haesendonckx, Steven [JRDBE]" userId="S::shaesen2@its.jnj.com::d0ee640e-58eb-4832-815f-718c92039204" providerId="AD" clId="Web-{0B03330B-58E5-7211-E826-302FC9E3F014}" dt="2025-10-09T11:46:35.943" v="573" actId="1076"/>
          <ac:picMkLst>
            <pc:docMk/>
            <pc:sldMk cId="2857639951" sldId="2147482030"/>
            <ac:picMk id="14" creationId="{AC0841FE-8291-E048-7324-BEA954C85FAD}"/>
          </ac:picMkLst>
        </pc:picChg>
        <pc:picChg chg="mod">
          <ac:chgData name="Haesendonckx, Steven [JRDBE]" userId="S::shaesen2@its.jnj.com::d0ee640e-58eb-4832-815f-718c92039204" providerId="AD" clId="Web-{0B03330B-58E5-7211-E826-302FC9E3F014}" dt="2025-10-09T11:46:38.724" v="574" actId="1076"/>
          <ac:picMkLst>
            <pc:docMk/>
            <pc:sldMk cId="2857639951" sldId="2147482030"/>
            <ac:picMk id="23" creationId="{E890844A-ABA8-C142-27DA-82FCBA7CBA75}"/>
          </ac:picMkLst>
        </pc:picChg>
      </pc:sldChg>
      <pc:sldChg chg="mod modShow">
        <pc:chgData name="Haesendonckx, Steven [JRDBE]" userId="S::shaesen2@its.jnj.com::d0ee640e-58eb-4832-815f-718c92039204" providerId="AD" clId="Web-{0B03330B-58E5-7211-E826-302FC9E3F014}" dt="2025-10-09T12:01:48.436" v="775"/>
        <pc:sldMkLst>
          <pc:docMk/>
          <pc:sldMk cId="1467883885" sldId="2147482041"/>
        </pc:sldMkLst>
      </pc:sldChg>
      <pc:sldChg chg="addSp modSp modNotes">
        <pc:chgData name="Haesendonckx, Steven [JRDBE]" userId="S::shaesen2@its.jnj.com::d0ee640e-58eb-4832-815f-718c92039204" providerId="AD" clId="Web-{0B03330B-58E5-7211-E826-302FC9E3F014}" dt="2025-10-09T13:16:52.598" v="2063" actId="1076"/>
        <pc:sldMkLst>
          <pc:docMk/>
          <pc:sldMk cId="2543042511" sldId="2147482043"/>
        </pc:sldMkLst>
        <pc:spChg chg="add mod">
          <ac:chgData name="Haesendonckx, Steven [JRDBE]" userId="S::shaesen2@its.jnj.com::d0ee640e-58eb-4832-815f-718c92039204" providerId="AD" clId="Web-{0B03330B-58E5-7211-E826-302FC9E3F014}" dt="2025-10-09T12:25:52.517" v="1184" actId="20577"/>
          <ac:spMkLst>
            <pc:docMk/>
            <pc:sldMk cId="2543042511" sldId="2147482043"/>
            <ac:spMk id="2" creationId="{AC6F499C-C087-79C4-8EEE-DAAA3AA092A2}"/>
          </ac:spMkLst>
        </pc:spChg>
        <pc:spChg chg="mod">
          <ac:chgData name="Haesendonckx, Steven [JRDBE]" userId="S::shaesen2@its.jnj.com::d0ee640e-58eb-4832-815f-718c92039204" providerId="AD" clId="Web-{0B03330B-58E5-7211-E826-302FC9E3F014}" dt="2025-10-09T12:54:18.297" v="1266" actId="14100"/>
          <ac:spMkLst>
            <pc:docMk/>
            <pc:sldMk cId="2543042511" sldId="2147482043"/>
            <ac:spMk id="4" creationId="{11781509-1E82-7212-13CF-1744FF24BCE6}"/>
          </ac:spMkLst>
        </pc:spChg>
        <pc:spChg chg="mod">
          <ac:chgData name="Haesendonckx, Steven [JRDBE]" userId="S::shaesen2@its.jnj.com::d0ee640e-58eb-4832-815f-718c92039204" providerId="AD" clId="Web-{0B03330B-58E5-7211-E826-302FC9E3F014}" dt="2025-10-09T13:16:18.410" v="2058" actId="20577"/>
          <ac:spMkLst>
            <pc:docMk/>
            <pc:sldMk cId="2543042511" sldId="2147482043"/>
            <ac:spMk id="5" creationId="{AF393FD8-113F-64EF-277F-00942397BBD5}"/>
          </ac:spMkLst>
        </pc:spChg>
        <pc:spChg chg="mod">
          <ac:chgData name="Haesendonckx, Steven [JRDBE]" userId="S::shaesen2@its.jnj.com::d0ee640e-58eb-4832-815f-718c92039204" providerId="AD" clId="Web-{0B03330B-58E5-7211-E826-302FC9E3F014}" dt="2025-10-09T12:25:29.111" v="1153" actId="20577"/>
          <ac:spMkLst>
            <pc:docMk/>
            <pc:sldMk cId="2543042511" sldId="2147482043"/>
            <ac:spMk id="7" creationId="{D5954E50-901A-3734-BE08-EC9CC50601C6}"/>
          </ac:spMkLst>
        </pc:spChg>
        <pc:spChg chg="mod">
          <ac:chgData name="Haesendonckx, Steven [JRDBE]" userId="S::shaesen2@its.jnj.com::d0ee640e-58eb-4832-815f-718c92039204" providerId="AD" clId="Web-{0B03330B-58E5-7211-E826-302FC9E3F014}" dt="2025-10-09T13:16:47.536" v="2062" actId="1076"/>
          <ac:spMkLst>
            <pc:docMk/>
            <pc:sldMk cId="2543042511" sldId="2147482043"/>
            <ac:spMk id="9" creationId="{BD946ABD-07EA-5D4E-AA90-F8E9CA229BC6}"/>
          </ac:spMkLst>
        </pc:spChg>
        <pc:picChg chg="mod">
          <ac:chgData name="Haesendonckx, Steven [JRDBE]" userId="S::shaesen2@its.jnj.com::d0ee640e-58eb-4832-815f-718c92039204" providerId="AD" clId="Web-{0B03330B-58E5-7211-E826-302FC9E3F014}" dt="2025-10-09T13:16:52.598" v="2063" actId="1076"/>
          <ac:picMkLst>
            <pc:docMk/>
            <pc:sldMk cId="2543042511" sldId="2147482043"/>
            <ac:picMk id="19" creationId="{398A5D17-A6D6-D372-A066-81095F755A17}"/>
          </ac:picMkLst>
        </pc:picChg>
      </pc:sldChg>
      <pc:sldChg chg="modSp modNotes">
        <pc:chgData name="Haesendonckx, Steven [JRDBE]" userId="S::shaesen2@its.jnj.com::d0ee640e-58eb-4832-815f-718c92039204" providerId="AD" clId="Web-{0B03330B-58E5-7211-E826-302FC9E3F014}" dt="2025-10-09T12:58:05.490" v="1282" actId="20577"/>
        <pc:sldMkLst>
          <pc:docMk/>
          <pc:sldMk cId="1422655504" sldId="2147482044"/>
        </pc:sldMkLst>
        <pc:spChg chg="mod">
          <ac:chgData name="Haesendonckx, Steven [JRDBE]" userId="S::shaesen2@its.jnj.com::d0ee640e-58eb-4832-815f-718c92039204" providerId="AD" clId="Web-{0B03330B-58E5-7211-E826-302FC9E3F014}" dt="2025-10-09T12:58:05.490" v="1282" actId="20577"/>
          <ac:spMkLst>
            <pc:docMk/>
            <pc:sldMk cId="1422655504" sldId="2147482044"/>
            <ac:spMk id="4" creationId="{7D4441A9-4474-C4B4-2A48-06BB18E28EBB}"/>
          </ac:spMkLst>
        </pc:spChg>
      </pc:sldChg>
      <pc:sldChg chg="mod modShow">
        <pc:chgData name="Haesendonckx, Steven [JRDBE]" userId="S::shaesen2@its.jnj.com::d0ee640e-58eb-4832-815f-718c92039204" providerId="AD" clId="Web-{0B03330B-58E5-7211-E826-302FC9E3F014}" dt="2025-10-09T12:14:04.512" v="1048"/>
        <pc:sldMkLst>
          <pc:docMk/>
          <pc:sldMk cId="1534485313" sldId="2147482047"/>
        </pc:sldMkLst>
      </pc:sldChg>
      <pc:sldChg chg="addSp delSp modSp">
        <pc:chgData name="Haesendonckx, Steven [JRDBE]" userId="S::shaesen2@its.jnj.com::d0ee640e-58eb-4832-815f-718c92039204" providerId="AD" clId="Web-{0B03330B-58E5-7211-E826-302FC9E3F014}" dt="2025-10-09T12:17:56.116" v="1126"/>
        <pc:sldMkLst>
          <pc:docMk/>
          <pc:sldMk cId="2443312863" sldId="2147482048"/>
        </pc:sldMkLst>
      </pc:sldChg>
      <pc:sldChg chg="modSp ord modNotes">
        <pc:chgData name="Haesendonckx, Steven [JRDBE]" userId="S::shaesen2@its.jnj.com::d0ee640e-58eb-4832-815f-718c92039204" providerId="AD" clId="Web-{0B03330B-58E5-7211-E826-302FC9E3F014}" dt="2025-10-09T13:01:05.430" v="1494"/>
        <pc:sldMkLst>
          <pc:docMk/>
          <pc:sldMk cId="2885036892" sldId="2147482051"/>
        </pc:sldMkLst>
        <pc:spChg chg="mod">
          <ac:chgData name="Haesendonckx, Steven [JRDBE]" userId="S::shaesen2@its.jnj.com::d0ee640e-58eb-4832-815f-718c92039204" providerId="AD" clId="Web-{0B03330B-58E5-7211-E826-302FC9E3F014}" dt="2025-10-09T12:54:02.734" v="1263" actId="20577"/>
          <ac:spMkLst>
            <pc:docMk/>
            <pc:sldMk cId="2885036892" sldId="2147482051"/>
            <ac:spMk id="7" creationId="{4B9125AB-06D5-2BC3-D9A8-503B3FE45EC7}"/>
          </ac:spMkLst>
        </pc:spChg>
        <pc:spChg chg="mod">
          <ac:chgData name="Haesendonckx, Steven [JRDBE]" userId="S::shaesen2@its.jnj.com::d0ee640e-58eb-4832-815f-718c92039204" providerId="AD" clId="Web-{0B03330B-58E5-7211-E826-302FC9E3F014}" dt="2025-10-09T12:19:00.087" v="1142" actId="1076"/>
          <ac:spMkLst>
            <pc:docMk/>
            <pc:sldMk cId="2885036892" sldId="2147482051"/>
            <ac:spMk id="8" creationId="{92E2871D-3DAB-2D1E-12E5-E64ABC3ED9A8}"/>
          </ac:spMkLst>
        </pc:spChg>
      </pc:sldChg>
      <pc:sldChg chg="addSp delSp modSp">
        <pc:chgData name="Haesendonckx, Steven [JRDBE]" userId="S::shaesen2@its.jnj.com::d0ee640e-58eb-4832-815f-718c92039204" providerId="AD" clId="Web-{0B03330B-58E5-7211-E826-302FC9E3F014}" dt="2025-10-09T13:20:00.146" v="2069" actId="20577"/>
        <pc:sldMkLst>
          <pc:docMk/>
          <pc:sldMk cId="2540990098" sldId="2147482052"/>
        </pc:sldMkLst>
        <pc:spChg chg="add mod">
          <ac:chgData name="Haesendonckx, Steven [JRDBE]" userId="S::shaesen2@its.jnj.com::d0ee640e-58eb-4832-815f-718c92039204" providerId="AD" clId="Web-{0B03330B-58E5-7211-E826-302FC9E3F014}" dt="2025-10-09T13:13:05.639" v="2002" actId="1076"/>
          <ac:spMkLst>
            <pc:docMk/>
            <pc:sldMk cId="2540990098" sldId="2147482052"/>
            <ac:spMk id="4" creationId="{3B5F36E6-8F75-2A88-9E2A-125746EF1009}"/>
          </ac:spMkLst>
        </pc:spChg>
        <pc:spChg chg="mod">
          <ac:chgData name="Haesendonckx, Steven [JRDBE]" userId="S::shaesen2@its.jnj.com::d0ee640e-58eb-4832-815f-718c92039204" providerId="AD" clId="Web-{0B03330B-58E5-7211-E826-302FC9E3F014}" dt="2025-10-09T13:20:00.146" v="2069" actId="20577"/>
          <ac:spMkLst>
            <pc:docMk/>
            <pc:sldMk cId="2540990098" sldId="2147482052"/>
            <ac:spMk id="7" creationId="{16B8F591-75AA-5FF3-54D9-F6F86917B91B}"/>
          </ac:spMkLst>
        </pc:spChg>
        <pc:spChg chg="mod">
          <ac:chgData name="Haesendonckx, Steven [JRDBE]" userId="S::shaesen2@its.jnj.com::d0ee640e-58eb-4832-815f-718c92039204" providerId="AD" clId="Web-{0B03330B-58E5-7211-E826-302FC9E3F014}" dt="2025-10-09T13:18:56.396" v="2068" actId="20577"/>
          <ac:spMkLst>
            <pc:docMk/>
            <pc:sldMk cId="2540990098" sldId="2147482052"/>
            <ac:spMk id="20" creationId="{811A14B8-241B-D5A4-0752-C0B69BDC4A12}"/>
          </ac:spMkLst>
        </pc:spChg>
      </pc:sldChg>
      <pc:sldChg chg="modSp">
        <pc:chgData name="Haesendonckx, Steven [JRDBE]" userId="S::shaesen2@its.jnj.com::d0ee640e-58eb-4832-815f-718c92039204" providerId="AD" clId="Web-{0B03330B-58E5-7211-E826-302FC9E3F014}" dt="2025-10-09T13:20:12.849" v="2073" actId="20577"/>
        <pc:sldMkLst>
          <pc:docMk/>
          <pc:sldMk cId="3216867696" sldId="2147482062"/>
        </pc:sldMkLst>
        <pc:spChg chg="mod">
          <ac:chgData name="Haesendonckx, Steven [JRDBE]" userId="S::shaesen2@its.jnj.com::d0ee640e-58eb-4832-815f-718c92039204" providerId="AD" clId="Web-{0B03330B-58E5-7211-E826-302FC9E3F014}" dt="2025-10-09T13:20:12.849" v="2073" actId="20577"/>
          <ac:spMkLst>
            <pc:docMk/>
            <pc:sldMk cId="3216867696" sldId="2147482062"/>
            <ac:spMk id="7" creationId="{72D4E291-CFB5-3102-7ADE-B5650FAE4ECA}"/>
          </ac:spMkLst>
        </pc:spChg>
      </pc:sldChg>
      <pc:sldChg chg="modSp">
        <pc:chgData name="Haesendonckx, Steven [JRDBE]" userId="S::shaesen2@its.jnj.com::d0ee640e-58eb-4832-815f-718c92039204" providerId="AD" clId="Web-{0B03330B-58E5-7211-E826-302FC9E3F014}" dt="2025-10-09T11:29:29.916" v="571" actId="1076"/>
        <pc:sldMkLst>
          <pc:docMk/>
          <pc:sldMk cId="1035199202" sldId="2147482063"/>
        </pc:sldMkLst>
        <pc:spChg chg="mod">
          <ac:chgData name="Haesendonckx, Steven [JRDBE]" userId="S::shaesen2@its.jnj.com::d0ee640e-58eb-4832-815f-718c92039204" providerId="AD" clId="Web-{0B03330B-58E5-7211-E826-302FC9E3F014}" dt="2025-10-09T11:29:16.056" v="569" actId="20577"/>
          <ac:spMkLst>
            <pc:docMk/>
            <pc:sldMk cId="1035199202" sldId="2147482063"/>
            <ac:spMk id="2" creationId="{A5A72FD5-CCED-C5B5-1680-5D5D443D8981}"/>
          </ac:spMkLst>
        </pc:spChg>
        <pc:picChg chg="mod">
          <ac:chgData name="Haesendonckx, Steven [JRDBE]" userId="S::shaesen2@its.jnj.com::d0ee640e-58eb-4832-815f-718c92039204" providerId="AD" clId="Web-{0B03330B-58E5-7211-E826-302FC9E3F014}" dt="2025-10-09T11:29:29.916" v="571" actId="1076"/>
          <ac:picMkLst>
            <pc:docMk/>
            <pc:sldMk cId="1035199202" sldId="2147482063"/>
            <ac:picMk id="3" creationId="{3923ACFA-F701-5E01-9432-7990F5839926}"/>
          </ac:picMkLst>
        </pc:picChg>
      </pc:sldChg>
      <pc:sldChg chg="modSp">
        <pc:chgData name="Haesendonckx, Steven [JRDBE]" userId="S::shaesen2@its.jnj.com::d0ee640e-58eb-4832-815f-718c92039204" providerId="AD" clId="Web-{0B03330B-58E5-7211-E826-302FC9E3F014}" dt="2025-10-09T11:29:36.994" v="572" actId="1076"/>
        <pc:sldMkLst>
          <pc:docMk/>
          <pc:sldMk cId="113328686" sldId="2147482064"/>
        </pc:sldMkLst>
        <pc:spChg chg="mod">
          <ac:chgData name="Haesendonckx, Steven [JRDBE]" userId="S::shaesen2@its.jnj.com::d0ee640e-58eb-4832-815f-718c92039204" providerId="AD" clId="Web-{0B03330B-58E5-7211-E826-302FC9E3F014}" dt="2025-10-09T10:39:16.948" v="13" actId="1076"/>
          <ac:spMkLst>
            <pc:docMk/>
            <pc:sldMk cId="113328686" sldId="2147482064"/>
            <ac:spMk id="2" creationId="{C415B5E5-A44D-631A-2EF2-CE1383FD336D}"/>
          </ac:spMkLst>
        </pc:spChg>
        <pc:spChg chg="mod">
          <ac:chgData name="Haesendonckx, Steven [JRDBE]" userId="S::shaesen2@its.jnj.com::d0ee640e-58eb-4832-815f-718c92039204" providerId="AD" clId="Web-{0B03330B-58E5-7211-E826-302FC9E3F014}" dt="2025-10-09T10:39:16.964" v="14" actId="1076"/>
          <ac:spMkLst>
            <pc:docMk/>
            <pc:sldMk cId="113328686" sldId="2147482064"/>
            <ac:spMk id="3" creationId="{2E47C4E4-35FA-79EF-AF14-C5F7CEF3972D}"/>
          </ac:spMkLst>
        </pc:spChg>
        <pc:spChg chg="mod">
          <ac:chgData name="Haesendonckx, Steven [JRDBE]" userId="S::shaesen2@its.jnj.com::d0ee640e-58eb-4832-815f-718c92039204" providerId="AD" clId="Web-{0B03330B-58E5-7211-E826-302FC9E3F014}" dt="2025-10-09T11:18:32.209" v="509" actId="1076"/>
          <ac:spMkLst>
            <pc:docMk/>
            <pc:sldMk cId="113328686" sldId="2147482064"/>
            <ac:spMk id="8" creationId="{826B2E51-C8FC-124B-1A4E-E55735228F38}"/>
          </ac:spMkLst>
        </pc:spChg>
        <pc:spChg chg="mod">
          <ac:chgData name="Haesendonckx, Steven [JRDBE]" userId="S::shaesen2@its.jnj.com::d0ee640e-58eb-4832-815f-718c92039204" providerId="AD" clId="Web-{0B03330B-58E5-7211-E826-302FC9E3F014}" dt="2025-10-09T10:39:16.995" v="17" actId="1076"/>
          <ac:spMkLst>
            <pc:docMk/>
            <pc:sldMk cId="113328686" sldId="2147482064"/>
            <ac:spMk id="9" creationId="{222F59BF-91E5-F767-4DD7-ACCB4FA9B0A5}"/>
          </ac:spMkLst>
        </pc:spChg>
        <pc:picChg chg="mod">
          <ac:chgData name="Haesendonckx, Steven [JRDBE]" userId="S::shaesen2@its.jnj.com::d0ee640e-58eb-4832-815f-718c92039204" providerId="AD" clId="Web-{0B03330B-58E5-7211-E826-302FC9E3F014}" dt="2025-10-09T10:39:16.964" v="15" actId="1076"/>
          <ac:picMkLst>
            <pc:docMk/>
            <pc:sldMk cId="113328686" sldId="2147482064"/>
            <ac:picMk id="4" creationId="{EE588B05-2DF8-CF62-CA46-AC6507777D35}"/>
          </ac:picMkLst>
        </pc:picChg>
        <pc:picChg chg="mod">
          <ac:chgData name="Haesendonckx, Steven [JRDBE]" userId="S::shaesen2@its.jnj.com::d0ee640e-58eb-4832-815f-718c92039204" providerId="AD" clId="Web-{0B03330B-58E5-7211-E826-302FC9E3F014}" dt="2025-10-09T10:39:16.979" v="16" actId="1076"/>
          <ac:picMkLst>
            <pc:docMk/>
            <pc:sldMk cId="113328686" sldId="2147482064"/>
            <ac:picMk id="5" creationId="{38B42FDA-77C6-CCE6-F1DD-08B5010FBEE6}"/>
          </ac:picMkLst>
        </pc:picChg>
        <pc:picChg chg="mod">
          <ac:chgData name="Haesendonckx, Steven [JRDBE]" userId="S::shaesen2@its.jnj.com::d0ee640e-58eb-4832-815f-718c92039204" providerId="AD" clId="Web-{0B03330B-58E5-7211-E826-302FC9E3F014}" dt="2025-10-09T11:29:36.994" v="572" actId="1076"/>
          <ac:picMkLst>
            <pc:docMk/>
            <pc:sldMk cId="113328686" sldId="2147482064"/>
            <ac:picMk id="6" creationId="{E52EB2CB-87D9-3640-85E8-C34464DEE231}"/>
          </ac:picMkLst>
        </pc:picChg>
        <pc:picChg chg="mod">
          <ac:chgData name="Haesendonckx, Steven [JRDBE]" userId="S::shaesen2@its.jnj.com::d0ee640e-58eb-4832-815f-718c92039204" providerId="AD" clId="Web-{0B03330B-58E5-7211-E826-302FC9E3F014}" dt="2025-10-09T10:39:17.010" v="18" actId="1076"/>
          <ac:picMkLst>
            <pc:docMk/>
            <pc:sldMk cId="113328686" sldId="2147482064"/>
            <ac:picMk id="15" creationId="{D0827E8B-F2A3-4E4E-48B0-29E090B670A5}"/>
          </ac:picMkLst>
        </pc:picChg>
      </pc:sldChg>
      <pc:sldChg chg="addSp delSp modSp">
        <pc:chgData name="Haesendonckx, Steven [JRDBE]" userId="S::shaesen2@its.jnj.com::d0ee640e-58eb-4832-815f-718c92039204" providerId="AD" clId="Web-{0B03330B-58E5-7211-E826-302FC9E3F014}" dt="2025-10-09T12:17:42.584" v="1124" actId="20577"/>
        <pc:sldMkLst>
          <pc:docMk/>
          <pc:sldMk cId="278618373" sldId="2147482066"/>
        </pc:sldMkLst>
        <pc:spChg chg="add del mod ord">
          <ac:chgData name="Haesendonckx, Steven [JRDBE]" userId="S::shaesen2@its.jnj.com::d0ee640e-58eb-4832-815f-718c92039204" providerId="AD" clId="Web-{0B03330B-58E5-7211-E826-302FC9E3F014}" dt="2025-10-09T12:17:32.209" v="1123" actId="1076"/>
          <ac:spMkLst>
            <pc:docMk/>
            <pc:sldMk cId="278618373" sldId="2147482066"/>
            <ac:spMk id="3" creationId="{262763B8-7514-B079-C116-53BDFBF7174B}"/>
          </ac:spMkLst>
        </pc:spChg>
        <pc:spChg chg="add mod ord">
          <ac:chgData name="Haesendonckx, Steven [JRDBE]" userId="S::shaesen2@its.jnj.com::d0ee640e-58eb-4832-815f-718c92039204" providerId="AD" clId="Web-{0B03330B-58E5-7211-E826-302FC9E3F014}" dt="2025-10-09T12:17:32.209" v="1122" actId="1076"/>
          <ac:spMkLst>
            <pc:docMk/>
            <pc:sldMk cId="278618373" sldId="2147482066"/>
            <ac:spMk id="4" creationId="{7B62BEFD-FAD2-A85C-8ABE-7EC79717CFDC}"/>
          </ac:spMkLst>
        </pc:spChg>
        <pc:spChg chg="add mod ord">
          <ac:chgData name="Haesendonckx, Steven [JRDBE]" userId="S::shaesen2@its.jnj.com::d0ee640e-58eb-4832-815f-718c92039204" providerId="AD" clId="Web-{0B03330B-58E5-7211-E826-302FC9E3F014}" dt="2025-10-09T12:17:32.178" v="1119" actId="1076"/>
          <ac:spMkLst>
            <pc:docMk/>
            <pc:sldMk cId="278618373" sldId="2147482066"/>
            <ac:spMk id="7" creationId="{C7738489-9556-1ADF-2AE0-7B77A35282DE}"/>
          </ac:spMkLst>
        </pc:spChg>
        <pc:spChg chg="mod">
          <ac:chgData name="Haesendonckx, Steven [JRDBE]" userId="S::shaesen2@its.jnj.com::d0ee640e-58eb-4832-815f-718c92039204" providerId="AD" clId="Web-{0B03330B-58E5-7211-E826-302FC9E3F014}" dt="2025-10-09T12:17:42.584" v="1124" actId="20577"/>
          <ac:spMkLst>
            <pc:docMk/>
            <pc:sldMk cId="278618373" sldId="2147482066"/>
            <ac:spMk id="8" creationId="{7F86481F-5075-02E9-4917-696191FF5F5B}"/>
          </ac:spMkLst>
        </pc:spChg>
        <pc:spChg chg="add mod ord">
          <ac:chgData name="Haesendonckx, Steven [JRDBE]" userId="S::shaesen2@its.jnj.com::d0ee640e-58eb-4832-815f-718c92039204" providerId="AD" clId="Web-{0B03330B-58E5-7211-E826-302FC9E3F014}" dt="2025-10-09T12:17:32.193" v="1120" actId="1076"/>
          <ac:spMkLst>
            <pc:docMk/>
            <pc:sldMk cId="278618373" sldId="2147482066"/>
            <ac:spMk id="9" creationId="{064FEF67-2F69-2F31-DDBC-50A1A14CB24B}"/>
          </ac:spMkLst>
        </pc:spChg>
        <pc:spChg chg="mod">
          <ac:chgData name="Haesendonckx, Steven [JRDBE]" userId="S::shaesen2@its.jnj.com::d0ee640e-58eb-4832-815f-718c92039204" providerId="AD" clId="Web-{0B03330B-58E5-7211-E826-302FC9E3F014}" dt="2025-10-09T12:17:15.068" v="1108" actId="20577"/>
          <ac:spMkLst>
            <pc:docMk/>
            <pc:sldMk cId="278618373" sldId="2147482066"/>
            <ac:spMk id="10" creationId="{6C7EA8DE-255D-B6DA-CB39-9BD7FD6D470A}"/>
          </ac:spMkLst>
        </pc:spChg>
        <pc:spChg chg="add mod ord">
          <ac:chgData name="Haesendonckx, Steven [JRDBE]" userId="S::shaesen2@its.jnj.com::d0ee640e-58eb-4832-815f-718c92039204" providerId="AD" clId="Web-{0B03330B-58E5-7211-E826-302FC9E3F014}" dt="2025-10-09T12:17:32.209" v="1121" actId="1076"/>
          <ac:spMkLst>
            <pc:docMk/>
            <pc:sldMk cId="278618373" sldId="2147482066"/>
            <ac:spMk id="11" creationId="{CEACBAA1-F660-FD20-D179-EFAEE99A6BB4}"/>
          </ac:spMkLst>
        </pc:spChg>
      </pc:sldChg>
    </pc:docChg>
  </pc:docChgLst>
  <pc:docChgLst>
    <pc:chgData name="Yuan, Linshan   [JRDUS]" userId="427c2fa2-44a5-489d-bd8e-0185ced21997" providerId="ADAL" clId="{C68822F3-9440-4472-8E0A-970EDBC895D6}"/>
    <pc:docChg chg="undo custSel addSld delSld modSld sldOrd addMainMaster delMainMaster modMainMaster modSection">
      <pc:chgData name="Yuan, Linshan   [JRDUS]" userId="427c2fa2-44a5-489d-bd8e-0185ced21997" providerId="ADAL" clId="{C68822F3-9440-4472-8E0A-970EDBC895D6}" dt="2025-10-20T14:53:30.757" v="8873" actId="47"/>
      <pc:docMkLst>
        <pc:docMk/>
      </pc:docMkLst>
      <pc:sldChg chg="del mod ord modShow">
        <pc:chgData name="Yuan, Linshan   [JRDUS]" userId="427c2fa2-44a5-489d-bd8e-0185ced21997" providerId="ADAL" clId="{C68822F3-9440-4472-8E0A-970EDBC895D6}" dt="2025-10-20T14:53:30.757" v="8873" actId="47"/>
        <pc:sldMkLst>
          <pc:docMk/>
          <pc:sldMk cId="3187501932" sldId="2147481986"/>
        </pc:sldMkLst>
      </pc:sldChg>
      <pc:sldChg chg="addSp modSp del mod ord modShow">
        <pc:chgData name="Yuan, Linshan   [JRDUS]" userId="427c2fa2-44a5-489d-bd8e-0185ced21997" providerId="ADAL" clId="{C68822F3-9440-4472-8E0A-970EDBC895D6}" dt="2025-10-20T14:53:30.757" v="8873" actId="47"/>
        <pc:sldMkLst>
          <pc:docMk/>
          <pc:sldMk cId="3023770682" sldId="2147481987"/>
        </pc:sldMkLst>
      </pc:sldChg>
      <pc:sldChg chg="del mod ord modShow">
        <pc:chgData name="Yuan, Linshan   [JRDUS]" userId="427c2fa2-44a5-489d-bd8e-0185ced21997" providerId="ADAL" clId="{C68822F3-9440-4472-8E0A-970EDBC895D6}" dt="2025-10-20T14:53:30.757" v="8873" actId="47"/>
        <pc:sldMkLst>
          <pc:docMk/>
          <pc:sldMk cId="2956196118" sldId="2147481989"/>
        </pc:sldMkLst>
      </pc:sldChg>
      <pc:sldChg chg="del mod ord modShow">
        <pc:chgData name="Yuan, Linshan   [JRDUS]" userId="427c2fa2-44a5-489d-bd8e-0185ced21997" providerId="ADAL" clId="{C68822F3-9440-4472-8E0A-970EDBC895D6}" dt="2025-10-20T14:53:30.757" v="8873" actId="47"/>
        <pc:sldMkLst>
          <pc:docMk/>
          <pc:sldMk cId="1322071800" sldId="2147481990"/>
        </pc:sldMkLst>
      </pc:sldChg>
      <pc:sldChg chg="del mod ord modShow">
        <pc:chgData name="Yuan, Linshan   [JRDUS]" userId="427c2fa2-44a5-489d-bd8e-0185ced21997" providerId="ADAL" clId="{C68822F3-9440-4472-8E0A-970EDBC895D6}" dt="2025-10-20T14:53:30.757" v="8873" actId="47"/>
        <pc:sldMkLst>
          <pc:docMk/>
          <pc:sldMk cId="2721934493" sldId="2147481994"/>
        </pc:sldMkLst>
      </pc:sldChg>
      <pc:sldChg chg="del mod ord modShow">
        <pc:chgData name="Yuan, Linshan   [JRDUS]" userId="427c2fa2-44a5-489d-bd8e-0185ced21997" providerId="ADAL" clId="{C68822F3-9440-4472-8E0A-970EDBC895D6}" dt="2025-10-20T14:53:30.757" v="8873" actId="47"/>
        <pc:sldMkLst>
          <pc:docMk/>
          <pc:sldMk cId="4185681783" sldId="2147481995"/>
        </pc:sldMkLst>
      </pc:sldChg>
      <pc:sldChg chg="modSp del mod ord modShow">
        <pc:chgData name="Yuan, Linshan   [JRDUS]" userId="427c2fa2-44a5-489d-bd8e-0185ced21997" providerId="ADAL" clId="{C68822F3-9440-4472-8E0A-970EDBC895D6}" dt="2025-10-20T14:53:30.757" v="8873" actId="47"/>
        <pc:sldMkLst>
          <pc:docMk/>
          <pc:sldMk cId="1824178640" sldId="2147481996"/>
        </pc:sldMkLst>
      </pc:sldChg>
      <pc:sldChg chg="del mod ord modShow">
        <pc:chgData name="Yuan, Linshan   [JRDUS]" userId="427c2fa2-44a5-489d-bd8e-0185ced21997" providerId="ADAL" clId="{C68822F3-9440-4472-8E0A-970EDBC895D6}" dt="2025-10-20T14:53:30.757" v="8873" actId="47"/>
        <pc:sldMkLst>
          <pc:docMk/>
          <pc:sldMk cId="2623820700" sldId="2147482002"/>
        </pc:sldMkLst>
      </pc:sldChg>
      <pc:sldChg chg="del mod ord modShow">
        <pc:chgData name="Yuan, Linshan   [JRDUS]" userId="427c2fa2-44a5-489d-bd8e-0185ced21997" providerId="ADAL" clId="{C68822F3-9440-4472-8E0A-970EDBC895D6}" dt="2025-10-20T14:53:30.757" v="8873" actId="47"/>
        <pc:sldMkLst>
          <pc:docMk/>
          <pc:sldMk cId="4241394105" sldId="2147482003"/>
        </pc:sldMkLst>
      </pc:sldChg>
      <pc:sldChg chg="del mod ord modShow">
        <pc:chgData name="Yuan, Linshan   [JRDUS]" userId="427c2fa2-44a5-489d-bd8e-0185ced21997" providerId="ADAL" clId="{C68822F3-9440-4472-8E0A-970EDBC895D6}" dt="2025-10-20T14:53:30.757" v="8873" actId="47"/>
        <pc:sldMkLst>
          <pc:docMk/>
          <pc:sldMk cId="3173604295" sldId="2147482004"/>
        </pc:sldMkLst>
      </pc:sldChg>
      <pc:sldChg chg="del mod ord modShow">
        <pc:chgData name="Yuan, Linshan   [JRDUS]" userId="427c2fa2-44a5-489d-bd8e-0185ced21997" providerId="ADAL" clId="{C68822F3-9440-4472-8E0A-970EDBC895D6}" dt="2025-10-20T14:53:30.757" v="8873" actId="47"/>
        <pc:sldMkLst>
          <pc:docMk/>
          <pc:sldMk cId="55888486" sldId="2147482006"/>
        </pc:sldMkLst>
      </pc:sldChg>
      <pc:sldChg chg="addSp delSp del mod ord modShow">
        <pc:chgData name="Yuan, Linshan   [JRDUS]" userId="427c2fa2-44a5-489d-bd8e-0185ced21997" providerId="ADAL" clId="{C68822F3-9440-4472-8E0A-970EDBC895D6}" dt="2025-10-20T14:53:30.757" v="8873" actId="47"/>
        <pc:sldMkLst>
          <pc:docMk/>
          <pc:sldMk cId="263066922" sldId="2147482007"/>
        </pc:sldMkLst>
      </pc:sldChg>
      <pc:sldChg chg="del mod ord modShow">
        <pc:chgData name="Yuan, Linshan   [JRDUS]" userId="427c2fa2-44a5-489d-bd8e-0185ced21997" providerId="ADAL" clId="{C68822F3-9440-4472-8E0A-970EDBC895D6}" dt="2025-10-20T14:53:30.757" v="8873" actId="47"/>
        <pc:sldMkLst>
          <pc:docMk/>
          <pc:sldMk cId="3183947399" sldId="2147482011"/>
        </pc:sldMkLst>
      </pc:sldChg>
      <pc:sldChg chg="del mod ord modShow">
        <pc:chgData name="Yuan, Linshan   [JRDUS]" userId="427c2fa2-44a5-489d-bd8e-0185ced21997" providerId="ADAL" clId="{C68822F3-9440-4472-8E0A-970EDBC895D6}" dt="2025-10-20T14:53:30.757" v="8873" actId="47"/>
        <pc:sldMkLst>
          <pc:docMk/>
          <pc:sldMk cId="1365765324" sldId="2147482012"/>
        </pc:sldMkLst>
      </pc:sldChg>
      <pc:sldChg chg="modSp del mod ord modShow">
        <pc:chgData name="Yuan, Linshan   [JRDUS]" userId="427c2fa2-44a5-489d-bd8e-0185ced21997" providerId="ADAL" clId="{C68822F3-9440-4472-8E0A-970EDBC895D6}" dt="2025-10-20T14:53:30.757" v="8873" actId="47"/>
        <pc:sldMkLst>
          <pc:docMk/>
          <pc:sldMk cId="3491019142" sldId="2147482014"/>
        </pc:sldMkLst>
      </pc:sldChg>
      <pc:sldChg chg="addSp modSp del mod ord modShow">
        <pc:chgData name="Yuan, Linshan   [JRDUS]" userId="427c2fa2-44a5-489d-bd8e-0185ced21997" providerId="ADAL" clId="{C68822F3-9440-4472-8E0A-970EDBC895D6}" dt="2025-10-20T14:53:30.757" v="8873" actId="47"/>
        <pc:sldMkLst>
          <pc:docMk/>
          <pc:sldMk cId="1742980208" sldId="2147482015"/>
        </pc:sldMkLst>
      </pc:sldChg>
      <pc:sldChg chg="addSp modSp del mod ord modShow">
        <pc:chgData name="Yuan, Linshan   [JRDUS]" userId="427c2fa2-44a5-489d-bd8e-0185ced21997" providerId="ADAL" clId="{C68822F3-9440-4472-8E0A-970EDBC895D6}" dt="2025-10-20T14:53:30.757" v="8873" actId="47"/>
        <pc:sldMkLst>
          <pc:docMk/>
          <pc:sldMk cId="3020480100" sldId="2147482016"/>
        </pc:sldMkLst>
      </pc:sldChg>
      <pc:sldChg chg="addSp delSp modSp del mod ord setBg modShow">
        <pc:chgData name="Yuan, Linshan   [JRDUS]" userId="427c2fa2-44a5-489d-bd8e-0185ced21997" providerId="ADAL" clId="{C68822F3-9440-4472-8E0A-970EDBC895D6}" dt="2025-10-20T14:53:30.757" v="8873" actId="47"/>
        <pc:sldMkLst>
          <pc:docMk/>
          <pc:sldMk cId="2608835364" sldId="2147482017"/>
        </pc:sldMkLst>
      </pc:sldChg>
      <pc:sldChg chg="del mod ord modShow">
        <pc:chgData name="Yuan, Linshan   [JRDUS]" userId="427c2fa2-44a5-489d-bd8e-0185ced21997" providerId="ADAL" clId="{C68822F3-9440-4472-8E0A-970EDBC895D6}" dt="2025-10-20T14:53:30.757" v="8873" actId="47"/>
        <pc:sldMkLst>
          <pc:docMk/>
          <pc:sldMk cId="1754574484" sldId="2147482018"/>
        </pc:sldMkLst>
      </pc:sldChg>
      <pc:sldChg chg="modSp del mod ord modShow">
        <pc:chgData name="Yuan, Linshan   [JRDUS]" userId="427c2fa2-44a5-489d-bd8e-0185ced21997" providerId="ADAL" clId="{C68822F3-9440-4472-8E0A-970EDBC895D6}" dt="2025-10-20T14:53:30.757" v="8873" actId="47"/>
        <pc:sldMkLst>
          <pc:docMk/>
          <pc:sldMk cId="3208452318" sldId="2147482019"/>
        </pc:sldMkLst>
      </pc:sldChg>
      <pc:sldChg chg="addSp delSp modSp new del mod ord setBg modShow">
        <pc:chgData name="Yuan, Linshan   [JRDUS]" userId="427c2fa2-44a5-489d-bd8e-0185ced21997" providerId="ADAL" clId="{C68822F3-9440-4472-8E0A-970EDBC895D6}" dt="2025-10-20T14:53:30.757" v="8873" actId="47"/>
        <pc:sldMkLst>
          <pc:docMk/>
          <pc:sldMk cId="365200035" sldId="2147482021"/>
        </pc:sldMkLst>
      </pc:sldChg>
      <pc:sldChg chg="addSp modSp new del mod ord modShow">
        <pc:chgData name="Yuan, Linshan   [JRDUS]" userId="427c2fa2-44a5-489d-bd8e-0185ced21997" providerId="ADAL" clId="{C68822F3-9440-4472-8E0A-970EDBC895D6}" dt="2025-10-20T14:53:30.757" v="8873" actId="47"/>
        <pc:sldMkLst>
          <pc:docMk/>
          <pc:sldMk cId="1568186062" sldId="2147482022"/>
        </pc:sldMkLst>
      </pc:sldChg>
      <pc:sldChg chg="addSp delSp modSp new mod setBg modClrScheme chgLayout">
        <pc:chgData name="Yuan, Linshan   [JRDUS]" userId="427c2fa2-44a5-489d-bd8e-0185ced21997" providerId="ADAL" clId="{C68822F3-9440-4472-8E0A-970EDBC895D6}" dt="2025-10-20T13:05:41.861" v="8869" actId="20577"/>
        <pc:sldMkLst>
          <pc:docMk/>
          <pc:sldMk cId="2530432669" sldId="2147482024"/>
        </pc:sldMkLst>
        <pc:spChg chg="add mod">
          <ac:chgData name="Yuan, Linshan   [JRDUS]" userId="427c2fa2-44a5-489d-bd8e-0185ced21997" providerId="ADAL" clId="{C68822F3-9440-4472-8E0A-970EDBC895D6}" dt="2025-10-14T01:59:25.784" v="7212" actId="14100"/>
          <ac:spMkLst>
            <pc:docMk/>
            <pc:sldMk cId="2530432669" sldId="2147482024"/>
            <ac:spMk id="2" creationId="{49492024-3ABC-381C-9F9C-9A289B19BB4D}"/>
          </ac:spMkLst>
        </pc:spChg>
        <pc:spChg chg="add mod">
          <ac:chgData name="Yuan, Linshan   [JRDUS]" userId="427c2fa2-44a5-489d-bd8e-0185ced21997" providerId="ADAL" clId="{C68822F3-9440-4472-8E0A-970EDBC895D6}" dt="2025-10-14T01:59:52.387" v="7234" actId="14100"/>
          <ac:spMkLst>
            <pc:docMk/>
            <pc:sldMk cId="2530432669" sldId="2147482024"/>
            <ac:spMk id="3" creationId="{66C134A2-127E-BCF6-CA44-B60651FCA9FB}"/>
          </ac:spMkLst>
        </pc:spChg>
        <pc:spChg chg="add mod ord">
          <ac:chgData name="Yuan, Linshan   [JRDUS]" userId="427c2fa2-44a5-489d-bd8e-0185ced21997" providerId="ADAL" clId="{C68822F3-9440-4472-8E0A-970EDBC895D6}" dt="2025-10-06T18:16:57.730" v="2039" actId="700"/>
          <ac:spMkLst>
            <pc:docMk/>
            <pc:sldMk cId="2530432669" sldId="2147482024"/>
            <ac:spMk id="4" creationId="{645FC348-D682-EFDD-62C6-61C295069146}"/>
          </ac:spMkLst>
        </pc:spChg>
        <pc:spChg chg="add mod ord">
          <ac:chgData name="Yuan, Linshan   [JRDUS]" userId="427c2fa2-44a5-489d-bd8e-0185ced21997" providerId="ADAL" clId="{C68822F3-9440-4472-8E0A-970EDBC895D6}" dt="2025-10-20T13:05:41.861" v="8869" actId="20577"/>
          <ac:spMkLst>
            <pc:docMk/>
            <pc:sldMk cId="2530432669" sldId="2147482024"/>
            <ac:spMk id="5" creationId="{F6DB52FA-01B0-714C-53F7-A805E29A6597}"/>
          </ac:spMkLst>
        </pc:spChg>
        <pc:spChg chg="add mod">
          <ac:chgData name="Yuan, Linshan   [JRDUS]" userId="427c2fa2-44a5-489d-bd8e-0185ced21997" providerId="ADAL" clId="{C68822F3-9440-4472-8E0A-970EDBC895D6}" dt="2025-10-14T02:00:06.977" v="7248" actId="20577"/>
          <ac:spMkLst>
            <pc:docMk/>
            <pc:sldMk cId="2530432669" sldId="2147482024"/>
            <ac:spMk id="7" creationId="{C0720E07-3B59-0B62-1153-F56241BF513D}"/>
          </ac:spMkLst>
        </pc:spChg>
        <pc:picChg chg="add mod">
          <ac:chgData name="Yuan, Linshan   [JRDUS]" userId="427c2fa2-44a5-489d-bd8e-0185ced21997" providerId="ADAL" clId="{C68822F3-9440-4472-8E0A-970EDBC895D6}" dt="2025-10-06T18:17:42.995" v="2056" actId="1076"/>
          <ac:picMkLst>
            <pc:docMk/>
            <pc:sldMk cId="2530432669" sldId="2147482024"/>
            <ac:picMk id="6" creationId="{92C913FB-D610-91A9-048E-163F23E6A3DF}"/>
          </ac:picMkLst>
        </pc:picChg>
        <pc:picChg chg="add mod ord">
          <ac:chgData name="Yuan, Linshan   [JRDUS]" userId="427c2fa2-44a5-489d-bd8e-0185ced21997" providerId="ADAL" clId="{C68822F3-9440-4472-8E0A-970EDBC895D6}" dt="2025-10-07T04:50:50.905" v="3784" actId="14100"/>
          <ac:picMkLst>
            <pc:docMk/>
            <pc:sldMk cId="2530432669" sldId="2147482024"/>
            <ac:picMk id="10" creationId="{AB54D914-B311-A777-DDD0-48525F6E55AD}"/>
          </ac:picMkLst>
        </pc:picChg>
        <pc:picChg chg="add mod ord">
          <ac:chgData name="Yuan, Linshan   [JRDUS]" userId="427c2fa2-44a5-489d-bd8e-0185ced21997" providerId="ADAL" clId="{C68822F3-9440-4472-8E0A-970EDBC895D6}" dt="2025-10-07T04:50:41.732" v="3783" actId="14100"/>
          <ac:picMkLst>
            <pc:docMk/>
            <pc:sldMk cId="2530432669" sldId="2147482024"/>
            <ac:picMk id="12" creationId="{27F688DF-5C67-EA7B-E246-59C0835D7C66}"/>
          </ac:picMkLst>
        </pc:picChg>
      </pc:sldChg>
      <pc:sldChg chg="addSp delSp modSp new mod modClrScheme chgLayout">
        <pc:chgData name="Yuan, Linshan   [JRDUS]" userId="427c2fa2-44a5-489d-bd8e-0185ced21997" providerId="ADAL" clId="{C68822F3-9440-4472-8E0A-970EDBC895D6}" dt="2025-10-07T20:35:16.958" v="6202"/>
        <pc:sldMkLst>
          <pc:docMk/>
          <pc:sldMk cId="3172060685" sldId="2147482026"/>
        </pc:sldMkLst>
        <pc:spChg chg="add mod">
          <ac:chgData name="Yuan, Linshan   [JRDUS]" userId="427c2fa2-44a5-489d-bd8e-0185ced21997" providerId="ADAL" clId="{C68822F3-9440-4472-8E0A-970EDBC895D6}" dt="2025-10-07T20:35:16.958" v="6202"/>
          <ac:spMkLst>
            <pc:docMk/>
            <pc:sldMk cId="3172060685" sldId="2147482026"/>
            <ac:spMk id="2" creationId="{D896FF56-2097-7A79-F52E-04944A6FBA74}"/>
          </ac:spMkLst>
        </pc:spChg>
        <pc:spChg chg="add mod">
          <ac:chgData name="Yuan, Linshan   [JRDUS]" userId="427c2fa2-44a5-489d-bd8e-0185ced21997" providerId="ADAL" clId="{C68822F3-9440-4472-8E0A-970EDBC895D6}" dt="2025-10-06T18:19:01.650" v="2104" actId="14100"/>
          <ac:spMkLst>
            <pc:docMk/>
            <pc:sldMk cId="3172060685" sldId="2147482026"/>
            <ac:spMk id="6" creationId="{4D4580F7-CDC3-EF2E-B9D6-66BFF53E2924}"/>
          </ac:spMkLst>
        </pc:spChg>
        <pc:picChg chg="add mod">
          <ac:chgData name="Yuan, Linshan   [JRDUS]" userId="427c2fa2-44a5-489d-bd8e-0185ced21997" providerId="ADAL" clId="{C68822F3-9440-4472-8E0A-970EDBC895D6}" dt="2025-10-06T18:28:03.558" v="2112" actId="1076"/>
          <ac:picMkLst>
            <pc:docMk/>
            <pc:sldMk cId="3172060685" sldId="2147482026"/>
            <ac:picMk id="18" creationId="{D044230D-BA91-1430-9540-AE8FD7A1CF69}"/>
          </ac:picMkLst>
        </pc:picChg>
      </pc:sldChg>
      <pc:sldChg chg="addSp delSp modSp new mod modClrScheme chgLayout">
        <pc:chgData name="Yuan, Linshan   [JRDUS]" userId="427c2fa2-44a5-489d-bd8e-0185ced21997" providerId="ADAL" clId="{C68822F3-9440-4472-8E0A-970EDBC895D6}" dt="2025-10-07T20:35:10.817" v="6200"/>
        <pc:sldMkLst>
          <pc:docMk/>
          <pc:sldMk cId="841023383" sldId="2147482027"/>
        </pc:sldMkLst>
        <pc:spChg chg="add mod">
          <ac:chgData name="Yuan, Linshan   [JRDUS]" userId="427c2fa2-44a5-489d-bd8e-0185ced21997" providerId="ADAL" clId="{C68822F3-9440-4472-8E0A-970EDBC895D6}" dt="2025-10-07T20:35:10.817" v="6200"/>
          <ac:spMkLst>
            <pc:docMk/>
            <pc:sldMk cId="841023383" sldId="2147482027"/>
            <ac:spMk id="3" creationId="{3694E80C-05B9-D6AA-69DA-F5C687D83EA1}"/>
          </ac:spMkLst>
        </pc:spChg>
        <pc:spChg chg="add del mod">
          <ac:chgData name="Yuan, Linshan   [JRDUS]" userId="427c2fa2-44a5-489d-bd8e-0185ced21997" providerId="ADAL" clId="{C68822F3-9440-4472-8E0A-970EDBC895D6}" dt="2025-10-07T19:15:16.290" v="5275" actId="14100"/>
          <ac:spMkLst>
            <pc:docMk/>
            <pc:sldMk cId="841023383" sldId="2147482027"/>
            <ac:spMk id="7" creationId="{E1A0057E-B93C-F13B-F2DE-9771D10E9FF4}"/>
          </ac:spMkLst>
        </pc:spChg>
        <pc:spChg chg="mod">
          <ac:chgData name="Yuan, Linshan   [JRDUS]" userId="427c2fa2-44a5-489d-bd8e-0185ced21997" providerId="ADAL" clId="{C68822F3-9440-4472-8E0A-970EDBC895D6}" dt="2025-10-06T05:16:03.230" v="1861"/>
          <ac:spMkLst>
            <pc:docMk/>
            <pc:sldMk cId="841023383" sldId="2147482027"/>
            <ac:spMk id="9" creationId="{6D8FB7BD-68EC-8A00-E50A-AEA2978B2CB8}"/>
          </ac:spMkLst>
        </pc:spChg>
        <pc:spChg chg="mod">
          <ac:chgData name="Yuan, Linshan   [JRDUS]" userId="427c2fa2-44a5-489d-bd8e-0185ced21997" providerId="ADAL" clId="{C68822F3-9440-4472-8E0A-970EDBC895D6}" dt="2025-10-06T05:16:03.230" v="1861"/>
          <ac:spMkLst>
            <pc:docMk/>
            <pc:sldMk cId="841023383" sldId="2147482027"/>
            <ac:spMk id="10" creationId="{AC94C45A-C70E-F514-E8EA-FBD314E5A0B9}"/>
          </ac:spMkLst>
        </pc:spChg>
        <pc:spChg chg="mod">
          <ac:chgData name="Yuan, Linshan   [JRDUS]" userId="427c2fa2-44a5-489d-bd8e-0185ced21997" providerId="ADAL" clId="{C68822F3-9440-4472-8E0A-970EDBC895D6}" dt="2025-10-06T05:16:03.230" v="1861"/>
          <ac:spMkLst>
            <pc:docMk/>
            <pc:sldMk cId="841023383" sldId="2147482027"/>
            <ac:spMk id="12" creationId="{2D05A9A1-57BA-860B-7611-A306FEC7DD1F}"/>
          </ac:spMkLst>
        </pc:spChg>
        <pc:spChg chg="mod">
          <ac:chgData name="Yuan, Linshan   [JRDUS]" userId="427c2fa2-44a5-489d-bd8e-0185ced21997" providerId="ADAL" clId="{C68822F3-9440-4472-8E0A-970EDBC895D6}" dt="2025-10-06T05:16:03.230" v="1861"/>
          <ac:spMkLst>
            <pc:docMk/>
            <pc:sldMk cId="841023383" sldId="2147482027"/>
            <ac:spMk id="13" creationId="{C94625BC-D492-5790-EA33-2EAC35D23D9B}"/>
          </ac:spMkLst>
        </pc:spChg>
        <pc:spChg chg="mod">
          <ac:chgData name="Yuan, Linshan   [JRDUS]" userId="427c2fa2-44a5-489d-bd8e-0185ced21997" providerId="ADAL" clId="{C68822F3-9440-4472-8E0A-970EDBC895D6}" dt="2025-10-06T05:16:03.230" v="1861"/>
          <ac:spMkLst>
            <pc:docMk/>
            <pc:sldMk cId="841023383" sldId="2147482027"/>
            <ac:spMk id="15" creationId="{E7E03CE7-026D-28E0-EB9F-6137394ECD7D}"/>
          </ac:spMkLst>
        </pc:spChg>
        <pc:spChg chg="mod">
          <ac:chgData name="Yuan, Linshan   [JRDUS]" userId="427c2fa2-44a5-489d-bd8e-0185ced21997" providerId="ADAL" clId="{C68822F3-9440-4472-8E0A-970EDBC895D6}" dt="2025-10-06T05:16:03.230" v="1861"/>
          <ac:spMkLst>
            <pc:docMk/>
            <pc:sldMk cId="841023383" sldId="2147482027"/>
            <ac:spMk id="16" creationId="{81548392-7F0F-2832-3697-4546A8E899B8}"/>
          </ac:spMkLst>
        </pc:spChg>
        <pc:spChg chg="mod">
          <ac:chgData name="Yuan, Linshan   [JRDUS]" userId="427c2fa2-44a5-489d-bd8e-0185ced21997" providerId="ADAL" clId="{C68822F3-9440-4472-8E0A-970EDBC895D6}" dt="2025-10-06T05:16:03.230" v="1861"/>
          <ac:spMkLst>
            <pc:docMk/>
            <pc:sldMk cId="841023383" sldId="2147482027"/>
            <ac:spMk id="18" creationId="{ED523211-AEB0-D871-CE78-19D464944D30}"/>
          </ac:spMkLst>
        </pc:spChg>
        <pc:spChg chg="mod">
          <ac:chgData name="Yuan, Linshan   [JRDUS]" userId="427c2fa2-44a5-489d-bd8e-0185ced21997" providerId="ADAL" clId="{C68822F3-9440-4472-8E0A-970EDBC895D6}" dt="2025-10-06T05:16:03.230" v="1861"/>
          <ac:spMkLst>
            <pc:docMk/>
            <pc:sldMk cId="841023383" sldId="2147482027"/>
            <ac:spMk id="19" creationId="{F14293D6-B8AF-01A3-C31F-90238574F936}"/>
          </ac:spMkLst>
        </pc:spChg>
        <pc:spChg chg="mod">
          <ac:chgData name="Yuan, Linshan   [JRDUS]" userId="427c2fa2-44a5-489d-bd8e-0185ced21997" providerId="ADAL" clId="{C68822F3-9440-4472-8E0A-970EDBC895D6}" dt="2025-10-06T05:16:03.230" v="1861"/>
          <ac:spMkLst>
            <pc:docMk/>
            <pc:sldMk cId="841023383" sldId="2147482027"/>
            <ac:spMk id="22" creationId="{26C75255-F155-E0B9-8080-9A00923DDED7}"/>
          </ac:spMkLst>
        </pc:spChg>
        <pc:spChg chg="add mod ord">
          <ac:chgData name="Yuan, Linshan   [JRDUS]" userId="427c2fa2-44a5-489d-bd8e-0185ced21997" providerId="ADAL" clId="{C68822F3-9440-4472-8E0A-970EDBC895D6}" dt="2025-10-07T05:07:18.496" v="4108" actId="27636"/>
          <ac:spMkLst>
            <pc:docMk/>
            <pc:sldMk cId="841023383" sldId="2147482027"/>
            <ac:spMk id="23" creationId="{9512FE1D-495E-D15E-8340-DAB3ADFB9660}"/>
          </ac:spMkLst>
        </pc:spChg>
      </pc:sldChg>
      <pc:sldChg chg="addSp delSp modSp add mod modClrScheme chgLayout">
        <pc:chgData name="Yuan, Linshan   [JRDUS]" userId="427c2fa2-44a5-489d-bd8e-0185ced21997" providerId="ADAL" clId="{C68822F3-9440-4472-8E0A-970EDBC895D6}" dt="2025-10-07T20:35:14.611" v="6201"/>
        <pc:sldMkLst>
          <pc:docMk/>
          <pc:sldMk cId="2399378533" sldId="2147482028"/>
        </pc:sldMkLst>
        <pc:spChg chg="add mod">
          <ac:chgData name="Yuan, Linshan   [JRDUS]" userId="427c2fa2-44a5-489d-bd8e-0185ced21997" providerId="ADAL" clId="{C68822F3-9440-4472-8E0A-970EDBC895D6}" dt="2025-10-07T20:35:14.611" v="6201"/>
          <ac:spMkLst>
            <pc:docMk/>
            <pc:sldMk cId="2399378533" sldId="2147482028"/>
            <ac:spMk id="2" creationId="{822EFB05-D883-837E-414F-1231E775C86B}"/>
          </ac:spMkLst>
        </pc:spChg>
        <pc:spChg chg="mod">
          <ac:chgData name="Yuan, Linshan   [JRDUS]" userId="427c2fa2-44a5-489d-bd8e-0185ced21997" providerId="ADAL" clId="{C68822F3-9440-4472-8E0A-970EDBC895D6}" dt="2025-10-06T05:26:43.606" v="2027" actId="1076"/>
          <ac:spMkLst>
            <pc:docMk/>
            <pc:sldMk cId="2399378533" sldId="2147482028"/>
            <ac:spMk id="6" creationId="{A2267A1C-BD8B-0BAC-52FA-8A1EA42467CE}"/>
          </ac:spMkLst>
        </pc:spChg>
        <pc:spChg chg="mod">
          <ac:chgData name="Yuan, Linshan   [JRDUS]" userId="427c2fa2-44a5-489d-bd8e-0185ced21997" providerId="ADAL" clId="{C68822F3-9440-4472-8E0A-970EDBC895D6}" dt="2025-10-07T18:12:40.178" v="4797" actId="2711"/>
          <ac:spMkLst>
            <pc:docMk/>
            <pc:sldMk cId="2399378533" sldId="2147482028"/>
            <ac:spMk id="11" creationId="{DE4ABD0D-7F9A-B67C-B099-29DFCD6AF641}"/>
          </ac:spMkLst>
        </pc:spChg>
        <pc:graphicFrameChg chg="add del mod">
          <ac:chgData name="Yuan, Linshan   [JRDUS]" userId="427c2fa2-44a5-489d-bd8e-0185ced21997" providerId="ADAL" clId="{C68822F3-9440-4472-8E0A-970EDBC895D6}" dt="2025-10-07T20:25:20.270" v="6088" actId="20577"/>
          <ac:graphicFrameMkLst>
            <pc:docMk/>
            <pc:sldMk cId="2399378533" sldId="2147482028"/>
            <ac:graphicFrameMk id="8" creationId="{225906FB-DC14-053F-D659-11D0D09A4263}"/>
          </ac:graphicFrameMkLst>
        </pc:graphicFrameChg>
      </pc:sldChg>
      <pc:sldChg chg="addSp delSp modSp new del mod ord modClrScheme modShow chgLayout">
        <pc:chgData name="Yuan, Linshan   [JRDUS]" userId="427c2fa2-44a5-489d-bd8e-0185ced21997" providerId="ADAL" clId="{C68822F3-9440-4472-8E0A-970EDBC895D6}" dt="2025-10-20T14:53:30.757" v="8873" actId="47"/>
        <pc:sldMkLst>
          <pc:docMk/>
          <pc:sldMk cId="3171546559" sldId="2147482029"/>
        </pc:sldMkLst>
      </pc:sldChg>
      <pc:sldChg chg="addSp delSp modSp new mod ord modClrScheme chgLayout">
        <pc:chgData name="Yuan, Linshan   [JRDUS]" userId="427c2fa2-44a5-489d-bd8e-0185ced21997" providerId="ADAL" clId="{C68822F3-9440-4472-8E0A-970EDBC895D6}" dt="2025-10-14T19:02:57.921" v="7285" actId="1076"/>
        <pc:sldMkLst>
          <pc:docMk/>
          <pc:sldMk cId="2857639951" sldId="2147482030"/>
        </pc:sldMkLst>
        <pc:spChg chg="add mod">
          <ac:chgData name="Yuan, Linshan   [JRDUS]" userId="427c2fa2-44a5-489d-bd8e-0185ced21997" providerId="ADAL" clId="{C68822F3-9440-4472-8E0A-970EDBC895D6}" dt="2025-10-14T02:08:19.081" v="7257" actId="1076"/>
          <ac:spMkLst>
            <pc:docMk/>
            <pc:sldMk cId="2857639951" sldId="2147482030"/>
            <ac:spMk id="12" creationId="{CC1F1A8C-5809-D7BE-0A02-D429990227EF}"/>
          </ac:spMkLst>
        </pc:spChg>
        <pc:spChg chg="add mod">
          <ac:chgData name="Yuan, Linshan   [JRDUS]" userId="427c2fa2-44a5-489d-bd8e-0185ced21997" providerId="ADAL" clId="{C68822F3-9440-4472-8E0A-970EDBC895D6}" dt="2025-10-07T04:15:42.233" v="3451" actId="1076"/>
          <ac:spMkLst>
            <pc:docMk/>
            <pc:sldMk cId="2857639951" sldId="2147482030"/>
            <ac:spMk id="13" creationId="{14F4D62B-202E-D492-2482-74F08CAA21B6}"/>
          </ac:spMkLst>
        </pc:spChg>
        <pc:spChg chg="add mod">
          <ac:chgData name="Yuan, Linshan   [JRDUS]" userId="427c2fa2-44a5-489d-bd8e-0185ced21997" providerId="ADAL" clId="{C68822F3-9440-4472-8E0A-970EDBC895D6}" dt="2025-10-07T20:34:23.041" v="6188"/>
          <ac:spMkLst>
            <pc:docMk/>
            <pc:sldMk cId="2857639951" sldId="2147482030"/>
            <ac:spMk id="17" creationId="{4F5F0023-65C6-7B72-CCF5-3E4EF821309A}"/>
          </ac:spMkLst>
        </pc:spChg>
        <pc:picChg chg="add mod">
          <ac:chgData name="Yuan, Linshan   [JRDUS]" userId="427c2fa2-44a5-489d-bd8e-0185ced21997" providerId="ADAL" clId="{C68822F3-9440-4472-8E0A-970EDBC895D6}" dt="2025-10-14T02:08:14.505" v="7256" actId="1076"/>
          <ac:picMkLst>
            <pc:docMk/>
            <pc:sldMk cId="2857639951" sldId="2147482030"/>
            <ac:picMk id="3" creationId="{DEF2FF49-E185-8EC0-8B08-FD6AF319BBA9}"/>
          </ac:picMkLst>
        </pc:picChg>
        <pc:picChg chg="add mod">
          <ac:chgData name="Yuan, Linshan   [JRDUS]" userId="427c2fa2-44a5-489d-bd8e-0185ced21997" providerId="ADAL" clId="{C68822F3-9440-4472-8E0A-970EDBC895D6}" dt="2025-10-14T02:08:27.452" v="7260" actId="1076"/>
          <ac:picMkLst>
            <pc:docMk/>
            <pc:sldMk cId="2857639951" sldId="2147482030"/>
            <ac:picMk id="14" creationId="{AC0841FE-8291-E048-7324-BEA954C85FAD}"/>
          </ac:picMkLst>
        </pc:picChg>
        <pc:picChg chg="add mod">
          <ac:chgData name="Yuan, Linshan   [JRDUS]" userId="427c2fa2-44a5-489d-bd8e-0185ced21997" providerId="ADAL" clId="{C68822F3-9440-4472-8E0A-970EDBC895D6}" dt="2025-10-14T19:02:57.921" v="7285" actId="1076"/>
          <ac:picMkLst>
            <pc:docMk/>
            <pc:sldMk cId="2857639951" sldId="2147482030"/>
            <ac:picMk id="16" creationId="{0C9B8230-1D75-EDFD-EBE3-912A7381ED09}"/>
          </ac:picMkLst>
        </pc:picChg>
        <pc:picChg chg="add mod">
          <ac:chgData name="Yuan, Linshan   [JRDUS]" userId="427c2fa2-44a5-489d-bd8e-0185ced21997" providerId="ADAL" clId="{C68822F3-9440-4472-8E0A-970EDBC895D6}" dt="2025-10-14T02:08:24.073" v="7258" actId="1076"/>
          <ac:picMkLst>
            <pc:docMk/>
            <pc:sldMk cId="2857639951" sldId="2147482030"/>
            <ac:picMk id="23" creationId="{E890844A-ABA8-C142-27DA-82FCBA7CBA75}"/>
          </ac:picMkLst>
        </pc:picChg>
      </pc:sldChg>
      <pc:sldChg chg="addSp delSp modSp add del mod ord modShow">
        <pc:chgData name="Yuan, Linshan   [JRDUS]" userId="427c2fa2-44a5-489d-bd8e-0185ced21997" providerId="ADAL" clId="{C68822F3-9440-4472-8E0A-970EDBC895D6}" dt="2025-10-20T14:53:30.757" v="8873" actId="47"/>
        <pc:sldMkLst>
          <pc:docMk/>
          <pc:sldMk cId="762953629" sldId="2147482032"/>
        </pc:sldMkLst>
      </pc:sldChg>
      <pc:sldChg chg="delSp modSp add del mod ord modShow">
        <pc:chgData name="Yuan, Linshan   [JRDUS]" userId="427c2fa2-44a5-489d-bd8e-0185ced21997" providerId="ADAL" clId="{C68822F3-9440-4472-8E0A-970EDBC895D6}" dt="2025-10-20T14:53:30.757" v="8873" actId="47"/>
        <pc:sldMkLst>
          <pc:docMk/>
          <pc:sldMk cId="3281101312" sldId="2147482033"/>
        </pc:sldMkLst>
      </pc:sldChg>
      <pc:sldChg chg="addSp delSp modSp add del mod ord modClrScheme modShow chgLayout">
        <pc:chgData name="Yuan, Linshan   [JRDUS]" userId="427c2fa2-44a5-489d-bd8e-0185ced21997" providerId="ADAL" clId="{C68822F3-9440-4472-8E0A-970EDBC895D6}" dt="2025-10-20T14:53:30.757" v="8873" actId="47"/>
        <pc:sldMkLst>
          <pc:docMk/>
          <pc:sldMk cId="1474746991" sldId="2147482034"/>
        </pc:sldMkLst>
      </pc:sldChg>
      <pc:sldChg chg="addSp modSp add del mod ord modShow">
        <pc:chgData name="Yuan, Linshan   [JRDUS]" userId="427c2fa2-44a5-489d-bd8e-0185ced21997" providerId="ADAL" clId="{C68822F3-9440-4472-8E0A-970EDBC895D6}" dt="2025-10-20T14:53:30.757" v="8873" actId="47"/>
        <pc:sldMkLst>
          <pc:docMk/>
          <pc:sldMk cId="2921235924" sldId="2147482035"/>
        </pc:sldMkLst>
      </pc:sldChg>
      <pc:sldChg chg="addSp delSp modSp add del mod ord modShow">
        <pc:chgData name="Yuan, Linshan   [JRDUS]" userId="427c2fa2-44a5-489d-bd8e-0185ced21997" providerId="ADAL" clId="{C68822F3-9440-4472-8E0A-970EDBC895D6}" dt="2025-10-20T14:53:30.757" v="8873" actId="47"/>
        <pc:sldMkLst>
          <pc:docMk/>
          <pc:sldMk cId="748427820" sldId="2147482036"/>
        </pc:sldMkLst>
      </pc:sldChg>
      <pc:sldChg chg="addSp delSp modSp add del mod ord modClrScheme modShow chgLayout">
        <pc:chgData name="Yuan, Linshan   [JRDUS]" userId="427c2fa2-44a5-489d-bd8e-0185ced21997" providerId="ADAL" clId="{C68822F3-9440-4472-8E0A-970EDBC895D6}" dt="2025-10-20T14:53:30.757" v="8873" actId="47"/>
        <pc:sldMkLst>
          <pc:docMk/>
          <pc:sldMk cId="274275888" sldId="2147482037"/>
        </pc:sldMkLst>
      </pc:sldChg>
      <pc:sldChg chg="add del mod ord modShow">
        <pc:chgData name="Yuan, Linshan   [JRDUS]" userId="427c2fa2-44a5-489d-bd8e-0185ced21997" providerId="ADAL" clId="{C68822F3-9440-4472-8E0A-970EDBC895D6}" dt="2025-10-20T14:53:30.757" v="8873" actId="47"/>
        <pc:sldMkLst>
          <pc:docMk/>
          <pc:sldMk cId="2594932226" sldId="2147482038"/>
        </pc:sldMkLst>
      </pc:sldChg>
      <pc:sldChg chg="addSp delSp modSp add del mod ord modShow">
        <pc:chgData name="Yuan, Linshan   [JRDUS]" userId="427c2fa2-44a5-489d-bd8e-0185ced21997" providerId="ADAL" clId="{C68822F3-9440-4472-8E0A-970EDBC895D6}" dt="2025-10-20T14:53:30.757" v="8873" actId="47"/>
        <pc:sldMkLst>
          <pc:docMk/>
          <pc:sldMk cId="1015104348" sldId="2147482039"/>
        </pc:sldMkLst>
      </pc:sldChg>
      <pc:sldChg chg="addSp delSp modSp add del mod ord modShow">
        <pc:chgData name="Yuan, Linshan   [JRDUS]" userId="427c2fa2-44a5-489d-bd8e-0185ced21997" providerId="ADAL" clId="{C68822F3-9440-4472-8E0A-970EDBC895D6}" dt="2025-10-20T14:53:30.757" v="8873" actId="47"/>
        <pc:sldMkLst>
          <pc:docMk/>
          <pc:sldMk cId="2594964533" sldId="2147482040"/>
        </pc:sldMkLst>
      </pc:sldChg>
      <pc:sldChg chg="addSp delSp modSp new del mod ord modClrScheme chgLayout">
        <pc:chgData name="Yuan, Linshan   [JRDUS]" userId="427c2fa2-44a5-489d-bd8e-0185ced21997" providerId="ADAL" clId="{C68822F3-9440-4472-8E0A-970EDBC895D6}" dt="2025-10-20T14:53:30.757" v="8873" actId="47"/>
        <pc:sldMkLst>
          <pc:docMk/>
          <pc:sldMk cId="1467883885" sldId="2147482041"/>
        </pc:sldMkLst>
      </pc:sldChg>
      <pc:sldChg chg="addSp delSp modSp new del mod ord modShow">
        <pc:chgData name="Yuan, Linshan   [JRDUS]" userId="427c2fa2-44a5-489d-bd8e-0185ced21997" providerId="ADAL" clId="{C68822F3-9440-4472-8E0A-970EDBC895D6}" dt="2025-10-20T14:53:30.757" v="8873" actId="47"/>
        <pc:sldMkLst>
          <pc:docMk/>
          <pc:sldMk cId="3264814208" sldId="2147482042"/>
        </pc:sldMkLst>
      </pc:sldChg>
      <pc:sldChg chg="addSp delSp modSp new mod modClrScheme chgLayout">
        <pc:chgData name="Yuan, Linshan   [JRDUS]" userId="427c2fa2-44a5-489d-bd8e-0185ced21997" providerId="ADAL" clId="{C68822F3-9440-4472-8E0A-970EDBC895D6}" dt="2025-10-08T12:46:35.179" v="7135" actId="6549"/>
        <pc:sldMkLst>
          <pc:docMk/>
          <pc:sldMk cId="2543042511" sldId="2147482043"/>
        </pc:sldMkLst>
        <pc:spChg chg="add mod ord">
          <ac:chgData name="Yuan, Linshan   [JRDUS]" userId="427c2fa2-44a5-489d-bd8e-0185ced21997" providerId="ADAL" clId="{C68822F3-9440-4472-8E0A-970EDBC895D6}" dt="2025-10-08T12:44:14.320" v="7097" actId="20577"/>
          <ac:spMkLst>
            <pc:docMk/>
            <pc:sldMk cId="2543042511" sldId="2147482043"/>
            <ac:spMk id="4" creationId="{11781509-1E82-7212-13CF-1744FF24BCE6}"/>
          </ac:spMkLst>
        </pc:spChg>
        <pc:spChg chg="add mod ord">
          <ac:chgData name="Yuan, Linshan   [JRDUS]" userId="427c2fa2-44a5-489d-bd8e-0185ced21997" providerId="ADAL" clId="{C68822F3-9440-4472-8E0A-970EDBC895D6}" dt="2025-10-07T19:34:01.971" v="5414" actId="313"/>
          <ac:spMkLst>
            <pc:docMk/>
            <pc:sldMk cId="2543042511" sldId="2147482043"/>
            <ac:spMk id="5" creationId="{AF393FD8-113F-64EF-277F-00942397BBD5}"/>
          </ac:spMkLst>
        </pc:spChg>
        <pc:spChg chg="add mod">
          <ac:chgData name="Yuan, Linshan   [JRDUS]" userId="427c2fa2-44a5-489d-bd8e-0185ced21997" providerId="ADAL" clId="{C68822F3-9440-4472-8E0A-970EDBC895D6}" dt="2025-10-08T12:46:35.179" v="7135" actId="6549"/>
          <ac:spMkLst>
            <pc:docMk/>
            <pc:sldMk cId="2543042511" sldId="2147482043"/>
            <ac:spMk id="6" creationId="{FD1E66DF-6CC9-408B-A65A-09A03463EB01}"/>
          </ac:spMkLst>
        </pc:spChg>
        <pc:spChg chg="add mod">
          <ac:chgData name="Yuan, Linshan   [JRDUS]" userId="427c2fa2-44a5-489d-bd8e-0185ced21997" providerId="ADAL" clId="{C68822F3-9440-4472-8E0A-970EDBC895D6}" dt="2025-10-08T12:44:35.967" v="7134" actId="20577"/>
          <ac:spMkLst>
            <pc:docMk/>
            <pc:sldMk cId="2543042511" sldId="2147482043"/>
            <ac:spMk id="7" creationId="{D5954E50-901A-3734-BE08-EC9CC50601C6}"/>
          </ac:spMkLst>
        </pc:spChg>
        <pc:spChg chg="add mod">
          <ac:chgData name="Yuan, Linshan   [JRDUS]" userId="427c2fa2-44a5-489d-bd8e-0185ced21997" providerId="ADAL" clId="{C68822F3-9440-4472-8E0A-970EDBC895D6}" dt="2025-10-07T21:54:04.690" v="7081" actId="400"/>
          <ac:spMkLst>
            <pc:docMk/>
            <pc:sldMk cId="2543042511" sldId="2147482043"/>
            <ac:spMk id="9" creationId="{BD946ABD-07EA-5D4E-AA90-F8E9CA229BC6}"/>
          </ac:spMkLst>
        </pc:spChg>
        <pc:spChg chg="add mod">
          <ac:chgData name="Yuan, Linshan   [JRDUS]" userId="427c2fa2-44a5-489d-bd8e-0185ced21997" providerId="ADAL" clId="{C68822F3-9440-4472-8E0A-970EDBC895D6}" dt="2025-10-07T17:56:54.850" v="4708" actId="1076"/>
          <ac:spMkLst>
            <pc:docMk/>
            <pc:sldMk cId="2543042511" sldId="2147482043"/>
            <ac:spMk id="21" creationId="{C5C0C020-C367-F590-7DDB-9C6916253E4A}"/>
          </ac:spMkLst>
        </pc:spChg>
        <pc:spChg chg="add mod">
          <ac:chgData name="Yuan, Linshan   [JRDUS]" userId="427c2fa2-44a5-489d-bd8e-0185ced21997" providerId="ADAL" clId="{C68822F3-9440-4472-8E0A-970EDBC895D6}" dt="2025-10-07T20:34:02.097" v="6183"/>
          <ac:spMkLst>
            <pc:docMk/>
            <pc:sldMk cId="2543042511" sldId="2147482043"/>
            <ac:spMk id="23" creationId="{307DBAAA-7EE4-A729-45AE-5CE5C34F4CC9}"/>
          </ac:spMkLst>
        </pc:spChg>
        <pc:picChg chg="add mod">
          <ac:chgData name="Yuan, Linshan   [JRDUS]" userId="427c2fa2-44a5-489d-bd8e-0185ced21997" providerId="ADAL" clId="{C68822F3-9440-4472-8E0A-970EDBC895D6}" dt="2025-10-07T17:57:12.222" v="4713" actId="1076"/>
          <ac:picMkLst>
            <pc:docMk/>
            <pc:sldMk cId="2543042511" sldId="2147482043"/>
            <ac:picMk id="16" creationId="{1B631860-03E6-6950-E52A-6B98AA19CD36}"/>
          </ac:picMkLst>
        </pc:picChg>
        <pc:picChg chg="add mod">
          <ac:chgData name="Yuan, Linshan   [JRDUS]" userId="427c2fa2-44a5-489d-bd8e-0185ced21997" providerId="ADAL" clId="{C68822F3-9440-4472-8E0A-970EDBC895D6}" dt="2025-10-07T17:57:00.446" v="4709" actId="1076"/>
          <ac:picMkLst>
            <pc:docMk/>
            <pc:sldMk cId="2543042511" sldId="2147482043"/>
            <ac:picMk id="19" creationId="{398A5D17-A6D6-D372-A066-81095F755A17}"/>
          </ac:picMkLst>
        </pc:picChg>
        <pc:cxnChg chg="add mod">
          <ac:chgData name="Yuan, Linshan   [JRDUS]" userId="427c2fa2-44a5-489d-bd8e-0185ced21997" providerId="ADAL" clId="{C68822F3-9440-4472-8E0A-970EDBC895D6}" dt="2025-10-07T17:57:06.919" v="4711" actId="1076"/>
          <ac:cxnSpMkLst>
            <pc:docMk/>
            <pc:sldMk cId="2543042511" sldId="2147482043"/>
            <ac:cxnSpMk id="14" creationId="{F4E893AF-05BB-D4AF-566B-45669A4C65F6}"/>
          </ac:cxnSpMkLst>
        </pc:cxnChg>
        <pc:cxnChg chg="add mod">
          <ac:chgData name="Yuan, Linshan   [JRDUS]" userId="427c2fa2-44a5-489d-bd8e-0185ced21997" providerId="ADAL" clId="{C68822F3-9440-4472-8E0A-970EDBC895D6}" dt="2025-10-07T18:00:03.476" v="4752" actId="692"/>
          <ac:cxnSpMkLst>
            <pc:docMk/>
            <pc:sldMk cId="2543042511" sldId="2147482043"/>
            <ac:cxnSpMk id="20" creationId="{F113E007-2418-6938-743E-F1E15B720956}"/>
          </ac:cxnSpMkLst>
        </pc:cxnChg>
      </pc:sldChg>
      <pc:sldChg chg="addSp delSp modSp add mod">
        <pc:chgData name="Yuan, Linshan   [JRDUS]" userId="427c2fa2-44a5-489d-bd8e-0185ced21997" providerId="ADAL" clId="{C68822F3-9440-4472-8E0A-970EDBC895D6}" dt="2025-10-07T20:34:04.622" v="6184"/>
        <pc:sldMkLst>
          <pc:docMk/>
          <pc:sldMk cId="1422655504" sldId="2147482044"/>
        </pc:sldMkLst>
        <pc:spChg chg="mod">
          <ac:chgData name="Yuan, Linshan   [JRDUS]" userId="427c2fa2-44a5-489d-bd8e-0185ced21997" providerId="ADAL" clId="{C68822F3-9440-4472-8E0A-970EDBC895D6}" dt="2025-10-07T18:13:15.954" v="4799"/>
          <ac:spMkLst>
            <pc:docMk/>
            <pc:sldMk cId="1422655504" sldId="2147482044"/>
            <ac:spMk id="4" creationId="{7D4441A9-4474-C4B4-2A48-06BB18E28EBB}"/>
          </ac:spMkLst>
        </pc:spChg>
        <pc:spChg chg="mod">
          <ac:chgData name="Yuan, Linshan   [JRDUS]" userId="427c2fa2-44a5-489d-bd8e-0185ced21997" providerId="ADAL" clId="{C68822F3-9440-4472-8E0A-970EDBC895D6}" dt="2025-10-07T18:54:22.597" v="5078" actId="1076"/>
          <ac:spMkLst>
            <pc:docMk/>
            <pc:sldMk cId="1422655504" sldId="2147482044"/>
            <ac:spMk id="5" creationId="{4B7C6829-321F-482D-FA8A-EC9349FB389C}"/>
          </ac:spMkLst>
        </pc:spChg>
        <pc:spChg chg="add mod">
          <ac:chgData name="Yuan, Linshan   [JRDUS]" userId="427c2fa2-44a5-489d-bd8e-0185ced21997" providerId="ADAL" clId="{C68822F3-9440-4472-8E0A-970EDBC895D6}" dt="2025-10-07T20:34:04.622" v="6184"/>
          <ac:spMkLst>
            <pc:docMk/>
            <pc:sldMk cId="1422655504" sldId="2147482044"/>
            <ac:spMk id="25" creationId="{676A170A-2E8B-532F-27A2-BC92437A4D32}"/>
          </ac:spMkLst>
        </pc:spChg>
        <pc:picChg chg="add mod">
          <ac:chgData name="Yuan, Linshan   [JRDUS]" userId="427c2fa2-44a5-489d-bd8e-0185ced21997" providerId="ADAL" clId="{C68822F3-9440-4472-8E0A-970EDBC895D6}" dt="2025-10-07T19:29:23.813" v="5340" actId="1076"/>
          <ac:picMkLst>
            <pc:docMk/>
            <pc:sldMk cId="1422655504" sldId="2147482044"/>
            <ac:picMk id="3" creationId="{5ED4E253-A866-0196-4D39-99223E24AB48}"/>
          </ac:picMkLst>
        </pc:picChg>
        <pc:picChg chg="add mod">
          <ac:chgData name="Yuan, Linshan   [JRDUS]" userId="427c2fa2-44a5-489d-bd8e-0185ced21997" providerId="ADAL" clId="{C68822F3-9440-4472-8E0A-970EDBC895D6}" dt="2025-10-07T19:28:29.182" v="5329" actId="1076"/>
          <ac:picMkLst>
            <pc:docMk/>
            <pc:sldMk cId="1422655504" sldId="2147482044"/>
            <ac:picMk id="11" creationId="{450B37A4-1892-01E4-4F78-B35724C696B5}"/>
          </ac:picMkLst>
        </pc:picChg>
        <pc:picChg chg="add mod">
          <ac:chgData name="Yuan, Linshan   [JRDUS]" userId="427c2fa2-44a5-489d-bd8e-0185ced21997" providerId="ADAL" clId="{C68822F3-9440-4472-8E0A-970EDBC895D6}" dt="2025-10-07T19:29:18.395" v="5338" actId="1076"/>
          <ac:picMkLst>
            <pc:docMk/>
            <pc:sldMk cId="1422655504" sldId="2147482044"/>
            <ac:picMk id="24" creationId="{2FE4518E-423A-89CD-C070-FBF64EB3E28C}"/>
          </ac:picMkLst>
        </pc:picChg>
        <pc:cxnChg chg="add mod">
          <ac:chgData name="Yuan, Linshan   [JRDUS]" userId="427c2fa2-44a5-489d-bd8e-0185ced21997" providerId="ADAL" clId="{C68822F3-9440-4472-8E0A-970EDBC895D6}" dt="2025-10-07T19:28:33.900" v="5331" actId="1076"/>
          <ac:cxnSpMkLst>
            <pc:docMk/>
            <pc:sldMk cId="1422655504" sldId="2147482044"/>
            <ac:cxnSpMk id="12" creationId="{6B9138F7-82B4-6231-55E8-F3472150EB7F}"/>
          </ac:cxnSpMkLst>
        </pc:cxnChg>
        <pc:cxnChg chg="mod">
          <ac:chgData name="Yuan, Linshan   [JRDUS]" userId="427c2fa2-44a5-489d-bd8e-0185ced21997" providerId="ADAL" clId="{C68822F3-9440-4472-8E0A-970EDBC895D6}" dt="2025-10-07T19:29:21.576" v="5339" actId="1076"/>
          <ac:cxnSpMkLst>
            <pc:docMk/>
            <pc:sldMk cId="1422655504" sldId="2147482044"/>
            <ac:cxnSpMk id="20" creationId="{9532DC50-B9B2-5A72-0F0B-6C45BFE11D31}"/>
          </ac:cxnSpMkLst>
        </pc:cxnChg>
      </pc:sldChg>
      <pc:sldChg chg="addSp delSp modSp add del mod ord modShow">
        <pc:chgData name="Yuan, Linshan   [JRDUS]" userId="427c2fa2-44a5-489d-bd8e-0185ced21997" providerId="ADAL" clId="{C68822F3-9440-4472-8E0A-970EDBC895D6}" dt="2025-10-20T14:53:30.757" v="8873" actId="47"/>
        <pc:sldMkLst>
          <pc:docMk/>
          <pc:sldMk cId="2650176596" sldId="2147482046"/>
        </pc:sldMkLst>
      </pc:sldChg>
      <pc:sldChg chg="addSp delSp modSp new del mod ord modClrScheme modShow chgLayout">
        <pc:chgData name="Yuan, Linshan   [JRDUS]" userId="427c2fa2-44a5-489d-bd8e-0185ced21997" providerId="ADAL" clId="{C68822F3-9440-4472-8E0A-970EDBC895D6}" dt="2025-10-20T14:53:30.757" v="8873" actId="47"/>
        <pc:sldMkLst>
          <pc:docMk/>
          <pc:sldMk cId="1534485313" sldId="2147482047"/>
        </pc:sldMkLst>
      </pc:sldChg>
      <pc:sldChg chg="addSp delSp modSp new del mod ord modClrScheme modShow chgLayout">
        <pc:chgData name="Yuan, Linshan   [JRDUS]" userId="427c2fa2-44a5-489d-bd8e-0185ced21997" providerId="ADAL" clId="{C68822F3-9440-4472-8E0A-970EDBC895D6}" dt="2025-10-20T14:53:30.757" v="8873" actId="47"/>
        <pc:sldMkLst>
          <pc:docMk/>
          <pc:sldMk cId="2443312863" sldId="2147482048"/>
        </pc:sldMkLst>
      </pc:sldChg>
      <pc:sldChg chg="addSp delSp modSp new mod ord modClrScheme chgLayout">
        <pc:chgData name="Yuan, Linshan   [JRDUS]" userId="427c2fa2-44a5-489d-bd8e-0185ced21997" providerId="ADAL" clId="{C68822F3-9440-4472-8E0A-970EDBC895D6}" dt="2025-10-07T20:20:10.840" v="6070" actId="20577"/>
        <pc:sldMkLst>
          <pc:docMk/>
          <pc:sldMk cId="429547998" sldId="2147482049"/>
        </pc:sldMkLst>
        <pc:spChg chg="mod ord">
          <ac:chgData name="Yuan, Linshan   [JRDUS]" userId="427c2fa2-44a5-489d-bd8e-0185ced21997" providerId="ADAL" clId="{C68822F3-9440-4472-8E0A-970EDBC895D6}" dt="2025-10-07T19:40:53.439" v="5505" actId="700"/>
          <ac:spMkLst>
            <pc:docMk/>
            <pc:sldMk cId="429547998" sldId="2147482049"/>
            <ac:spMk id="6" creationId="{DAB8C223-087D-2550-637A-1CAFB1A2252D}"/>
          </ac:spMkLst>
        </pc:spChg>
        <pc:spChg chg="add mod ord">
          <ac:chgData name="Yuan, Linshan   [JRDUS]" userId="427c2fa2-44a5-489d-bd8e-0185ced21997" providerId="ADAL" clId="{C68822F3-9440-4472-8E0A-970EDBC895D6}" dt="2025-10-07T20:20:10.840" v="6070" actId="20577"/>
          <ac:spMkLst>
            <pc:docMk/>
            <pc:sldMk cId="429547998" sldId="2147482049"/>
            <ac:spMk id="8" creationId="{B69D395F-5D3B-956E-E73D-42FBA476B76A}"/>
          </ac:spMkLst>
        </pc:spChg>
        <pc:spChg chg="add mod">
          <ac:chgData name="Yuan, Linshan   [JRDUS]" userId="427c2fa2-44a5-489d-bd8e-0185ced21997" providerId="ADAL" clId="{C68822F3-9440-4472-8E0A-970EDBC895D6}" dt="2025-10-07T20:01:16.793" v="5910" actId="27636"/>
          <ac:spMkLst>
            <pc:docMk/>
            <pc:sldMk cId="429547998" sldId="2147482049"/>
            <ac:spMk id="11" creationId="{FD26A9AC-0778-B849-9F4F-BA751527322E}"/>
          </ac:spMkLst>
        </pc:spChg>
        <pc:picChg chg="add mod">
          <ac:chgData name="Yuan, Linshan   [JRDUS]" userId="427c2fa2-44a5-489d-bd8e-0185ced21997" providerId="ADAL" clId="{C68822F3-9440-4472-8E0A-970EDBC895D6}" dt="2025-10-07T20:00:56.403" v="5905" actId="962"/>
          <ac:picMkLst>
            <pc:docMk/>
            <pc:sldMk cId="429547998" sldId="2147482049"/>
            <ac:picMk id="10" creationId="{31BE09C4-7568-66EA-D076-A5715A3D3517}"/>
          </ac:picMkLst>
        </pc:picChg>
      </pc:sldChg>
      <pc:sldChg chg="addSp delSp modSp new mod modClrScheme chgLayout">
        <pc:chgData name="Yuan, Linshan   [JRDUS]" userId="427c2fa2-44a5-489d-bd8e-0185ced21997" providerId="ADAL" clId="{C68822F3-9440-4472-8E0A-970EDBC895D6}" dt="2025-10-07T21:44:17.569" v="6865" actId="478"/>
        <pc:sldMkLst>
          <pc:docMk/>
          <pc:sldMk cId="2547652048" sldId="2147482050"/>
        </pc:sldMkLst>
        <pc:spChg chg="mod ord">
          <ac:chgData name="Yuan, Linshan   [JRDUS]" userId="427c2fa2-44a5-489d-bd8e-0185ced21997" providerId="ADAL" clId="{C68822F3-9440-4472-8E0A-970EDBC895D6}" dt="2025-10-07T19:41:50.309" v="5512" actId="700"/>
          <ac:spMkLst>
            <pc:docMk/>
            <pc:sldMk cId="2547652048" sldId="2147482050"/>
            <ac:spMk id="6" creationId="{E84785BC-71D2-2F2B-9A5F-7530E635D0B3}"/>
          </ac:spMkLst>
        </pc:spChg>
        <pc:spChg chg="add mod ord">
          <ac:chgData name="Yuan, Linshan   [JRDUS]" userId="427c2fa2-44a5-489d-bd8e-0185ced21997" providerId="ADAL" clId="{C68822F3-9440-4472-8E0A-970EDBC895D6}" dt="2025-10-07T19:42:12.173" v="5517"/>
          <ac:spMkLst>
            <pc:docMk/>
            <pc:sldMk cId="2547652048" sldId="2147482050"/>
            <ac:spMk id="8" creationId="{FCF2DD4F-0F87-3EE8-E7E3-24DA8E632016}"/>
          </ac:spMkLst>
        </pc:spChg>
        <pc:spChg chg="add mod">
          <ac:chgData name="Yuan, Linshan   [JRDUS]" userId="427c2fa2-44a5-489d-bd8e-0185ced21997" providerId="ADAL" clId="{C68822F3-9440-4472-8E0A-970EDBC895D6}" dt="2025-10-07T19:45:05.762" v="5545" actId="1076"/>
          <ac:spMkLst>
            <pc:docMk/>
            <pc:sldMk cId="2547652048" sldId="2147482050"/>
            <ac:spMk id="10" creationId="{614BFB97-3AE7-B3C1-6ED8-3C8D844BC4B9}"/>
          </ac:spMkLst>
        </pc:spChg>
        <pc:spChg chg="add mod">
          <ac:chgData name="Yuan, Linshan   [JRDUS]" userId="427c2fa2-44a5-489d-bd8e-0185ced21997" providerId="ADAL" clId="{C68822F3-9440-4472-8E0A-970EDBC895D6}" dt="2025-10-07T19:44:55.192" v="5543" actId="1076"/>
          <ac:spMkLst>
            <pc:docMk/>
            <pc:sldMk cId="2547652048" sldId="2147482050"/>
            <ac:spMk id="15" creationId="{51235972-11D1-C0B3-8C37-02273512A8E4}"/>
          </ac:spMkLst>
        </pc:spChg>
        <pc:spChg chg="add mod">
          <ac:chgData name="Yuan, Linshan   [JRDUS]" userId="427c2fa2-44a5-489d-bd8e-0185ced21997" providerId="ADAL" clId="{C68822F3-9440-4472-8E0A-970EDBC895D6}" dt="2025-10-07T19:44:40.599" v="5540" actId="1076"/>
          <ac:spMkLst>
            <pc:docMk/>
            <pc:sldMk cId="2547652048" sldId="2147482050"/>
            <ac:spMk id="16" creationId="{320D3A9B-6A36-6FD8-7C8B-3776C76E5516}"/>
          </ac:spMkLst>
        </pc:spChg>
        <pc:picChg chg="add mod">
          <ac:chgData name="Yuan, Linshan   [JRDUS]" userId="427c2fa2-44a5-489d-bd8e-0185ced21997" providerId="ADAL" clId="{C68822F3-9440-4472-8E0A-970EDBC895D6}" dt="2025-10-07T19:43:39.545" v="5531" actId="1076"/>
          <ac:picMkLst>
            <pc:docMk/>
            <pc:sldMk cId="2547652048" sldId="2147482050"/>
            <ac:picMk id="14" creationId="{C87C76A3-9041-EEC9-8677-975F356CAFDA}"/>
          </ac:picMkLst>
        </pc:picChg>
        <pc:picChg chg="add mod">
          <ac:chgData name="Yuan, Linshan   [JRDUS]" userId="427c2fa2-44a5-489d-bd8e-0185ced21997" providerId="ADAL" clId="{C68822F3-9440-4472-8E0A-970EDBC895D6}" dt="2025-10-07T21:44:08.636" v="6862" actId="1076"/>
          <ac:picMkLst>
            <pc:docMk/>
            <pc:sldMk cId="2547652048" sldId="2147482050"/>
            <ac:picMk id="24" creationId="{81FE984C-E91F-53A4-E7A6-CFDA8B64916D}"/>
          </ac:picMkLst>
        </pc:picChg>
      </pc:sldChg>
      <pc:sldChg chg="addSp delSp modSp new mod ord modClrScheme chgLayout">
        <pc:chgData name="Yuan, Linshan   [JRDUS]" userId="427c2fa2-44a5-489d-bd8e-0185ced21997" providerId="ADAL" clId="{C68822F3-9440-4472-8E0A-970EDBC895D6}" dt="2025-10-14T11:40:32.108" v="7261" actId="478"/>
        <pc:sldMkLst>
          <pc:docMk/>
          <pc:sldMk cId="2885036892" sldId="2147482051"/>
        </pc:sldMkLst>
        <pc:spChg chg="add mod ord">
          <ac:chgData name="Yuan, Linshan   [JRDUS]" userId="427c2fa2-44a5-489d-bd8e-0185ced21997" providerId="ADAL" clId="{C68822F3-9440-4472-8E0A-970EDBC895D6}" dt="2025-10-07T19:58:00.315" v="5887" actId="14100"/>
          <ac:spMkLst>
            <pc:docMk/>
            <pc:sldMk cId="2885036892" sldId="2147482051"/>
            <ac:spMk id="7" creationId="{4B9125AB-06D5-2BC3-D9A8-503B3FE45EC7}"/>
          </ac:spMkLst>
        </pc:spChg>
        <pc:spChg chg="add mod ord">
          <ac:chgData name="Yuan, Linshan   [JRDUS]" userId="427c2fa2-44a5-489d-bd8e-0185ced21997" providerId="ADAL" clId="{C68822F3-9440-4472-8E0A-970EDBC895D6}" dt="2025-10-08T17:01:03.734" v="7145" actId="20577"/>
          <ac:spMkLst>
            <pc:docMk/>
            <pc:sldMk cId="2885036892" sldId="2147482051"/>
            <ac:spMk id="8" creationId="{92E2871D-3DAB-2D1E-12E5-E64ABC3ED9A8}"/>
          </ac:spMkLst>
        </pc:spChg>
        <pc:spChg chg="add mod">
          <ac:chgData name="Yuan, Linshan   [JRDUS]" userId="427c2fa2-44a5-489d-bd8e-0185ced21997" providerId="ADAL" clId="{C68822F3-9440-4472-8E0A-970EDBC895D6}" dt="2025-10-07T20:33:57.535" v="6182"/>
          <ac:spMkLst>
            <pc:docMk/>
            <pc:sldMk cId="2885036892" sldId="2147482051"/>
            <ac:spMk id="9" creationId="{D43F4761-BF8A-B1B7-AA09-ED68AAA606B5}"/>
          </ac:spMkLst>
        </pc:spChg>
      </pc:sldChg>
      <pc:sldChg chg="addSp delSp modSp add mod ord">
        <pc:chgData name="Yuan, Linshan   [JRDUS]" userId="427c2fa2-44a5-489d-bd8e-0185ced21997" providerId="ADAL" clId="{C68822F3-9440-4472-8E0A-970EDBC895D6}" dt="2025-10-17T18:43:41.874" v="7708" actId="166"/>
        <pc:sldMkLst>
          <pc:docMk/>
          <pc:sldMk cId="2540990098" sldId="2147482052"/>
        </pc:sldMkLst>
        <pc:spChg chg="add mod">
          <ac:chgData name="Yuan, Linshan   [JRDUS]" userId="427c2fa2-44a5-489d-bd8e-0185ced21997" providerId="ADAL" clId="{C68822F3-9440-4472-8E0A-970EDBC895D6}" dt="2025-10-07T20:34:10.879" v="6185"/>
          <ac:spMkLst>
            <pc:docMk/>
            <pc:sldMk cId="2540990098" sldId="2147482052"/>
            <ac:spMk id="2" creationId="{93378BC6-06B8-C53C-FF11-79CA7C924D26}"/>
          </ac:spMkLst>
        </pc:spChg>
        <pc:spChg chg="add mod">
          <ac:chgData name="Yuan, Linshan   [JRDUS]" userId="427c2fa2-44a5-489d-bd8e-0185ced21997" providerId="ADAL" clId="{C68822F3-9440-4472-8E0A-970EDBC895D6}" dt="2025-10-17T15:38:32.288" v="7628" actId="1076"/>
          <ac:spMkLst>
            <pc:docMk/>
            <pc:sldMk cId="2540990098" sldId="2147482052"/>
            <ac:spMk id="3" creationId="{B2CB491F-1EBF-1AC8-A0FF-70A7D1D7E03F}"/>
          </ac:spMkLst>
        </pc:spChg>
        <pc:spChg chg="mod ord">
          <ac:chgData name="Yuan, Linshan   [JRDUS]" userId="427c2fa2-44a5-489d-bd8e-0185ced21997" providerId="ADAL" clId="{C68822F3-9440-4472-8E0A-970EDBC895D6}" dt="2025-10-17T18:43:41.874" v="7708" actId="166"/>
          <ac:spMkLst>
            <pc:docMk/>
            <pc:sldMk cId="2540990098" sldId="2147482052"/>
            <ac:spMk id="4" creationId="{3B5F36E6-8F75-2A88-9E2A-125746EF1009}"/>
          </ac:spMkLst>
        </pc:spChg>
        <pc:spChg chg="mod">
          <ac:chgData name="Yuan, Linshan   [JRDUS]" userId="427c2fa2-44a5-489d-bd8e-0185ced21997" providerId="ADAL" clId="{C68822F3-9440-4472-8E0A-970EDBC895D6}" dt="2025-10-17T02:04:53.628" v="7550" actId="14100"/>
          <ac:spMkLst>
            <pc:docMk/>
            <pc:sldMk cId="2540990098" sldId="2147482052"/>
            <ac:spMk id="7" creationId="{16B8F591-75AA-5FF3-54D9-F6F86917B91B}"/>
          </ac:spMkLst>
        </pc:spChg>
        <pc:spChg chg="add mod">
          <ac:chgData name="Yuan, Linshan   [JRDUS]" userId="427c2fa2-44a5-489d-bd8e-0185ced21997" providerId="ADAL" clId="{C68822F3-9440-4472-8E0A-970EDBC895D6}" dt="2025-10-17T18:41:48.053" v="7701" actId="1076"/>
          <ac:spMkLst>
            <pc:docMk/>
            <pc:sldMk cId="2540990098" sldId="2147482052"/>
            <ac:spMk id="16" creationId="{831DF451-B39D-ECF7-CE68-B33FAB681CD4}"/>
          </ac:spMkLst>
        </pc:spChg>
        <pc:spChg chg="add mod">
          <ac:chgData name="Yuan, Linshan   [JRDUS]" userId="427c2fa2-44a5-489d-bd8e-0185ced21997" providerId="ADAL" clId="{C68822F3-9440-4472-8E0A-970EDBC895D6}" dt="2025-10-17T17:24:48.884" v="7670" actId="255"/>
          <ac:spMkLst>
            <pc:docMk/>
            <pc:sldMk cId="2540990098" sldId="2147482052"/>
            <ac:spMk id="20" creationId="{811A14B8-241B-D5A4-0752-C0B69BDC4A12}"/>
          </ac:spMkLst>
        </pc:spChg>
        <pc:picChg chg="add mod">
          <ac:chgData name="Yuan, Linshan   [JRDUS]" userId="427c2fa2-44a5-489d-bd8e-0185ced21997" providerId="ADAL" clId="{C68822F3-9440-4472-8E0A-970EDBC895D6}" dt="2025-10-17T15:38:26.636" v="7627" actId="14100"/>
          <ac:picMkLst>
            <pc:docMk/>
            <pc:sldMk cId="2540990098" sldId="2147482052"/>
            <ac:picMk id="5" creationId="{F94648A6-A4D4-EE46-6140-CC859D56F77E}"/>
          </ac:picMkLst>
        </pc:picChg>
        <pc:picChg chg="add mod ord">
          <ac:chgData name="Yuan, Linshan   [JRDUS]" userId="427c2fa2-44a5-489d-bd8e-0185ced21997" providerId="ADAL" clId="{C68822F3-9440-4472-8E0A-970EDBC895D6}" dt="2025-10-17T15:38:19.197" v="7625" actId="14100"/>
          <ac:picMkLst>
            <pc:docMk/>
            <pc:sldMk cId="2540990098" sldId="2147482052"/>
            <ac:picMk id="8" creationId="{0BBDAA7F-3D2B-29BE-3672-0B52F9B3995B}"/>
          </ac:picMkLst>
        </pc:picChg>
        <pc:picChg chg="add mod">
          <ac:chgData name="Yuan, Linshan   [JRDUS]" userId="427c2fa2-44a5-489d-bd8e-0185ced21997" providerId="ADAL" clId="{C68822F3-9440-4472-8E0A-970EDBC895D6}" dt="2025-10-17T15:38:22.340" v="7626" actId="14100"/>
          <ac:picMkLst>
            <pc:docMk/>
            <pc:sldMk cId="2540990098" sldId="2147482052"/>
            <ac:picMk id="10" creationId="{C59DCB95-BB67-37AD-8689-31757AD4DF02}"/>
          </ac:picMkLst>
        </pc:picChg>
        <pc:picChg chg="add mod">
          <ac:chgData name="Yuan, Linshan   [JRDUS]" userId="427c2fa2-44a5-489d-bd8e-0185ced21997" providerId="ADAL" clId="{C68822F3-9440-4472-8E0A-970EDBC895D6}" dt="2025-10-17T18:40:47.520" v="7697" actId="1076"/>
          <ac:picMkLst>
            <pc:docMk/>
            <pc:sldMk cId="2540990098" sldId="2147482052"/>
            <ac:picMk id="15" creationId="{3D3FCA3F-8688-EB53-8DCA-526F14FBB51F}"/>
          </ac:picMkLst>
        </pc:picChg>
        <pc:cxnChg chg="add mod">
          <ac:chgData name="Yuan, Linshan   [JRDUS]" userId="427c2fa2-44a5-489d-bd8e-0185ced21997" providerId="ADAL" clId="{C68822F3-9440-4472-8E0A-970EDBC895D6}" dt="2025-10-17T15:39:13.676" v="7635" actId="1076"/>
          <ac:cxnSpMkLst>
            <pc:docMk/>
            <pc:sldMk cId="2540990098" sldId="2147482052"/>
            <ac:cxnSpMk id="6" creationId="{8E61CF6B-9002-87AD-E5DD-7A5C452EE689}"/>
          </ac:cxnSpMkLst>
        </pc:cxnChg>
      </pc:sldChg>
      <pc:sldChg chg="addSp delSp modSp add mod ord">
        <pc:chgData name="Yuan, Linshan   [JRDUS]" userId="427c2fa2-44a5-489d-bd8e-0185ced21997" providerId="ADAL" clId="{C68822F3-9440-4472-8E0A-970EDBC895D6}" dt="2025-10-07T20:34:20.463" v="6187"/>
        <pc:sldMkLst>
          <pc:docMk/>
          <pc:sldMk cId="1369681586" sldId="2147482053"/>
        </pc:sldMkLst>
        <pc:spChg chg="add mod">
          <ac:chgData name="Yuan, Linshan   [JRDUS]" userId="427c2fa2-44a5-489d-bd8e-0185ced21997" providerId="ADAL" clId="{C68822F3-9440-4472-8E0A-970EDBC895D6}" dt="2025-10-07T20:03:02.997" v="5927"/>
          <ac:spMkLst>
            <pc:docMk/>
            <pc:sldMk cId="1369681586" sldId="2147482053"/>
            <ac:spMk id="2" creationId="{A7F72447-F337-B359-79CF-C18E4AF8CE69}"/>
          </ac:spMkLst>
        </pc:spChg>
        <pc:spChg chg="add mod">
          <ac:chgData name="Yuan, Linshan   [JRDUS]" userId="427c2fa2-44a5-489d-bd8e-0185ced21997" providerId="ADAL" clId="{C68822F3-9440-4472-8E0A-970EDBC895D6}" dt="2025-10-07T20:03:02.997" v="5927"/>
          <ac:spMkLst>
            <pc:docMk/>
            <pc:sldMk cId="1369681586" sldId="2147482053"/>
            <ac:spMk id="3" creationId="{1F5D2CC6-5030-ACF1-EC0F-E57D7BACA7BB}"/>
          </ac:spMkLst>
        </pc:spChg>
        <pc:spChg chg="add mod">
          <ac:chgData name="Yuan, Linshan   [JRDUS]" userId="427c2fa2-44a5-489d-bd8e-0185ced21997" providerId="ADAL" clId="{C68822F3-9440-4472-8E0A-970EDBC895D6}" dt="2025-10-07T20:03:02.997" v="5927"/>
          <ac:spMkLst>
            <pc:docMk/>
            <pc:sldMk cId="1369681586" sldId="2147482053"/>
            <ac:spMk id="4" creationId="{D3415A4D-8FDF-8E04-D421-79AD5BFC8527}"/>
          </ac:spMkLst>
        </pc:spChg>
        <pc:spChg chg="add mod">
          <ac:chgData name="Yuan, Linshan   [JRDUS]" userId="427c2fa2-44a5-489d-bd8e-0185ced21997" providerId="ADAL" clId="{C68822F3-9440-4472-8E0A-970EDBC895D6}" dt="2025-10-07T20:03:02.997" v="5927"/>
          <ac:spMkLst>
            <pc:docMk/>
            <pc:sldMk cId="1369681586" sldId="2147482053"/>
            <ac:spMk id="5" creationId="{C24C4A21-D3B9-51DC-79E2-756FAD20A3E6}"/>
          </ac:spMkLst>
        </pc:spChg>
        <pc:spChg chg="add mod">
          <ac:chgData name="Yuan, Linshan   [JRDUS]" userId="427c2fa2-44a5-489d-bd8e-0185ced21997" providerId="ADAL" clId="{C68822F3-9440-4472-8E0A-970EDBC895D6}" dt="2025-10-07T20:03:20.672" v="5930" actId="207"/>
          <ac:spMkLst>
            <pc:docMk/>
            <pc:sldMk cId="1369681586" sldId="2147482053"/>
            <ac:spMk id="6" creationId="{5D26D291-2EFB-D40F-8DED-5B0F4C5E461C}"/>
          </ac:spMkLst>
        </pc:spChg>
        <pc:spChg chg="mod">
          <ac:chgData name="Yuan, Linshan   [JRDUS]" userId="427c2fa2-44a5-489d-bd8e-0185ced21997" providerId="ADAL" clId="{C68822F3-9440-4472-8E0A-970EDBC895D6}" dt="2025-10-07T20:02:36.407" v="5926" actId="1076"/>
          <ac:spMkLst>
            <pc:docMk/>
            <pc:sldMk cId="1369681586" sldId="2147482053"/>
            <ac:spMk id="7" creationId="{892B6923-988B-5B92-9A1D-B603E2B23633}"/>
          </ac:spMkLst>
        </pc:spChg>
        <pc:spChg chg="add mod">
          <ac:chgData name="Yuan, Linshan   [JRDUS]" userId="427c2fa2-44a5-489d-bd8e-0185ced21997" providerId="ADAL" clId="{C68822F3-9440-4472-8E0A-970EDBC895D6}" dt="2025-10-07T20:34:20.463" v="6187"/>
          <ac:spMkLst>
            <pc:docMk/>
            <pc:sldMk cId="1369681586" sldId="2147482053"/>
            <ac:spMk id="9" creationId="{13898BBF-4417-7BA6-E9F1-CC7DED68245B}"/>
          </ac:spMkLst>
        </pc:spChg>
      </pc:sldChg>
      <pc:sldChg chg="addSp delSp modSp add del mod ord modShow">
        <pc:chgData name="Yuan, Linshan   [JRDUS]" userId="427c2fa2-44a5-489d-bd8e-0185ced21997" providerId="ADAL" clId="{C68822F3-9440-4472-8E0A-970EDBC895D6}" dt="2025-10-20T14:53:30.757" v="8873" actId="47"/>
        <pc:sldMkLst>
          <pc:docMk/>
          <pc:sldMk cId="3726995642" sldId="2147482054"/>
        </pc:sldMkLst>
      </pc:sldChg>
      <pc:sldChg chg="addSp delSp modSp add mod ord">
        <pc:chgData name="Yuan, Linshan   [JRDUS]" userId="427c2fa2-44a5-489d-bd8e-0185ced21997" providerId="ADAL" clId="{C68822F3-9440-4472-8E0A-970EDBC895D6}" dt="2025-10-07T20:34:28.534" v="6190"/>
        <pc:sldMkLst>
          <pc:docMk/>
          <pc:sldMk cId="3086389637" sldId="2147482055"/>
        </pc:sldMkLst>
        <pc:spChg chg="mod">
          <ac:chgData name="Yuan, Linshan   [JRDUS]" userId="427c2fa2-44a5-489d-bd8e-0185ced21997" providerId="ADAL" clId="{C68822F3-9440-4472-8E0A-970EDBC895D6}" dt="2025-10-07T20:09:57.724" v="5963" actId="2711"/>
          <ac:spMkLst>
            <pc:docMk/>
            <pc:sldMk cId="3086389637" sldId="2147482055"/>
            <ac:spMk id="7" creationId="{899B83D3-7C4F-465E-D31B-E36B6AC8A562}"/>
          </ac:spMkLst>
        </pc:spChg>
        <pc:spChg chg="add mod">
          <ac:chgData name="Yuan, Linshan   [JRDUS]" userId="427c2fa2-44a5-489d-bd8e-0185ced21997" providerId="ADAL" clId="{C68822F3-9440-4472-8E0A-970EDBC895D6}" dt="2025-10-07T20:34:28.534" v="6190"/>
          <ac:spMkLst>
            <pc:docMk/>
            <pc:sldMk cId="3086389637" sldId="2147482055"/>
            <ac:spMk id="9" creationId="{B63EED40-0C7A-FEBB-B73A-12C6CFC3A4C1}"/>
          </ac:spMkLst>
        </pc:spChg>
        <pc:graphicFrameChg chg="add mod modGraphic">
          <ac:chgData name="Yuan, Linshan   [JRDUS]" userId="427c2fa2-44a5-489d-bd8e-0185ced21997" providerId="ADAL" clId="{C68822F3-9440-4472-8E0A-970EDBC895D6}" dt="2025-10-07T20:09:22.179" v="5958" actId="1076"/>
          <ac:graphicFrameMkLst>
            <pc:docMk/>
            <pc:sldMk cId="3086389637" sldId="2147482055"/>
            <ac:graphicFrameMk id="6" creationId="{5E3C1A94-4BB1-218C-FFFB-BBD87D135A87}"/>
          </ac:graphicFrameMkLst>
        </pc:graphicFrameChg>
      </pc:sldChg>
      <pc:sldChg chg="addSp delSp modSp add mod ord">
        <pc:chgData name="Yuan, Linshan   [JRDUS]" userId="427c2fa2-44a5-489d-bd8e-0185ced21997" providerId="ADAL" clId="{C68822F3-9440-4472-8E0A-970EDBC895D6}" dt="2025-10-07T20:34:30.813" v="6191"/>
        <pc:sldMkLst>
          <pc:docMk/>
          <pc:sldMk cId="1168911411" sldId="2147482056"/>
        </pc:sldMkLst>
        <pc:spChg chg="add mod">
          <ac:chgData name="Yuan, Linshan   [JRDUS]" userId="427c2fa2-44a5-489d-bd8e-0185ced21997" providerId="ADAL" clId="{C68822F3-9440-4472-8E0A-970EDBC895D6}" dt="2025-10-07T20:34:30.813" v="6191"/>
          <ac:spMkLst>
            <pc:docMk/>
            <pc:sldMk cId="1168911411" sldId="2147482056"/>
            <ac:spMk id="3" creationId="{6605A4DC-4A42-2311-49EB-26319F465480}"/>
          </ac:spMkLst>
        </pc:spChg>
        <pc:spChg chg="mod">
          <ac:chgData name="Yuan, Linshan   [JRDUS]" userId="427c2fa2-44a5-489d-bd8e-0185ced21997" providerId="ADAL" clId="{C68822F3-9440-4472-8E0A-970EDBC895D6}" dt="2025-10-07T20:10:55.141" v="5977" actId="1076"/>
          <ac:spMkLst>
            <pc:docMk/>
            <pc:sldMk cId="1168911411" sldId="2147482056"/>
            <ac:spMk id="7" creationId="{5092010F-4897-737B-DF51-7118B163B731}"/>
          </ac:spMkLst>
        </pc:spChg>
        <pc:picChg chg="add mod">
          <ac:chgData name="Yuan, Linshan   [JRDUS]" userId="427c2fa2-44a5-489d-bd8e-0185ced21997" providerId="ADAL" clId="{C68822F3-9440-4472-8E0A-970EDBC895D6}" dt="2025-10-07T20:10:45.967" v="5975" actId="1076"/>
          <ac:picMkLst>
            <pc:docMk/>
            <pc:sldMk cId="1168911411" sldId="2147482056"/>
            <ac:picMk id="2" creationId="{9EF30C61-F990-A0DA-64F6-4EDC6B4DE23C}"/>
          </ac:picMkLst>
        </pc:picChg>
      </pc:sldChg>
      <pc:sldChg chg="addSp modSp add mod ord">
        <pc:chgData name="Yuan, Linshan   [JRDUS]" userId="427c2fa2-44a5-489d-bd8e-0185ced21997" providerId="ADAL" clId="{C68822F3-9440-4472-8E0A-970EDBC895D6}" dt="2025-10-07T20:34:34.423" v="6192"/>
        <pc:sldMkLst>
          <pc:docMk/>
          <pc:sldMk cId="654396522" sldId="2147482057"/>
        </pc:sldMkLst>
        <pc:spChg chg="add mod">
          <ac:chgData name="Yuan, Linshan   [JRDUS]" userId="427c2fa2-44a5-489d-bd8e-0185ced21997" providerId="ADAL" clId="{C68822F3-9440-4472-8E0A-970EDBC895D6}" dt="2025-10-07T20:34:34.423" v="6192"/>
          <ac:spMkLst>
            <pc:docMk/>
            <pc:sldMk cId="654396522" sldId="2147482057"/>
            <ac:spMk id="2" creationId="{CDB6B888-1096-53EC-EC46-3B04DA58B50D}"/>
          </ac:spMkLst>
        </pc:spChg>
        <pc:spChg chg="mod">
          <ac:chgData name="Yuan, Linshan   [JRDUS]" userId="427c2fa2-44a5-489d-bd8e-0185ced21997" providerId="ADAL" clId="{C68822F3-9440-4472-8E0A-970EDBC895D6}" dt="2025-10-07T20:13:44.498" v="5991" actId="1076"/>
          <ac:spMkLst>
            <pc:docMk/>
            <pc:sldMk cId="654396522" sldId="2147482057"/>
            <ac:spMk id="7" creationId="{CA11ED47-CC19-2118-AD95-21A91D838F59}"/>
          </ac:spMkLst>
        </pc:spChg>
        <pc:spChg chg="mod">
          <ac:chgData name="Yuan, Linshan   [JRDUS]" userId="427c2fa2-44a5-489d-bd8e-0185ced21997" providerId="ADAL" clId="{C68822F3-9440-4472-8E0A-970EDBC895D6}" dt="2025-10-07T20:14:48.850" v="6005" actId="1076"/>
          <ac:spMkLst>
            <pc:docMk/>
            <pc:sldMk cId="654396522" sldId="2147482057"/>
            <ac:spMk id="8" creationId="{F73E1717-E821-CEB3-8139-9B4D3562B7A9}"/>
          </ac:spMkLst>
        </pc:spChg>
      </pc:sldChg>
      <pc:sldChg chg="addSp modSp add mod ord">
        <pc:chgData name="Yuan, Linshan   [JRDUS]" userId="427c2fa2-44a5-489d-bd8e-0185ced21997" providerId="ADAL" clId="{C68822F3-9440-4472-8E0A-970EDBC895D6}" dt="2025-10-07T20:34:38.580" v="6194"/>
        <pc:sldMkLst>
          <pc:docMk/>
          <pc:sldMk cId="1225556132" sldId="2147482058"/>
        </pc:sldMkLst>
        <pc:spChg chg="add mod">
          <ac:chgData name="Yuan, Linshan   [JRDUS]" userId="427c2fa2-44a5-489d-bd8e-0185ced21997" providerId="ADAL" clId="{C68822F3-9440-4472-8E0A-970EDBC895D6}" dt="2025-10-07T20:34:38.580" v="6194"/>
          <ac:spMkLst>
            <pc:docMk/>
            <pc:sldMk cId="1225556132" sldId="2147482058"/>
            <ac:spMk id="2" creationId="{AD3B9B45-166C-86ED-9070-F0DA555C53D0}"/>
          </ac:spMkLst>
        </pc:spChg>
        <pc:spChg chg="mod">
          <ac:chgData name="Yuan, Linshan   [JRDUS]" userId="427c2fa2-44a5-489d-bd8e-0185ced21997" providerId="ADAL" clId="{C68822F3-9440-4472-8E0A-970EDBC895D6}" dt="2025-10-07T20:17:57.889" v="6050" actId="1076"/>
          <ac:spMkLst>
            <pc:docMk/>
            <pc:sldMk cId="1225556132" sldId="2147482058"/>
            <ac:spMk id="7" creationId="{0D8A392B-E1D0-C87C-EAFD-FE2218E069B3}"/>
          </ac:spMkLst>
        </pc:spChg>
        <pc:spChg chg="mod">
          <ac:chgData name="Yuan, Linshan   [JRDUS]" userId="427c2fa2-44a5-489d-bd8e-0185ced21997" providerId="ADAL" clId="{C68822F3-9440-4472-8E0A-970EDBC895D6}" dt="2025-10-07T20:18:12.228" v="6053"/>
          <ac:spMkLst>
            <pc:docMk/>
            <pc:sldMk cId="1225556132" sldId="2147482058"/>
            <ac:spMk id="8" creationId="{806306B6-5E2B-1C5E-3A00-3592A5AD8B89}"/>
          </ac:spMkLst>
        </pc:spChg>
      </pc:sldChg>
      <pc:sldChg chg="addSp modSp add mod ord">
        <pc:chgData name="Yuan, Linshan   [JRDUS]" userId="427c2fa2-44a5-489d-bd8e-0185ced21997" providerId="ADAL" clId="{C68822F3-9440-4472-8E0A-970EDBC895D6}" dt="2025-10-08T16:59:49.047" v="7140" actId="313"/>
        <pc:sldMkLst>
          <pc:docMk/>
          <pc:sldMk cId="2612945920" sldId="2147482059"/>
        </pc:sldMkLst>
        <pc:spChg chg="add mod">
          <ac:chgData name="Yuan, Linshan   [JRDUS]" userId="427c2fa2-44a5-489d-bd8e-0185ced21997" providerId="ADAL" clId="{C68822F3-9440-4472-8E0A-970EDBC895D6}" dt="2025-10-07T20:34:36.421" v="6193"/>
          <ac:spMkLst>
            <pc:docMk/>
            <pc:sldMk cId="2612945920" sldId="2147482059"/>
            <ac:spMk id="2" creationId="{72CAE6B8-B747-14BC-D5F7-3B974DF6AD56}"/>
          </ac:spMkLst>
        </pc:spChg>
        <pc:spChg chg="mod">
          <ac:chgData name="Yuan, Linshan   [JRDUS]" userId="427c2fa2-44a5-489d-bd8e-0185ced21997" providerId="ADAL" clId="{C68822F3-9440-4472-8E0A-970EDBC895D6}" dt="2025-10-07T20:15:19.402" v="6010" actId="1076"/>
          <ac:spMkLst>
            <pc:docMk/>
            <pc:sldMk cId="2612945920" sldId="2147482059"/>
            <ac:spMk id="7" creationId="{00DA5482-DCAD-0BA9-72A1-5D0ECD0AD36B}"/>
          </ac:spMkLst>
        </pc:spChg>
        <pc:spChg chg="mod">
          <ac:chgData name="Yuan, Linshan   [JRDUS]" userId="427c2fa2-44a5-489d-bd8e-0185ced21997" providerId="ADAL" clId="{C68822F3-9440-4472-8E0A-970EDBC895D6}" dt="2025-10-08T16:59:49.047" v="7140" actId="313"/>
          <ac:spMkLst>
            <pc:docMk/>
            <pc:sldMk cId="2612945920" sldId="2147482059"/>
            <ac:spMk id="8" creationId="{C531622D-0AEF-AE50-BAC8-FD23CDCCC166}"/>
          </ac:spMkLst>
        </pc:spChg>
      </pc:sldChg>
      <pc:sldChg chg="addSp delSp modSp add mod ord">
        <pc:chgData name="Yuan, Linshan   [JRDUS]" userId="427c2fa2-44a5-489d-bd8e-0185ced21997" providerId="ADAL" clId="{C68822F3-9440-4472-8E0A-970EDBC895D6}" dt="2025-10-07T20:34:40.707" v="6195"/>
        <pc:sldMkLst>
          <pc:docMk/>
          <pc:sldMk cId="3634556697" sldId="2147482060"/>
        </pc:sldMkLst>
        <pc:spChg chg="add mod">
          <ac:chgData name="Yuan, Linshan   [JRDUS]" userId="427c2fa2-44a5-489d-bd8e-0185ced21997" providerId="ADAL" clId="{C68822F3-9440-4472-8E0A-970EDBC895D6}" dt="2025-10-07T20:34:40.707" v="6195"/>
          <ac:spMkLst>
            <pc:docMk/>
            <pc:sldMk cId="3634556697" sldId="2147482060"/>
            <ac:spMk id="4" creationId="{87A8B5F9-DE19-8A26-8D91-A67A36649074}"/>
          </ac:spMkLst>
        </pc:spChg>
        <pc:spChg chg="mod">
          <ac:chgData name="Yuan, Linshan   [JRDUS]" userId="427c2fa2-44a5-489d-bd8e-0185ced21997" providerId="ADAL" clId="{C68822F3-9440-4472-8E0A-970EDBC895D6}" dt="2025-10-07T20:18:46.485" v="6061" actId="1076"/>
          <ac:spMkLst>
            <pc:docMk/>
            <pc:sldMk cId="3634556697" sldId="2147482060"/>
            <ac:spMk id="8" creationId="{C817D043-CAB2-B28D-6C05-AF991B4B3858}"/>
          </ac:spMkLst>
        </pc:spChg>
      </pc:sldChg>
      <pc:sldChg chg="addSp delSp modSp add del mod ord modShow">
        <pc:chgData name="Yuan, Linshan   [JRDUS]" userId="427c2fa2-44a5-489d-bd8e-0185ced21997" providerId="ADAL" clId="{C68822F3-9440-4472-8E0A-970EDBC895D6}" dt="2025-10-20T14:53:30.757" v="8873" actId="47"/>
        <pc:sldMkLst>
          <pc:docMk/>
          <pc:sldMk cId="1115450564" sldId="2147482061"/>
        </pc:sldMkLst>
      </pc:sldChg>
      <pc:sldChg chg="addSp modSp add mod">
        <pc:chgData name="Yuan, Linshan   [JRDUS]" userId="427c2fa2-44a5-489d-bd8e-0185ced21997" providerId="ADAL" clId="{C68822F3-9440-4472-8E0A-970EDBC895D6}" dt="2025-10-08T17:00:37.945" v="7141" actId="1076"/>
        <pc:sldMkLst>
          <pc:docMk/>
          <pc:sldMk cId="3216867696" sldId="2147482062"/>
        </pc:sldMkLst>
        <pc:spChg chg="add mod">
          <ac:chgData name="Yuan, Linshan   [JRDUS]" userId="427c2fa2-44a5-489d-bd8e-0185ced21997" providerId="ADAL" clId="{C68822F3-9440-4472-8E0A-970EDBC895D6}" dt="2025-10-07T20:34:16.798" v="6186"/>
          <ac:spMkLst>
            <pc:docMk/>
            <pc:sldMk cId="3216867696" sldId="2147482062"/>
            <ac:spMk id="2" creationId="{E560636E-E528-069A-F3A9-A0780C99E943}"/>
          </ac:spMkLst>
        </pc:spChg>
        <pc:spChg chg="mod">
          <ac:chgData name="Yuan, Linshan   [JRDUS]" userId="427c2fa2-44a5-489d-bd8e-0185ced21997" providerId="ADAL" clId="{C68822F3-9440-4472-8E0A-970EDBC895D6}" dt="2025-10-08T17:00:37.945" v="7141" actId="1076"/>
          <ac:spMkLst>
            <pc:docMk/>
            <pc:sldMk cId="3216867696" sldId="2147482062"/>
            <ac:spMk id="7" creationId="{72D4E291-CFB5-3102-7ADE-B5650FAE4ECA}"/>
          </ac:spMkLst>
        </pc:spChg>
      </pc:sldChg>
      <pc:sldChg chg="addSp delSp modSp add mod ord">
        <pc:chgData name="Yuan, Linshan   [JRDUS]" userId="427c2fa2-44a5-489d-bd8e-0185ced21997" providerId="ADAL" clId="{C68822F3-9440-4472-8E0A-970EDBC895D6}" dt="2025-10-07T20:35:02.369" v="6198"/>
        <pc:sldMkLst>
          <pc:docMk/>
          <pc:sldMk cId="1035199202" sldId="2147482063"/>
        </pc:sldMkLst>
        <pc:spChg chg="add mod">
          <ac:chgData name="Yuan, Linshan   [JRDUS]" userId="427c2fa2-44a5-489d-bd8e-0185ced21997" providerId="ADAL" clId="{C68822F3-9440-4472-8E0A-970EDBC895D6}" dt="2025-10-07T20:30:17.374" v="6154" actId="1076"/>
          <ac:spMkLst>
            <pc:docMk/>
            <pc:sldMk cId="1035199202" sldId="2147482063"/>
            <ac:spMk id="2" creationId="{A5A72FD5-CCED-C5B5-1680-5D5D443D8981}"/>
          </ac:spMkLst>
        </pc:spChg>
        <pc:spChg chg="add mod">
          <ac:chgData name="Yuan, Linshan   [JRDUS]" userId="427c2fa2-44a5-489d-bd8e-0185ced21997" providerId="ADAL" clId="{C68822F3-9440-4472-8E0A-970EDBC895D6}" dt="2025-10-07T20:30:43.295" v="6158" actId="207"/>
          <ac:spMkLst>
            <pc:docMk/>
            <pc:sldMk cId="1035199202" sldId="2147482063"/>
            <ac:spMk id="4" creationId="{80E8FCE7-A63E-D7F2-84E3-37DB5882775A}"/>
          </ac:spMkLst>
        </pc:spChg>
        <pc:spChg chg="add mod">
          <ac:chgData name="Yuan, Linshan   [JRDUS]" userId="427c2fa2-44a5-489d-bd8e-0185ced21997" providerId="ADAL" clId="{C68822F3-9440-4472-8E0A-970EDBC895D6}" dt="2025-10-07T20:30:35.605" v="6157"/>
          <ac:spMkLst>
            <pc:docMk/>
            <pc:sldMk cId="1035199202" sldId="2147482063"/>
            <ac:spMk id="5" creationId="{8E714F93-DC89-AA29-9DC9-648A1A730C2A}"/>
          </ac:spMkLst>
        </pc:spChg>
        <pc:spChg chg="add mod">
          <ac:chgData name="Yuan, Linshan   [JRDUS]" userId="427c2fa2-44a5-489d-bd8e-0185ced21997" providerId="ADAL" clId="{C68822F3-9440-4472-8E0A-970EDBC895D6}" dt="2025-10-07T20:30:35.605" v="6157"/>
          <ac:spMkLst>
            <pc:docMk/>
            <pc:sldMk cId="1035199202" sldId="2147482063"/>
            <ac:spMk id="6" creationId="{04A398FE-0631-16A1-2E6B-BFB64BB6D370}"/>
          </ac:spMkLst>
        </pc:spChg>
        <pc:spChg chg="mod">
          <ac:chgData name="Yuan, Linshan   [JRDUS]" userId="427c2fa2-44a5-489d-bd8e-0185ced21997" providerId="ADAL" clId="{C68822F3-9440-4472-8E0A-970EDBC895D6}" dt="2025-10-07T20:30:14.487" v="6153" actId="1076"/>
          <ac:spMkLst>
            <pc:docMk/>
            <pc:sldMk cId="1035199202" sldId="2147482063"/>
            <ac:spMk id="7" creationId="{235D6601-9A0E-91DA-F22A-17E8C48C2646}"/>
          </ac:spMkLst>
        </pc:spChg>
        <pc:spChg chg="add mod">
          <ac:chgData name="Yuan, Linshan   [JRDUS]" userId="427c2fa2-44a5-489d-bd8e-0185ced21997" providerId="ADAL" clId="{C68822F3-9440-4472-8E0A-970EDBC895D6}" dt="2025-10-07T20:30:35.605" v="6157"/>
          <ac:spMkLst>
            <pc:docMk/>
            <pc:sldMk cId="1035199202" sldId="2147482063"/>
            <ac:spMk id="9" creationId="{6A3F662C-9760-37A1-77C7-BF9101FE03FC}"/>
          </ac:spMkLst>
        </pc:spChg>
        <pc:spChg chg="add mod">
          <ac:chgData name="Yuan, Linshan   [JRDUS]" userId="427c2fa2-44a5-489d-bd8e-0185ced21997" providerId="ADAL" clId="{C68822F3-9440-4472-8E0A-970EDBC895D6}" dt="2025-10-07T20:30:35.605" v="6157"/>
          <ac:spMkLst>
            <pc:docMk/>
            <pc:sldMk cId="1035199202" sldId="2147482063"/>
            <ac:spMk id="10" creationId="{ADB14DD0-26AF-E7A2-2BC5-BC29913887A0}"/>
          </ac:spMkLst>
        </pc:spChg>
        <pc:spChg chg="add mod">
          <ac:chgData name="Yuan, Linshan   [JRDUS]" userId="427c2fa2-44a5-489d-bd8e-0185ced21997" providerId="ADAL" clId="{C68822F3-9440-4472-8E0A-970EDBC895D6}" dt="2025-10-07T20:30:35.605" v="6157"/>
          <ac:spMkLst>
            <pc:docMk/>
            <pc:sldMk cId="1035199202" sldId="2147482063"/>
            <ac:spMk id="11" creationId="{168961F9-F2CF-295A-10B1-AF0D6A56FEE2}"/>
          </ac:spMkLst>
        </pc:spChg>
        <pc:spChg chg="add mod">
          <ac:chgData name="Yuan, Linshan   [JRDUS]" userId="427c2fa2-44a5-489d-bd8e-0185ced21997" providerId="ADAL" clId="{C68822F3-9440-4472-8E0A-970EDBC895D6}" dt="2025-10-07T20:30:35.605" v="6157"/>
          <ac:spMkLst>
            <pc:docMk/>
            <pc:sldMk cId="1035199202" sldId="2147482063"/>
            <ac:spMk id="12" creationId="{BE47D01D-AB09-CEF7-2688-7B6283ACF155}"/>
          </ac:spMkLst>
        </pc:spChg>
        <pc:spChg chg="add mod">
          <ac:chgData name="Yuan, Linshan   [JRDUS]" userId="427c2fa2-44a5-489d-bd8e-0185ced21997" providerId="ADAL" clId="{C68822F3-9440-4472-8E0A-970EDBC895D6}" dt="2025-10-07T20:35:02.369" v="6198"/>
          <ac:spMkLst>
            <pc:docMk/>
            <pc:sldMk cId="1035199202" sldId="2147482063"/>
            <ac:spMk id="13" creationId="{0AC75B5D-F00D-948B-A859-47AE98505ACD}"/>
          </ac:spMkLst>
        </pc:spChg>
        <pc:picChg chg="add mod">
          <ac:chgData name="Yuan, Linshan   [JRDUS]" userId="427c2fa2-44a5-489d-bd8e-0185ced21997" providerId="ADAL" clId="{C68822F3-9440-4472-8E0A-970EDBC895D6}" dt="2025-10-07T20:30:23.492" v="6155"/>
          <ac:picMkLst>
            <pc:docMk/>
            <pc:sldMk cId="1035199202" sldId="2147482063"/>
            <ac:picMk id="3" creationId="{3923ACFA-F701-5E01-9432-7990F5839926}"/>
          </ac:picMkLst>
        </pc:picChg>
      </pc:sldChg>
      <pc:sldChg chg="addSp delSp modSp add mod">
        <pc:chgData name="Yuan, Linshan   [JRDUS]" userId="427c2fa2-44a5-489d-bd8e-0185ced21997" providerId="ADAL" clId="{C68822F3-9440-4472-8E0A-970EDBC895D6}" dt="2025-10-07T21:12:24.635" v="6565" actId="1076"/>
        <pc:sldMkLst>
          <pc:docMk/>
          <pc:sldMk cId="113328686" sldId="2147482064"/>
        </pc:sldMkLst>
        <pc:spChg chg="add mod">
          <ac:chgData name="Yuan, Linshan   [JRDUS]" userId="427c2fa2-44a5-489d-bd8e-0185ced21997" providerId="ADAL" clId="{C68822F3-9440-4472-8E0A-970EDBC895D6}" dt="2025-10-07T20:28:50.030" v="6135" actId="1036"/>
          <ac:spMkLst>
            <pc:docMk/>
            <pc:sldMk cId="113328686" sldId="2147482064"/>
            <ac:spMk id="2" creationId="{C415B5E5-A44D-631A-2EF2-CE1383FD336D}"/>
          </ac:spMkLst>
        </pc:spChg>
        <pc:spChg chg="add mod">
          <ac:chgData name="Yuan, Linshan   [JRDUS]" userId="427c2fa2-44a5-489d-bd8e-0185ced21997" providerId="ADAL" clId="{C68822F3-9440-4472-8E0A-970EDBC895D6}" dt="2025-10-07T20:28:50.030" v="6135" actId="1036"/>
          <ac:spMkLst>
            <pc:docMk/>
            <pc:sldMk cId="113328686" sldId="2147482064"/>
            <ac:spMk id="3" creationId="{2E47C4E4-35FA-79EF-AF14-C5F7CEF3972D}"/>
          </ac:spMkLst>
        </pc:spChg>
        <pc:spChg chg="mod">
          <ac:chgData name="Yuan, Linshan   [JRDUS]" userId="427c2fa2-44a5-489d-bd8e-0185ced21997" providerId="ADAL" clId="{C68822F3-9440-4472-8E0A-970EDBC895D6}" dt="2025-10-07T20:28:15.521" v="6116" actId="1076"/>
          <ac:spMkLst>
            <pc:docMk/>
            <pc:sldMk cId="113328686" sldId="2147482064"/>
            <ac:spMk id="7" creationId="{D32C4D4A-512F-0B1E-4F00-66844508A69A}"/>
          </ac:spMkLst>
        </pc:spChg>
        <pc:spChg chg="mod">
          <ac:chgData name="Yuan, Linshan   [JRDUS]" userId="427c2fa2-44a5-489d-bd8e-0185ced21997" providerId="ADAL" clId="{C68822F3-9440-4472-8E0A-970EDBC895D6}" dt="2025-10-07T21:12:24.635" v="6565" actId="1076"/>
          <ac:spMkLst>
            <pc:docMk/>
            <pc:sldMk cId="113328686" sldId="2147482064"/>
            <ac:spMk id="8" creationId="{826B2E51-C8FC-124B-1A4E-E55735228F38}"/>
          </ac:spMkLst>
        </pc:spChg>
        <pc:spChg chg="add mod">
          <ac:chgData name="Yuan, Linshan   [JRDUS]" userId="427c2fa2-44a5-489d-bd8e-0185ced21997" providerId="ADAL" clId="{C68822F3-9440-4472-8E0A-970EDBC895D6}" dt="2025-10-07T21:07:01.281" v="6528" actId="20577"/>
          <ac:spMkLst>
            <pc:docMk/>
            <pc:sldMk cId="113328686" sldId="2147482064"/>
            <ac:spMk id="9" creationId="{222F59BF-91E5-F767-4DD7-ACCB4FA9B0A5}"/>
          </ac:spMkLst>
        </pc:spChg>
        <pc:picChg chg="add mod">
          <ac:chgData name="Yuan, Linshan   [JRDUS]" userId="427c2fa2-44a5-489d-bd8e-0185ced21997" providerId="ADAL" clId="{C68822F3-9440-4472-8E0A-970EDBC895D6}" dt="2025-10-07T20:29:22.673" v="6143" actId="1076"/>
          <ac:picMkLst>
            <pc:docMk/>
            <pc:sldMk cId="113328686" sldId="2147482064"/>
            <ac:picMk id="4" creationId="{EE588B05-2DF8-CF62-CA46-AC6507777D35}"/>
          </ac:picMkLst>
        </pc:picChg>
        <pc:picChg chg="add mod">
          <ac:chgData name="Yuan, Linshan   [JRDUS]" userId="427c2fa2-44a5-489d-bd8e-0185ced21997" providerId="ADAL" clId="{C68822F3-9440-4472-8E0A-970EDBC895D6}" dt="2025-10-07T20:29:20.659" v="6142" actId="1076"/>
          <ac:picMkLst>
            <pc:docMk/>
            <pc:sldMk cId="113328686" sldId="2147482064"/>
            <ac:picMk id="5" creationId="{38B42FDA-77C6-CCE6-F1DD-08B5010FBEE6}"/>
          </ac:picMkLst>
        </pc:picChg>
        <pc:picChg chg="add mod">
          <ac:chgData name="Yuan, Linshan   [JRDUS]" userId="427c2fa2-44a5-489d-bd8e-0185ced21997" providerId="ADAL" clId="{C68822F3-9440-4472-8E0A-970EDBC895D6}" dt="2025-10-07T20:28:30.563" v="6117"/>
          <ac:picMkLst>
            <pc:docMk/>
            <pc:sldMk cId="113328686" sldId="2147482064"/>
            <ac:picMk id="6" creationId="{E52EB2CB-87D9-3640-85E8-C34464DEE231}"/>
          </ac:picMkLst>
        </pc:picChg>
        <pc:picChg chg="add mod">
          <ac:chgData name="Yuan, Linshan   [JRDUS]" userId="427c2fa2-44a5-489d-bd8e-0185ced21997" providerId="ADAL" clId="{C68822F3-9440-4472-8E0A-970EDBC895D6}" dt="2025-10-07T21:11:01.222" v="6543" actId="1076"/>
          <ac:picMkLst>
            <pc:docMk/>
            <pc:sldMk cId="113328686" sldId="2147482064"/>
            <ac:picMk id="15" creationId="{D0827E8B-F2A3-4E4E-48B0-29E090B670A5}"/>
          </ac:picMkLst>
        </pc:picChg>
      </pc:sldChg>
      <pc:sldChg chg="addSp modSp add mod ord">
        <pc:chgData name="Yuan, Linshan   [JRDUS]" userId="427c2fa2-44a5-489d-bd8e-0185ced21997" providerId="ADAL" clId="{C68822F3-9440-4472-8E0A-970EDBC895D6}" dt="2025-10-07T20:33:02.731" v="6178" actId="208"/>
        <pc:sldMkLst>
          <pc:docMk/>
          <pc:sldMk cId="1123597984" sldId="2147482065"/>
        </pc:sldMkLst>
        <pc:spChg chg="add mod">
          <ac:chgData name="Yuan, Linshan   [JRDUS]" userId="427c2fa2-44a5-489d-bd8e-0185ced21997" providerId="ADAL" clId="{C68822F3-9440-4472-8E0A-970EDBC895D6}" dt="2025-10-07T20:32:33.210" v="6175" actId="207"/>
          <ac:spMkLst>
            <pc:docMk/>
            <pc:sldMk cId="1123597984" sldId="2147482065"/>
            <ac:spMk id="3" creationId="{248B40B6-B25F-9450-A6B8-66C1D8E154A4}"/>
          </ac:spMkLst>
        </pc:spChg>
        <pc:spChg chg="add mod">
          <ac:chgData name="Yuan, Linshan   [JRDUS]" userId="427c2fa2-44a5-489d-bd8e-0185ced21997" providerId="ADAL" clId="{C68822F3-9440-4472-8E0A-970EDBC895D6}" dt="2025-10-07T20:32:36.692" v="6176" actId="207"/>
          <ac:spMkLst>
            <pc:docMk/>
            <pc:sldMk cId="1123597984" sldId="2147482065"/>
            <ac:spMk id="4" creationId="{E258215B-365B-F939-537E-CC9F6AB84B77}"/>
          </ac:spMkLst>
        </pc:spChg>
        <pc:spChg chg="mod">
          <ac:chgData name="Yuan, Linshan   [JRDUS]" userId="427c2fa2-44a5-489d-bd8e-0185ced21997" providerId="ADAL" clId="{C68822F3-9440-4472-8E0A-970EDBC895D6}" dt="2025-10-07T20:31:47.666" v="6169" actId="14100"/>
          <ac:spMkLst>
            <pc:docMk/>
            <pc:sldMk cId="1123597984" sldId="2147482065"/>
            <ac:spMk id="7" creationId="{6D2AF4BA-900A-C74E-D5B1-3F057B9E257A}"/>
          </ac:spMkLst>
        </pc:spChg>
        <pc:spChg chg="mod">
          <ac:chgData name="Yuan, Linshan   [JRDUS]" userId="427c2fa2-44a5-489d-bd8e-0185ced21997" providerId="ADAL" clId="{C68822F3-9440-4472-8E0A-970EDBC895D6}" dt="2025-10-07T20:32:11.830" v="6173" actId="1076"/>
          <ac:spMkLst>
            <pc:docMk/>
            <pc:sldMk cId="1123597984" sldId="2147482065"/>
            <ac:spMk id="8" creationId="{99FB9C4C-4CCE-B9F0-D592-55C82EBFD48C}"/>
          </ac:spMkLst>
        </pc:spChg>
        <pc:picChg chg="add mod">
          <ac:chgData name="Yuan, Linshan   [JRDUS]" userId="427c2fa2-44a5-489d-bd8e-0185ced21997" providerId="ADAL" clId="{C68822F3-9440-4472-8E0A-970EDBC895D6}" dt="2025-10-07T20:32:26.434" v="6174"/>
          <ac:picMkLst>
            <pc:docMk/>
            <pc:sldMk cId="1123597984" sldId="2147482065"/>
            <ac:picMk id="2" creationId="{3361D368-E835-6748-F6E1-E3732C752172}"/>
          </ac:picMkLst>
        </pc:picChg>
        <pc:cxnChg chg="add mod">
          <ac:chgData name="Yuan, Linshan   [JRDUS]" userId="427c2fa2-44a5-489d-bd8e-0185ced21997" providerId="ADAL" clId="{C68822F3-9440-4472-8E0A-970EDBC895D6}" dt="2025-10-07T20:32:57.665" v="6177" actId="208"/>
          <ac:cxnSpMkLst>
            <pc:docMk/>
            <pc:sldMk cId="1123597984" sldId="2147482065"/>
            <ac:cxnSpMk id="5" creationId="{B2860892-F811-0AF7-5421-B51522BFC2D6}"/>
          </ac:cxnSpMkLst>
        </pc:cxnChg>
        <pc:cxnChg chg="add mod">
          <ac:chgData name="Yuan, Linshan   [JRDUS]" userId="427c2fa2-44a5-489d-bd8e-0185ced21997" providerId="ADAL" clId="{C68822F3-9440-4472-8E0A-970EDBC895D6}" dt="2025-10-07T20:33:02.731" v="6178" actId="208"/>
          <ac:cxnSpMkLst>
            <pc:docMk/>
            <pc:sldMk cId="1123597984" sldId="2147482065"/>
            <ac:cxnSpMk id="6" creationId="{27702AB4-1F19-82E3-7C56-B756480FDF93}"/>
          </ac:cxnSpMkLst>
        </pc:cxnChg>
      </pc:sldChg>
      <pc:sldChg chg="modSp add mod">
        <pc:chgData name="Yuan, Linshan   [JRDUS]" userId="427c2fa2-44a5-489d-bd8e-0185ced21997" providerId="ADAL" clId="{C68822F3-9440-4472-8E0A-970EDBC895D6}" dt="2025-10-17T02:15:51.463" v="7559" actId="1076"/>
        <pc:sldMkLst>
          <pc:docMk/>
          <pc:sldMk cId="278618373" sldId="2147482066"/>
        </pc:sldMkLst>
        <pc:spChg chg="mod">
          <ac:chgData name="Yuan, Linshan   [JRDUS]" userId="427c2fa2-44a5-489d-bd8e-0185ced21997" providerId="ADAL" clId="{C68822F3-9440-4472-8E0A-970EDBC895D6}" dt="2025-10-17T02:15:51.463" v="7559" actId="1076"/>
          <ac:spMkLst>
            <pc:docMk/>
            <pc:sldMk cId="278618373" sldId="2147482066"/>
            <ac:spMk id="10" creationId="{6C7EA8DE-255D-B6DA-CB39-9BD7FD6D470A}"/>
          </ac:spMkLst>
        </pc:spChg>
      </pc:sldChg>
      <pc:sldChg chg="addSp delSp modSp add mod ord">
        <pc:chgData name="Yuan, Linshan   [JRDUS]" userId="427c2fa2-44a5-489d-bd8e-0185ced21997" providerId="ADAL" clId="{C68822F3-9440-4472-8E0A-970EDBC895D6}" dt="2025-10-20T13:17:11.918" v="8872" actId="20577"/>
        <pc:sldMkLst>
          <pc:docMk/>
          <pc:sldMk cId="3543438486" sldId="2147482067"/>
        </pc:sldMkLst>
        <pc:spChg chg="add mod">
          <ac:chgData name="Yuan, Linshan   [JRDUS]" userId="427c2fa2-44a5-489d-bd8e-0185ced21997" providerId="ADAL" clId="{C68822F3-9440-4472-8E0A-970EDBC895D6}" dt="2025-10-20T05:18:51.425" v="8863" actId="20577"/>
          <ac:spMkLst>
            <pc:docMk/>
            <pc:sldMk cId="3543438486" sldId="2147482067"/>
            <ac:spMk id="6" creationId="{D5FC85D6-0B12-50C8-8399-A81B828572C3}"/>
          </ac:spMkLst>
        </pc:spChg>
        <pc:spChg chg="mod">
          <ac:chgData name="Yuan, Linshan   [JRDUS]" userId="427c2fa2-44a5-489d-bd8e-0185ced21997" providerId="ADAL" clId="{C68822F3-9440-4472-8E0A-970EDBC895D6}" dt="2025-10-07T21:55:50.692" v="7095" actId="20577"/>
          <ac:spMkLst>
            <pc:docMk/>
            <pc:sldMk cId="3543438486" sldId="2147482067"/>
            <ac:spMk id="7" creationId="{50C05B0A-FDA9-33AD-E5CE-4A55C0459C72}"/>
          </ac:spMkLst>
        </pc:spChg>
        <pc:spChg chg="add mod ord">
          <ac:chgData name="Yuan, Linshan   [JRDUS]" userId="427c2fa2-44a5-489d-bd8e-0185ced21997" providerId="ADAL" clId="{C68822F3-9440-4472-8E0A-970EDBC895D6}" dt="2025-10-20T03:36:17.551" v="8196" actId="1037"/>
          <ac:spMkLst>
            <pc:docMk/>
            <pc:sldMk cId="3543438486" sldId="2147482067"/>
            <ac:spMk id="8" creationId="{EDA1B8A0-E9CB-3304-9C94-15E8DAF24B0B}"/>
          </ac:spMkLst>
        </pc:spChg>
        <pc:spChg chg="add mod ord">
          <ac:chgData name="Yuan, Linshan   [JRDUS]" userId="427c2fa2-44a5-489d-bd8e-0185ced21997" providerId="ADAL" clId="{C68822F3-9440-4472-8E0A-970EDBC895D6}" dt="2025-10-20T03:35:11.732" v="8101" actId="1035"/>
          <ac:spMkLst>
            <pc:docMk/>
            <pc:sldMk cId="3543438486" sldId="2147482067"/>
            <ac:spMk id="9" creationId="{29CEAE37-97C1-60A4-60D5-E41973FE5FB1}"/>
          </ac:spMkLst>
        </pc:spChg>
        <pc:spChg chg="add mod ord">
          <ac:chgData name="Yuan, Linshan   [JRDUS]" userId="427c2fa2-44a5-489d-bd8e-0185ced21997" providerId="ADAL" clId="{C68822F3-9440-4472-8E0A-970EDBC895D6}" dt="2025-10-20T03:35:24.485" v="8114" actId="1035"/>
          <ac:spMkLst>
            <pc:docMk/>
            <pc:sldMk cId="3543438486" sldId="2147482067"/>
            <ac:spMk id="10" creationId="{2CCC06E1-C54C-7BBC-D705-B331985ADD74}"/>
          </ac:spMkLst>
        </pc:spChg>
        <pc:spChg chg="add mod ord">
          <ac:chgData name="Yuan, Linshan   [JRDUS]" userId="427c2fa2-44a5-489d-bd8e-0185ced21997" providerId="ADAL" clId="{C68822F3-9440-4472-8E0A-970EDBC895D6}" dt="2025-10-20T03:36:13.718" v="8192" actId="1038"/>
          <ac:spMkLst>
            <pc:docMk/>
            <pc:sldMk cId="3543438486" sldId="2147482067"/>
            <ac:spMk id="11" creationId="{4DD573E9-E0EB-B32D-B7C4-5693A1A0E570}"/>
          </ac:spMkLst>
        </pc:spChg>
        <pc:spChg chg="add mod ord">
          <ac:chgData name="Yuan, Linshan   [JRDUS]" userId="427c2fa2-44a5-489d-bd8e-0185ced21997" providerId="ADAL" clId="{C68822F3-9440-4472-8E0A-970EDBC895D6}" dt="2025-10-20T03:41:47.104" v="8422" actId="1036"/>
          <ac:spMkLst>
            <pc:docMk/>
            <pc:sldMk cId="3543438486" sldId="2147482067"/>
            <ac:spMk id="12" creationId="{A61AEF66-52F7-42A8-A662-FBEF75FCC7CF}"/>
          </ac:spMkLst>
        </pc:spChg>
        <pc:spChg chg="add mod">
          <ac:chgData name="Yuan, Linshan   [JRDUS]" userId="427c2fa2-44a5-489d-bd8e-0185ced21997" providerId="ADAL" clId="{C68822F3-9440-4472-8E0A-970EDBC895D6}" dt="2025-10-20T03:23:06.921" v="7978" actId="14100"/>
          <ac:spMkLst>
            <pc:docMk/>
            <pc:sldMk cId="3543438486" sldId="2147482067"/>
            <ac:spMk id="13" creationId="{C43B97FF-B845-8637-9E41-E18D675F6BBC}"/>
          </ac:spMkLst>
        </pc:spChg>
        <pc:spChg chg="add del mod">
          <ac:chgData name="Yuan, Linshan   [JRDUS]" userId="427c2fa2-44a5-489d-bd8e-0185ced21997" providerId="ADAL" clId="{C68822F3-9440-4472-8E0A-970EDBC895D6}" dt="2025-10-20T03:49:31.350" v="8642" actId="478"/>
          <ac:spMkLst>
            <pc:docMk/>
            <pc:sldMk cId="3543438486" sldId="2147482067"/>
            <ac:spMk id="14" creationId="{740C445F-F108-F8EE-45FA-414A1169BAD2}"/>
          </ac:spMkLst>
        </pc:spChg>
        <pc:spChg chg="add mod ord">
          <ac:chgData name="Yuan, Linshan   [JRDUS]" userId="427c2fa2-44a5-489d-bd8e-0185ced21997" providerId="ADAL" clId="{C68822F3-9440-4472-8E0A-970EDBC895D6}" dt="2025-10-20T03:35:14.679" v="8105" actId="1035"/>
          <ac:spMkLst>
            <pc:docMk/>
            <pc:sldMk cId="3543438486" sldId="2147482067"/>
            <ac:spMk id="15" creationId="{DA467A8C-2E72-5F2F-4D5F-95165901E874}"/>
          </ac:spMkLst>
        </pc:spChg>
        <pc:spChg chg="add mod">
          <ac:chgData name="Yuan, Linshan   [JRDUS]" userId="427c2fa2-44a5-489d-bd8e-0185ced21997" providerId="ADAL" clId="{C68822F3-9440-4472-8E0A-970EDBC895D6}" dt="2025-10-20T03:42:06.062" v="8430" actId="1036"/>
          <ac:spMkLst>
            <pc:docMk/>
            <pc:sldMk cId="3543438486" sldId="2147482067"/>
            <ac:spMk id="20" creationId="{503CE06B-B606-2DB1-E955-0BD0166B7F77}"/>
          </ac:spMkLst>
        </pc:spChg>
        <pc:spChg chg="add mod">
          <ac:chgData name="Yuan, Linshan   [JRDUS]" userId="427c2fa2-44a5-489d-bd8e-0185ced21997" providerId="ADAL" clId="{C68822F3-9440-4472-8E0A-970EDBC895D6}" dt="2025-10-20T13:17:11.918" v="8872" actId="20577"/>
          <ac:spMkLst>
            <pc:docMk/>
            <pc:sldMk cId="3543438486" sldId="2147482067"/>
            <ac:spMk id="21" creationId="{825EAB72-9C43-9D90-CA9C-257BEE6B3EEE}"/>
          </ac:spMkLst>
        </pc:spChg>
        <pc:spChg chg="add mod">
          <ac:chgData name="Yuan, Linshan   [JRDUS]" userId="427c2fa2-44a5-489d-bd8e-0185ced21997" providerId="ADAL" clId="{C68822F3-9440-4472-8E0A-970EDBC895D6}" dt="2025-10-20T03:41:56.970" v="8428" actId="1037"/>
          <ac:spMkLst>
            <pc:docMk/>
            <pc:sldMk cId="3543438486" sldId="2147482067"/>
            <ac:spMk id="22" creationId="{FB2741FE-CB14-4605-0B7E-63EB6396AEC4}"/>
          </ac:spMkLst>
        </pc:spChg>
        <pc:spChg chg="add mod">
          <ac:chgData name="Yuan, Linshan   [JRDUS]" userId="427c2fa2-44a5-489d-bd8e-0185ced21997" providerId="ADAL" clId="{C68822F3-9440-4472-8E0A-970EDBC895D6}" dt="2025-10-20T03:38:52.413" v="8313" actId="14100"/>
          <ac:spMkLst>
            <pc:docMk/>
            <pc:sldMk cId="3543438486" sldId="2147482067"/>
            <ac:spMk id="23" creationId="{4F287DA0-15FF-377A-B0A4-E27727228F7A}"/>
          </ac:spMkLst>
        </pc:spChg>
        <pc:spChg chg="add mod">
          <ac:chgData name="Yuan, Linshan   [JRDUS]" userId="427c2fa2-44a5-489d-bd8e-0185ced21997" providerId="ADAL" clId="{C68822F3-9440-4472-8E0A-970EDBC895D6}" dt="2025-10-20T03:43:25.664" v="8536" actId="14100"/>
          <ac:spMkLst>
            <pc:docMk/>
            <pc:sldMk cId="3543438486" sldId="2147482067"/>
            <ac:spMk id="24" creationId="{17ADD9BA-C7AB-620E-B4E0-6164EC8B8286}"/>
          </ac:spMkLst>
        </pc:spChg>
        <pc:spChg chg="add mod">
          <ac:chgData name="Yuan, Linshan   [JRDUS]" userId="427c2fa2-44a5-489d-bd8e-0185ced21997" providerId="ADAL" clId="{C68822F3-9440-4472-8E0A-970EDBC895D6}" dt="2025-10-20T03:44:49.015" v="8638" actId="1035"/>
          <ac:spMkLst>
            <pc:docMk/>
            <pc:sldMk cId="3543438486" sldId="2147482067"/>
            <ac:spMk id="25" creationId="{7C1D1063-9042-82AC-43FB-AD5B6A2C3BBA}"/>
          </ac:spMkLst>
        </pc:spChg>
        <pc:picChg chg="add del mod">
          <ac:chgData name="Yuan, Linshan   [JRDUS]" userId="427c2fa2-44a5-489d-bd8e-0185ced21997" providerId="ADAL" clId="{C68822F3-9440-4472-8E0A-970EDBC895D6}" dt="2025-10-20T03:29:45.198" v="8028" actId="478"/>
          <ac:picMkLst>
            <pc:docMk/>
            <pc:sldMk cId="3543438486" sldId="2147482067"/>
            <ac:picMk id="4" creationId="{90A59423-D582-35C6-DCF3-0AE0EFBFA5DF}"/>
          </ac:picMkLst>
        </pc:picChg>
        <pc:picChg chg="add del mod">
          <ac:chgData name="Yuan, Linshan   [JRDUS]" userId="427c2fa2-44a5-489d-bd8e-0185ced21997" providerId="ADAL" clId="{C68822F3-9440-4472-8E0A-970EDBC895D6}" dt="2025-10-20T03:33:40.938" v="8039" actId="478"/>
          <ac:picMkLst>
            <pc:docMk/>
            <pc:sldMk cId="3543438486" sldId="2147482067"/>
            <ac:picMk id="17" creationId="{2AFBA8D2-E64D-5DA1-9C4B-CFB469BA4849}"/>
          </ac:picMkLst>
        </pc:picChg>
        <pc:picChg chg="add mod">
          <ac:chgData name="Yuan, Linshan   [JRDUS]" userId="427c2fa2-44a5-489d-bd8e-0185ced21997" providerId="ADAL" clId="{C68822F3-9440-4472-8E0A-970EDBC895D6}" dt="2025-10-20T03:37:07.174" v="8203" actId="1076"/>
          <ac:picMkLst>
            <pc:docMk/>
            <pc:sldMk cId="3543438486" sldId="2147482067"/>
            <ac:picMk id="19" creationId="{2E8F1845-AE83-1862-EDEE-27622FE6971B}"/>
          </ac:picMkLst>
        </pc:picChg>
      </pc:sldChg>
      <pc:sldChg chg="addSp delSp modSp add mod ord modShow">
        <pc:chgData name="Yuan, Linshan   [JRDUS]" userId="427c2fa2-44a5-489d-bd8e-0185ced21997" providerId="ADAL" clId="{C68822F3-9440-4472-8E0A-970EDBC895D6}" dt="2025-10-17T18:35:04.696" v="7692" actId="1582"/>
        <pc:sldMkLst>
          <pc:docMk/>
          <pc:sldMk cId="3675828258" sldId="2147482068"/>
        </pc:sldMkLst>
        <pc:spChg chg="add mod">
          <ac:chgData name="Yuan, Linshan   [JRDUS]" userId="427c2fa2-44a5-489d-bd8e-0185ced21997" providerId="ADAL" clId="{C68822F3-9440-4472-8E0A-970EDBC895D6}" dt="2025-10-15T22:03:34.347" v="7398" actId="1035"/>
          <ac:spMkLst>
            <pc:docMk/>
            <pc:sldMk cId="3675828258" sldId="2147482068"/>
            <ac:spMk id="5" creationId="{06B32A52-ED3E-34FE-ABE2-C87B27956868}"/>
          </ac:spMkLst>
        </pc:spChg>
        <pc:spChg chg="mod">
          <ac:chgData name="Yuan, Linshan   [JRDUS]" userId="427c2fa2-44a5-489d-bd8e-0185ced21997" providerId="ADAL" clId="{C68822F3-9440-4472-8E0A-970EDBC895D6}" dt="2025-10-15T22:02:17.101" v="7354" actId="1076"/>
          <ac:spMkLst>
            <pc:docMk/>
            <pc:sldMk cId="3675828258" sldId="2147482068"/>
            <ac:spMk id="11" creationId="{CA6F95A6-768B-9E31-EEFD-64DEBF67535A}"/>
          </ac:spMkLst>
        </pc:spChg>
        <pc:spChg chg="mod">
          <ac:chgData name="Yuan, Linshan   [JRDUS]" userId="427c2fa2-44a5-489d-bd8e-0185ced21997" providerId="ADAL" clId="{C68822F3-9440-4472-8E0A-970EDBC895D6}" dt="2025-10-15T22:02:44.539" v="7359" actId="1076"/>
          <ac:spMkLst>
            <pc:docMk/>
            <pc:sldMk cId="3675828258" sldId="2147482068"/>
            <ac:spMk id="12" creationId="{020E5C8A-F1B4-6CBA-C811-40678D6F9624}"/>
          </ac:spMkLst>
        </pc:spChg>
        <pc:spChg chg="mod">
          <ac:chgData name="Yuan, Linshan   [JRDUS]" userId="427c2fa2-44a5-489d-bd8e-0185ced21997" providerId="ADAL" clId="{C68822F3-9440-4472-8E0A-970EDBC895D6}" dt="2025-10-15T22:03:39.319" v="7401" actId="1035"/>
          <ac:spMkLst>
            <pc:docMk/>
            <pc:sldMk cId="3675828258" sldId="2147482068"/>
            <ac:spMk id="13" creationId="{C8C6841B-9668-0A88-16DD-68CF19299140}"/>
          </ac:spMkLst>
        </pc:spChg>
        <pc:spChg chg="mod">
          <ac:chgData name="Yuan, Linshan   [JRDUS]" userId="427c2fa2-44a5-489d-bd8e-0185ced21997" providerId="ADAL" clId="{C68822F3-9440-4472-8E0A-970EDBC895D6}" dt="2025-10-15T22:02:22.687" v="7355" actId="1076"/>
          <ac:spMkLst>
            <pc:docMk/>
            <pc:sldMk cId="3675828258" sldId="2147482068"/>
            <ac:spMk id="14" creationId="{0D94F256-D74B-6674-15E9-56CFD30BEB9C}"/>
          </ac:spMkLst>
        </pc:spChg>
        <pc:spChg chg="mod">
          <ac:chgData name="Yuan, Linshan   [JRDUS]" userId="427c2fa2-44a5-489d-bd8e-0185ced21997" providerId="ADAL" clId="{C68822F3-9440-4472-8E0A-970EDBC895D6}" dt="2025-10-17T18:33:20.527" v="7685" actId="14100"/>
          <ac:spMkLst>
            <pc:docMk/>
            <pc:sldMk cId="3675828258" sldId="2147482068"/>
            <ac:spMk id="15" creationId="{48A91ACD-FF37-2D7F-A76C-C23EFBF48A18}"/>
          </ac:spMkLst>
        </pc:spChg>
        <pc:picChg chg="add mod">
          <ac:chgData name="Yuan, Linshan   [JRDUS]" userId="427c2fa2-44a5-489d-bd8e-0185ced21997" providerId="ADAL" clId="{C68822F3-9440-4472-8E0A-970EDBC895D6}" dt="2025-10-15T22:04:49.310" v="7405" actId="1076"/>
          <ac:picMkLst>
            <pc:docMk/>
            <pc:sldMk cId="3675828258" sldId="2147482068"/>
            <ac:picMk id="4" creationId="{A5067704-8DE3-3567-70A9-7474F79A4E32}"/>
          </ac:picMkLst>
        </pc:picChg>
        <pc:cxnChg chg="add mod">
          <ac:chgData name="Yuan, Linshan   [JRDUS]" userId="427c2fa2-44a5-489d-bd8e-0185ced21997" providerId="ADAL" clId="{C68822F3-9440-4472-8E0A-970EDBC895D6}" dt="2025-10-17T18:35:04.696" v="7692" actId="1582"/>
          <ac:cxnSpMkLst>
            <pc:docMk/>
            <pc:sldMk cId="3675828258" sldId="2147482068"/>
            <ac:cxnSpMk id="7" creationId="{76AF99CA-7E54-2225-553C-F94FBA8BC4B6}"/>
          </ac:cxnSpMkLst>
        </pc:cxnChg>
        <pc:cxnChg chg="add mod">
          <ac:chgData name="Yuan, Linshan   [JRDUS]" userId="427c2fa2-44a5-489d-bd8e-0185ced21997" providerId="ADAL" clId="{C68822F3-9440-4472-8E0A-970EDBC895D6}" dt="2025-10-15T22:16:25.223" v="7446" actId="1582"/>
          <ac:cxnSpMkLst>
            <pc:docMk/>
            <pc:sldMk cId="3675828258" sldId="2147482068"/>
            <ac:cxnSpMk id="40" creationId="{087FFE0C-D22E-5F8E-B559-6E818FACEF1E}"/>
          </ac:cxnSpMkLst>
        </pc:cxnChg>
        <pc:cxnChg chg="add mod">
          <ac:chgData name="Yuan, Linshan   [JRDUS]" userId="427c2fa2-44a5-489d-bd8e-0185ced21997" providerId="ADAL" clId="{C68822F3-9440-4472-8E0A-970EDBC895D6}" dt="2025-10-15T22:16:25.223" v="7446" actId="1582"/>
          <ac:cxnSpMkLst>
            <pc:docMk/>
            <pc:sldMk cId="3675828258" sldId="2147482068"/>
            <ac:cxnSpMk id="42" creationId="{21FDDC6A-0D3F-F98C-E4D7-D581CE9320E7}"/>
          </ac:cxnSpMkLst>
        </pc:cxnChg>
        <pc:cxnChg chg="add mod">
          <ac:chgData name="Yuan, Linshan   [JRDUS]" userId="427c2fa2-44a5-489d-bd8e-0185ced21997" providerId="ADAL" clId="{C68822F3-9440-4472-8E0A-970EDBC895D6}" dt="2025-10-15T22:16:25.223" v="7446" actId="1582"/>
          <ac:cxnSpMkLst>
            <pc:docMk/>
            <pc:sldMk cId="3675828258" sldId="2147482068"/>
            <ac:cxnSpMk id="44" creationId="{D68D5B72-CCBF-DD3E-DAC1-ABBB7D87811B}"/>
          </ac:cxnSpMkLst>
        </pc:cxnChg>
        <pc:cxnChg chg="add mod">
          <ac:chgData name="Yuan, Linshan   [JRDUS]" userId="427c2fa2-44a5-489d-bd8e-0185ced21997" providerId="ADAL" clId="{C68822F3-9440-4472-8E0A-970EDBC895D6}" dt="2025-10-15T22:20:07.504" v="7462" actId="208"/>
          <ac:cxnSpMkLst>
            <pc:docMk/>
            <pc:sldMk cId="3675828258" sldId="2147482068"/>
            <ac:cxnSpMk id="46" creationId="{7D8B55AF-40FA-D343-AFDB-D534592DB871}"/>
          </ac:cxnSpMkLst>
        </pc:cxnChg>
        <pc:cxnChg chg="add mod">
          <ac:chgData name="Yuan, Linshan   [JRDUS]" userId="427c2fa2-44a5-489d-bd8e-0185ced21997" providerId="ADAL" clId="{C68822F3-9440-4472-8E0A-970EDBC895D6}" dt="2025-10-15T22:18:08.441" v="7454" actId="1582"/>
          <ac:cxnSpMkLst>
            <pc:docMk/>
            <pc:sldMk cId="3675828258" sldId="2147482068"/>
            <ac:cxnSpMk id="48" creationId="{43FCD5E4-6C0C-4FCB-303E-A0BF988ABE9E}"/>
          </ac:cxnSpMkLst>
        </pc:cxnChg>
        <pc:cxnChg chg="add mod">
          <ac:chgData name="Yuan, Linshan   [JRDUS]" userId="427c2fa2-44a5-489d-bd8e-0185ced21997" providerId="ADAL" clId="{C68822F3-9440-4472-8E0A-970EDBC895D6}" dt="2025-10-17T18:34:36.707" v="7690" actId="14100"/>
          <ac:cxnSpMkLst>
            <pc:docMk/>
            <pc:sldMk cId="3675828258" sldId="2147482068"/>
            <ac:cxnSpMk id="50" creationId="{3BE3E80F-262D-5ADA-7C37-ABFFAA53934D}"/>
          </ac:cxnSpMkLst>
        </pc:cxnChg>
        <pc:cxnChg chg="add mod">
          <ac:chgData name="Yuan, Linshan   [JRDUS]" userId="427c2fa2-44a5-489d-bd8e-0185ced21997" providerId="ADAL" clId="{C68822F3-9440-4472-8E0A-970EDBC895D6}" dt="2025-10-17T18:34:17.287" v="7687" actId="1036"/>
          <ac:cxnSpMkLst>
            <pc:docMk/>
            <pc:sldMk cId="3675828258" sldId="2147482068"/>
            <ac:cxnSpMk id="52" creationId="{E9D4336D-A84C-4B49-BF8D-D311F504436B}"/>
          </ac:cxnSpMkLst>
        </pc:cxnChg>
        <pc:cxnChg chg="add mod">
          <ac:chgData name="Yuan, Linshan   [JRDUS]" userId="427c2fa2-44a5-489d-bd8e-0185ced21997" providerId="ADAL" clId="{C68822F3-9440-4472-8E0A-970EDBC895D6}" dt="2025-10-15T22:19:20.961" v="7459" actId="1582"/>
          <ac:cxnSpMkLst>
            <pc:docMk/>
            <pc:sldMk cId="3675828258" sldId="2147482068"/>
            <ac:cxnSpMk id="54" creationId="{FC5818C3-EDD1-D1CE-2853-A22DD1FDE636}"/>
          </ac:cxnSpMkLst>
        </pc:cxnChg>
        <pc:cxnChg chg="add mod">
          <ac:chgData name="Yuan, Linshan   [JRDUS]" userId="427c2fa2-44a5-489d-bd8e-0185ced21997" providerId="ADAL" clId="{C68822F3-9440-4472-8E0A-970EDBC895D6}" dt="2025-10-17T18:34:45.021" v="7691" actId="14100"/>
          <ac:cxnSpMkLst>
            <pc:docMk/>
            <pc:sldMk cId="3675828258" sldId="2147482068"/>
            <ac:cxnSpMk id="56" creationId="{9073F9D4-1038-AD54-33D1-8692DB245F9D}"/>
          </ac:cxnSpMkLst>
        </pc:cxnChg>
        <pc:cxnChg chg="add mod">
          <ac:chgData name="Yuan, Linshan   [JRDUS]" userId="427c2fa2-44a5-489d-bd8e-0185ced21997" providerId="ADAL" clId="{C68822F3-9440-4472-8E0A-970EDBC895D6}" dt="2025-10-15T22:19:20.961" v="7459" actId="1582"/>
          <ac:cxnSpMkLst>
            <pc:docMk/>
            <pc:sldMk cId="3675828258" sldId="2147482068"/>
            <ac:cxnSpMk id="58" creationId="{C9BB09B3-638A-B230-8EB8-6237604AA2C0}"/>
          </ac:cxnSpMkLst>
        </pc:cxnChg>
      </pc:sldChg>
      <pc:sldChg chg="new del">
        <pc:chgData name="Yuan, Linshan   [JRDUS]" userId="427c2fa2-44a5-489d-bd8e-0185ced21997" providerId="ADAL" clId="{C68822F3-9440-4472-8E0A-970EDBC895D6}" dt="2025-10-16T12:15:59.593" v="7470" actId="680"/>
        <pc:sldMkLst>
          <pc:docMk/>
          <pc:sldMk cId="1815658440" sldId="2147482069"/>
        </pc:sldMkLst>
      </pc:sldChg>
      <pc:sldChg chg="add del mod ord modShow">
        <pc:chgData name="Yuan, Linshan   [JRDUS]" userId="427c2fa2-44a5-489d-bd8e-0185ced21997" providerId="ADAL" clId="{C68822F3-9440-4472-8E0A-970EDBC895D6}" dt="2025-10-20T14:53:30.757" v="8873" actId="47"/>
        <pc:sldMkLst>
          <pc:docMk/>
          <pc:sldMk cId="2826724710" sldId="2147482069"/>
        </pc:sldMkLst>
      </pc:sldChg>
      <pc:sldChg chg="add del">
        <pc:chgData name="Yuan, Linshan   [JRDUS]" userId="427c2fa2-44a5-489d-bd8e-0185ced21997" providerId="ADAL" clId="{C68822F3-9440-4472-8E0A-970EDBC895D6}" dt="2025-10-20T03:49:17.536" v="8641" actId="2696"/>
        <pc:sldMkLst>
          <pc:docMk/>
          <pc:sldMk cId="812402389" sldId="2147482070"/>
        </pc:sldMkLst>
      </pc:sldChg>
      <pc:sldMasterChg chg="del delSldLayout">
        <pc:chgData name="Yuan, Linshan   [JRDUS]" userId="427c2fa2-44a5-489d-bd8e-0185ced21997" providerId="ADAL" clId="{C68822F3-9440-4472-8E0A-970EDBC895D6}" dt="2025-10-20T14:53:30.757" v="8873" actId="47"/>
        <pc:sldMasterMkLst>
          <pc:docMk/>
          <pc:sldMasterMk cId="1945412050" sldId="2147483648"/>
        </pc:sldMasterMkLst>
        <pc:sldLayoutChg chg="del">
          <pc:chgData name="Yuan, Linshan   [JRDUS]" userId="427c2fa2-44a5-489d-bd8e-0185ced21997" providerId="ADAL" clId="{C68822F3-9440-4472-8E0A-970EDBC895D6}" dt="2025-10-20T14:53:30.757" v="8873" actId="47"/>
          <pc:sldLayoutMkLst>
            <pc:docMk/>
            <pc:sldMasterMk cId="1945412050" sldId="2147483648"/>
            <pc:sldLayoutMk cId="3804155734" sldId="2147483649"/>
          </pc:sldLayoutMkLst>
        </pc:sldLayoutChg>
        <pc:sldLayoutChg chg="del">
          <pc:chgData name="Yuan, Linshan   [JRDUS]" userId="427c2fa2-44a5-489d-bd8e-0185ced21997" providerId="ADAL" clId="{C68822F3-9440-4472-8E0A-970EDBC895D6}" dt="2025-10-20T14:53:30.757" v="8873" actId="47"/>
          <pc:sldLayoutMkLst>
            <pc:docMk/>
            <pc:sldMasterMk cId="1945412050" sldId="2147483648"/>
            <pc:sldLayoutMk cId="127339307" sldId="2147483650"/>
          </pc:sldLayoutMkLst>
        </pc:sldLayoutChg>
        <pc:sldLayoutChg chg="del">
          <pc:chgData name="Yuan, Linshan   [JRDUS]" userId="427c2fa2-44a5-489d-bd8e-0185ced21997" providerId="ADAL" clId="{C68822F3-9440-4472-8E0A-970EDBC895D6}" dt="2025-10-20T14:53:30.757" v="8873" actId="47"/>
          <pc:sldLayoutMkLst>
            <pc:docMk/>
            <pc:sldMasterMk cId="1945412050" sldId="2147483648"/>
            <pc:sldLayoutMk cId="766136764" sldId="2147483651"/>
          </pc:sldLayoutMkLst>
        </pc:sldLayoutChg>
        <pc:sldLayoutChg chg="del">
          <pc:chgData name="Yuan, Linshan   [JRDUS]" userId="427c2fa2-44a5-489d-bd8e-0185ced21997" providerId="ADAL" clId="{C68822F3-9440-4472-8E0A-970EDBC895D6}" dt="2025-10-20T14:53:30.757" v="8873" actId="47"/>
          <pc:sldLayoutMkLst>
            <pc:docMk/>
            <pc:sldMasterMk cId="1945412050" sldId="2147483648"/>
            <pc:sldLayoutMk cId="3997696059" sldId="2147483652"/>
          </pc:sldLayoutMkLst>
        </pc:sldLayoutChg>
        <pc:sldLayoutChg chg="del">
          <pc:chgData name="Yuan, Linshan   [JRDUS]" userId="427c2fa2-44a5-489d-bd8e-0185ced21997" providerId="ADAL" clId="{C68822F3-9440-4472-8E0A-970EDBC895D6}" dt="2025-10-20T14:53:30.757" v="8873" actId="47"/>
          <pc:sldLayoutMkLst>
            <pc:docMk/>
            <pc:sldMasterMk cId="1945412050" sldId="2147483648"/>
            <pc:sldLayoutMk cId="3137406300" sldId="2147483653"/>
          </pc:sldLayoutMkLst>
        </pc:sldLayoutChg>
        <pc:sldLayoutChg chg="del">
          <pc:chgData name="Yuan, Linshan   [JRDUS]" userId="427c2fa2-44a5-489d-bd8e-0185ced21997" providerId="ADAL" clId="{C68822F3-9440-4472-8E0A-970EDBC895D6}" dt="2025-10-20T14:53:30.757" v="8873" actId="47"/>
          <pc:sldLayoutMkLst>
            <pc:docMk/>
            <pc:sldMasterMk cId="1945412050" sldId="2147483648"/>
            <pc:sldLayoutMk cId="605684225" sldId="2147483654"/>
          </pc:sldLayoutMkLst>
        </pc:sldLayoutChg>
        <pc:sldLayoutChg chg="del">
          <pc:chgData name="Yuan, Linshan   [JRDUS]" userId="427c2fa2-44a5-489d-bd8e-0185ced21997" providerId="ADAL" clId="{C68822F3-9440-4472-8E0A-970EDBC895D6}" dt="2025-10-20T14:53:30.757" v="8873" actId="47"/>
          <pc:sldLayoutMkLst>
            <pc:docMk/>
            <pc:sldMasterMk cId="1945412050" sldId="2147483648"/>
            <pc:sldLayoutMk cId="2257087341" sldId="2147483655"/>
          </pc:sldLayoutMkLst>
        </pc:sldLayoutChg>
        <pc:sldLayoutChg chg="del">
          <pc:chgData name="Yuan, Linshan   [JRDUS]" userId="427c2fa2-44a5-489d-bd8e-0185ced21997" providerId="ADAL" clId="{C68822F3-9440-4472-8E0A-970EDBC895D6}" dt="2025-10-20T14:53:30.757" v="8873" actId="47"/>
          <pc:sldLayoutMkLst>
            <pc:docMk/>
            <pc:sldMasterMk cId="1945412050" sldId="2147483648"/>
            <pc:sldLayoutMk cId="2716810155" sldId="2147483656"/>
          </pc:sldLayoutMkLst>
        </pc:sldLayoutChg>
        <pc:sldLayoutChg chg="del">
          <pc:chgData name="Yuan, Linshan   [JRDUS]" userId="427c2fa2-44a5-489d-bd8e-0185ced21997" providerId="ADAL" clId="{C68822F3-9440-4472-8E0A-970EDBC895D6}" dt="2025-10-20T14:53:30.757" v="8873" actId="47"/>
          <pc:sldLayoutMkLst>
            <pc:docMk/>
            <pc:sldMasterMk cId="1945412050" sldId="2147483648"/>
            <pc:sldLayoutMk cId="838727667" sldId="2147483657"/>
          </pc:sldLayoutMkLst>
        </pc:sldLayoutChg>
        <pc:sldLayoutChg chg="del">
          <pc:chgData name="Yuan, Linshan   [JRDUS]" userId="427c2fa2-44a5-489d-bd8e-0185ced21997" providerId="ADAL" clId="{C68822F3-9440-4472-8E0A-970EDBC895D6}" dt="2025-10-20T14:53:30.757" v="8873" actId="47"/>
          <pc:sldLayoutMkLst>
            <pc:docMk/>
            <pc:sldMasterMk cId="1945412050" sldId="2147483648"/>
            <pc:sldLayoutMk cId="3350950075" sldId="2147483658"/>
          </pc:sldLayoutMkLst>
        </pc:sldLayoutChg>
        <pc:sldLayoutChg chg="del">
          <pc:chgData name="Yuan, Linshan   [JRDUS]" userId="427c2fa2-44a5-489d-bd8e-0185ced21997" providerId="ADAL" clId="{C68822F3-9440-4472-8E0A-970EDBC895D6}" dt="2025-10-20T14:53:30.757" v="8873" actId="47"/>
          <pc:sldLayoutMkLst>
            <pc:docMk/>
            <pc:sldMasterMk cId="1945412050" sldId="2147483648"/>
            <pc:sldLayoutMk cId="639378873" sldId="2147483659"/>
          </pc:sldLayoutMkLst>
        </pc:sldLayoutChg>
      </pc:sldMasterChg>
      <pc:sldMasterChg chg="new mod addSldLayout">
        <pc:chgData name="Yuan, Linshan   [JRDUS]" userId="427c2fa2-44a5-489d-bd8e-0185ced21997" providerId="ADAL" clId="{C68822F3-9440-4472-8E0A-970EDBC895D6}" dt="2025-10-06T04:12:56.774" v="1135" actId="6938"/>
        <pc:sldMasterMkLst>
          <pc:docMk/>
          <pc:sldMasterMk cId="1140602061" sldId="2147483660"/>
        </pc:sldMasterMkLst>
        <pc:sldLayoutChg chg="new replId">
          <pc:chgData name="Yuan, Linshan   [JRDUS]" userId="427c2fa2-44a5-489d-bd8e-0185ced21997" providerId="ADAL" clId="{C68822F3-9440-4472-8E0A-970EDBC895D6}" dt="2025-10-06T04:12:56.774" v="1135" actId="6938"/>
          <pc:sldLayoutMkLst>
            <pc:docMk/>
            <pc:sldMasterMk cId="1140602061" sldId="2147483660"/>
            <pc:sldLayoutMk cId="119763983" sldId="2147483661"/>
          </pc:sldLayoutMkLst>
        </pc:sldLayoutChg>
        <pc:sldLayoutChg chg="new replId">
          <pc:chgData name="Yuan, Linshan   [JRDUS]" userId="427c2fa2-44a5-489d-bd8e-0185ced21997" providerId="ADAL" clId="{C68822F3-9440-4472-8E0A-970EDBC895D6}" dt="2025-10-06T04:12:56.774" v="1135" actId="6938"/>
          <pc:sldLayoutMkLst>
            <pc:docMk/>
            <pc:sldMasterMk cId="1140602061" sldId="2147483660"/>
            <pc:sldLayoutMk cId="1113834675" sldId="2147483662"/>
          </pc:sldLayoutMkLst>
        </pc:sldLayoutChg>
        <pc:sldLayoutChg chg="new replId">
          <pc:chgData name="Yuan, Linshan   [JRDUS]" userId="427c2fa2-44a5-489d-bd8e-0185ced21997" providerId="ADAL" clId="{C68822F3-9440-4472-8E0A-970EDBC895D6}" dt="2025-10-06T04:12:56.774" v="1135" actId="6938"/>
          <pc:sldLayoutMkLst>
            <pc:docMk/>
            <pc:sldMasterMk cId="1140602061" sldId="2147483660"/>
            <pc:sldLayoutMk cId="3312502733" sldId="2147483663"/>
          </pc:sldLayoutMkLst>
        </pc:sldLayoutChg>
        <pc:sldLayoutChg chg="new replId">
          <pc:chgData name="Yuan, Linshan   [JRDUS]" userId="427c2fa2-44a5-489d-bd8e-0185ced21997" providerId="ADAL" clId="{C68822F3-9440-4472-8E0A-970EDBC895D6}" dt="2025-10-06T04:12:56.774" v="1135" actId="6938"/>
          <pc:sldLayoutMkLst>
            <pc:docMk/>
            <pc:sldMasterMk cId="1140602061" sldId="2147483660"/>
            <pc:sldLayoutMk cId="1154247478" sldId="2147483664"/>
          </pc:sldLayoutMkLst>
        </pc:sldLayoutChg>
        <pc:sldLayoutChg chg="new replId">
          <pc:chgData name="Yuan, Linshan   [JRDUS]" userId="427c2fa2-44a5-489d-bd8e-0185ced21997" providerId="ADAL" clId="{C68822F3-9440-4472-8E0A-970EDBC895D6}" dt="2025-10-06T04:12:56.774" v="1135" actId="6938"/>
          <pc:sldLayoutMkLst>
            <pc:docMk/>
            <pc:sldMasterMk cId="1140602061" sldId="2147483660"/>
            <pc:sldLayoutMk cId="1119878303" sldId="2147483665"/>
          </pc:sldLayoutMkLst>
        </pc:sldLayoutChg>
        <pc:sldLayoutChg chg="new replId">
          <pc:chgData name="Yuan, Linshan   [JRDUS]" userId="427c2fa2-44a5-489d-bd8e-0185ced21997" providerId="ADAL" clId="{C68822F3-9440-4472-8E0A-970EDBC895D6}" dt="2025-10-06T04:12:56.774" v="1135" actId="6938"/>
          <pc:sldLayoutMkLst>
            <pc:docMk/>
            <pc:sldMasterMk cId="1140602061" sldId="2147483660"/>
            <pc:sldLayoutMk cId="864892222" sldId="2147483666"/>
          </pc:sldLayoutMkLst>
        </pc:sldLayoutChg>
        <pc:sldLayoutChg chg="new replId">
          <pc:chgData name="Yuan, Linshan   [JRDUS]" userId="427c2fa2-44a5-489d-bd8e-0185ced21997" providerId="ADAL" clId="{C68822F3-9440-4472-8E0A-970EDBC895D6}" dt="2025-10-06T04:12:56.774" v="1135" actId="6938"/>
          <pc:sldLayoutMkLst>
            <pc:docMk/>
            <pc:sldMasterMk cId="1140602061" sldId="2147483660"/>
            <pc:sldLayoutMk cId="3523636918" sldId="2147483667"/>
          </pc:sldLayoutMkLst>
        </pc:sldLayoutChg>
        <pc:sldLayoutChg chg="new replId">
          <pc:chgData name="Yuan, Linshan   [JRDUS]" userId="427c2fa2-44a5-489d-bd8e-0185ced21997" providerId="ADAL" clId="{C68822F3-9440-4472-8E0A-970EDBC895D6}" dt="2025-10-06T04:12:56.774" v="1135" actId="6938"/>
          <pc:sldLayoutMkLst>
            <pc:docMk/>
            <pc:sldMasterMk cId="1140602061" sldId="2147483660"/>
            <pc:sldLayoutMk cId="4254543441" sldId="2147483668"/>
          </pc:sldLayoutMkLst>
        </pc:sldLayoutChg>
        <pc:sldLayoutChg chg="new replId">
          <pc:chgData name="Yuan, Linshan   [JRDUS]" userId="427c2fa2-44a5-489d-bd8e-0185ced21997" providerId="ADAL" clId="{C68822F3-9440-4472-8E0A-970EDBC895D6}" dt="2025-10-06T04:12:56.774" v="1135" actId="6938"/>
          <pc:sldLayoutMkLst>
            <pc:docMk/>
            <pc:sldMasterMk cId="1140602061" sldId="2147483660"/>
            <pc:sldLayoutMk cId="1429606372" sldId="2147483669"/>
          </pc:sldLayoutMkLst>
        </pc:sldLayoutChg>
        <pc:sldLayoutChg chg="new replId">
          <pc:chgData name="Yuan, Linshan   [JRDUS]" userId="427c2fa2-44a5-489d-bd8e-0185ced21997" providerId="ADAL" clId="{C68822F3-9440-4472-8E0A-970EDBC895D6}" dt="2025-10-06T04:12:56.774" v="1135" actId="6938"/>
          <pc:sldLayoutMkLst>
            <pc:docMk/>
            <pc:sldMasterMk cId="1140602061" sldId="2147483660"/>
            <pc:sldLayoutMk cId="552383201" sldId="2147483670"/>
          </pc:sldLayoutMkLst>
        </pc:sldLayoutChg>
        <pc:sldLayoutChg chg="new replId">
          <pc:chgData name="Yuan, Linshan   [JRDUS]" userId="427c2fa2-44a5-489d-bd8e-0185ced21997" providerId="ADAL" clId="{C68822F3-9440-4472-8E0A-970EDBC895D6}" dt="2025-10-06T04:12:56.774" v="1135" actId="6938"/>
          <pc:sldLayoutMkLst>
            <pc:docMk/>
            <pc:sldMasterMk cId="1140602061" sldId="2147483660"/>
            <pc:sldLayoutMk cId="475471194" sldId="2147483671"/>
          </pc:sldLayoutMkLst>
        </pc:sldLayoutChg>
      </pc:sldMasterChg>
      <pc:sldMasterChg chg="setBg modSldLayout">
        <pc:chgData name="Yuan, Linshan   [JRDUS]" userId="427c2fa2-44a5-489d-bd8e-0185ced21997" providerId="ADAL" clId="{C68822F3-9440-4472-8E0A-970EDBC895D6}" dt="2025-10-07T01:24:12.715" v="2131" actId="27028"/>
        <pc:sldMasterMkLst>
          <pc:docMk/>
          <pc:sldMasterMk cId="4077350316" sldId="2147483672"/>
        </pc:sldMasterMkLst>
        <pc:sldLayoutChg chg="setBg">
          <pc:chgData name="Yuan, Linshan   [JRDUS]" userId="427c2fa2-44a5-489d-bd8e-0185ced21997" providerId="ADAL" clId="{C68822F3-9440-4472-8E0A-970EDBC895D6}" dt="2025-10-06T05:11:35.871" v="1809"/>
          <pc:sldLayoutMkLst>
            <pc:docMk/>
            <pc:sldMasterMk cId="4077350316" sldId="2147483672"/>
            <pc:sldLayoutMk cId="2043048507" sldId="2147483673"/>
          </pc:sldLayoutMkLst>
        </pc:sldLayoutChg>
        <pc:sldLayoutChg chg="setBg">
          <pc:chgData name="Yuan, Linshan   [JRDUS]" userId="427c2fa2-44a5-489d-bd8e-0185ced21997" providerId="ADAL" clId="{C68822F3-9440-4472-8E0A-970EDBC895D6}" dt="2025-10-06T05:11:35.871" v="1809"/>
          <pc:sldLayoutMkLst>
            <pc:docMk/>
            <pc:sldMasterMk cId="4077350316" sldId="2147483672"/>
            <pc:sldLayoutMk cId="3352672241" sldId="2147483675"/>
          </pc:sldLayoutMkLst>
        </pc:sldLayoutChg>
        <pc:sldLayoutChg chg="setBg">
          <pc:chgData name="Yuan, Linshan   [JRDUS]" userId="427c2fa2-44a5-489d-bd8e-0185ced21997" providerId="ADAL" clId="{C68822F3-9440-4472-8E0A-970EDBC895D6}" dt="2025-10-06T05:11:35.871" v="1809"/>
          <pc:sldLayoutMkLst>
            <pc:docMk/>
            <pc:sldMasterMk cId="4077350316" sldId="2147483672"/>
            <pc:sldLayoutMk cId="1454702769" sldId="2147483676"/>
          </pc:sldLayoutMkLst>
        </pc:sldLayoutChg>
        <pc:sldLayoutChg chg="setBg">
          <pc:chgData name="Yuan, Linshan   [JRDUS]" userId="427c2fa2-44a5-489d-bd8e-0185ced21997" providerId="ADAL" clId="{C68822F3-9440-4472-8E0A-970EDBC895D6}" dt="2025-10-06T05:11:35.871" v="1809"/>
          <pc:sldLayoutMkLst>
            <pc:docMk/>
            <pc:sldMasterMk cId="4077350316" sldId="2147483672"/>
            <pc:sldLayoutMk cId="2058322503" sldId="2147483677"/>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2291279483" sldId="2147483680"/>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1110237701" sldId="2147483681"/>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2360058282" sldId="2147483682"/>
          </pc:sldLayoutMkLst>
        </pc:sldLayoutChg>
        <pc:sldLayoutChg chg="setBg">
          <pc:chgData name="Yuan, Linshan   [JRDUS]" userId="427c2fa2-44a5-489d-bd8e-0185ced21997" providerId="ADAL" clId="{C68822F3-9440-4472-8E0A-970EDBC895D6}" dt="2025-10-06T05:11:35.871" v="1809"/>
          <pc:sldLayoutMkLst>
            <pc:docMk/>
            <pc:sldMasterMk cId="4077350316" sldId="2147483672"/>
            <pc:sldLayoutMk cId="2016578769" sldId="2147483684"/>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3549941299" sldId="2147483685"/>
          </pc:sldLayoutMkLst>
        </pc:sldLayoutChg>
        <pc:sldLayoutChg chg="replId">
          <pc:chgData name="Yuan, Linshan   [JRDUS]" userId="427c2fa2-44a5-489d-bd8e-0185ced21997" providerId="ADAL" clId="{C68822F3-9440-4472-8E0A-970EDBC895D6}" dt="2025-10-07T01:07:43.013" v="2130" actId="27028"/>
          <pc:sldLayoutMkLst>
            <pc:docMk/>
            <pc:sldMasterMk cId="4077350316" sldId="2147483672"/>
            <pc:sldLayoutMk cId="1084193064" sldId="2147483686"/>
          </pc:sldLayoutMkLst>
        </pc:sldLayoutChg>
        <pc:sldLayoutChg chg="replId">
          <pc:chgData name="Yuan, Linshan   [JRDUS]" userId="427c2fa2-44a5-489d-bd8e-0185ced21997" providerId="ADAL" clId="{C68822F3-9440-4472-8E0A-970EDBC895D6}" dt="2025-10-07T01:07:43.013" v="2130" actId="27028"/>
          <pc:sldLayoutMkLst>
            <pc:docMk/>
            <pc:sldMasterMk cId="4077350316" sldId="2147483672"/>
            <pc:sldLayoutMk cId="1741385914" sldId="2147483688"/>
          </pc:sldLayoutMkLst>
        </pc:sldLayoutChg>
        <pc:sldLayoutChg chg="replId">
          <pc:chgData name="Yuan, Linshan   [JRDUS]" userId="427c2fa2-44a5-489d-bd8e-0185ced21997" providerId="ADAL" clId="{C68822F3-9440-4472-8E0A-970EDBC895D6}" dt="2025-10-07T01:07:43.013" v="2130" actId="27028"/>
          <pc:sldLayoutMkLst>
            <pc:docMk/>
            <pc:sldMasterMk cId="4077350316" sldId="2147483672"/>
            <pc:sldLayoutMk cId="1486491169" sldId="2147483689"/>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2149547594" sldId="2147483690"/>
          </pc:sldLayoutMkLst>
        </pc:sldLayoutChg>
        <pc:sldLayoutChg chg="replId">
          <pc:chgData name="Yuan, Linshan   [JRDUS]" userId="427c2fa2-44a5-489d-bd8e-0185ced21997" providerId="ADAL" clId="{C68822F3-9440-4472-8E0A-970EDBC895D6}" dt="2025-10-07T01:07:43.013" v="2130" actId="27028"/>
          <pc:sldLayoutMkLst>
            <pc:docMk/>
            <pc:sldMasterMk cId="4077350316" sldId="2147483672"/>
            <pc:sldLayoutMk cId="2650499280" sldId="2147483692"/>
          </pc:sldLayoutMkLst>
        </pc:sldLayoutChg>
        <pc:sldLayoutChg chg="replId">
          <pc:chgData name="Yuan, Linshan   [JRDUS]" userId="427c2fa2-44a5-489d-bd8e-0185ced21997" providerId="ADAL" clId="{C68822F3-9440-4472-8E0A-970EDBC895D6}" dt="2025-10-07T01:07:43.013" v="2130" actId="27028"/>
          <pc:sldLayoutMkLst>
            <pc:docMk/>
            <pc:sldMasterMk cId="4077350316" sldId="2147483672"/>
            <pc:sldLayoutMk cId="4201478442" sldId="2147483693"/>
          </pc:sldLayoutMkLst>
        </pc:sldLayoutChg>
        <pc:sldLayoutChg chg="replId">
          <pc:chgData name="Yuan, Linshan   [JRDUS]" userId="427c2fa2-44a5-489d-bd8e-0185ced21997" providerId="ADAL" clId="{C68822F3-9440-4472-8E0A-970EDBC895D6}" dt="2025-10-07T01:07:43.013" v="2130" actId="27028"/>
          <pc:sldLayoutMkLst>
            <pc:docMk/>
            <pc:sldMasterMk cId="4077350316" sldId="2147483672"/>
            <pc:sldLayoutMk cId="3819437184" sldId="2147483694"/>
          </pc:sldLayoutMkLst>
        </pc:sldLayoutChg>
        <pc:sldLayoutChg chg="replId">
          <pc:chgData name="Yuan, Linshan   [JRDUS]" userId="427c2fa2-44a5-489d-bd8e-0185ced21997" providerId="ADAL" clId="{C68822F3-9440-4472-8E0A-970EDBC895D6}" dt="2025-10-07T01:07:43.013" v="2130" actId="27028"/>
          <pc:sldLayoutMkLst>
            <pc:docMk/>
            <pc:sldMasterMk cId="4077350316" sldId="2147483672"/>
            <pc:sldLayoutMk cId="858940047" sldId="2147483696"/>
          </pc:sldLayoutMkLst>
        </pc:sldLayoutChg>
        <pc:sldLayoutChg chg="replId">
          <pc:chgData name="Yuan, Linshan   [JRDUS]" userId="427c2fa2-44a5-489d-bd8e-0185ced21997" providerId="ADAL" clId="{C68822F3-9440-4472-8E0A-970EDBC895D6}" dt="2025-10-07T01:07:43.013" v="2130" actId="27028"/>
          <pc:sldLayoutMkLst>
            <pc:docMk/>
            <pc:sldMasterMk cId="4077350316" sldId="2147483672"/>
            <pc:sldLayoutMk cId="3436541419" sldId="2147483699"/>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4170366100" sldId="2147483700"/>
          </pc:sldLayoutMkLst>
        </pc:sldLayoutChg>
        <pc:sldLayoutChg chg="replId">
          <pc:chgData name="Yuan, Linshan   [JRDUS]" userId="427c2fa2-44a5-489d-bd8e-0185ced21997" providerId="ADAL" clId="{C68822F3-9440-4472-8E0A-970EDBC895D6}" dt="2025-10-07T01:07:43.013" v="2130" actId="27028"/>
          <pc:sldLayoutMkLst>
            <pc:docMk/>
            <pc:sldMasterMk cId="4077350316" sldId="2147483672"/>
            <pc:sldLayoutMk cId="1819152542" sldId="2147483701"/>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2485086982" sldId="2147483702"/>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2618879753" sldId="2147483703"/>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2170927858" sldId="2147483704"/>
          </pc:sldLayoutMkLst>
        </pc:sldLayoutChg>
        <pc:sldLayoutChg chg="replId">
          <pc:chgData name="Yuan, Linshan   [JRDUS]" userId="427c2fa2-44a5-489d-bd8e-0185ced21997" providerId="ADAL" clId="{C68822F3-9440-4472-8E0A-970EDBC895D6}" dt="2025-10-07T01:07:43.013" v="2130" actId="27028"/>
          <pc:sldLayoutMkLst>
            <pc:docMk/>
            <pc:sldMasterMk cId="4077350316" sldId="2147483672"/>
            <pc:sldLayoutMk cId="2177693151" sldId="2147483705"/>
          </pc:sldLayoutMkLst>
        </pc:sldLayoutChg>
        <pc:sldLayoutChg chg="replId">
          <pc:chgData name="Yuan, Linshan   [JRDUS]" userId="427c2fa2-44a5-489d-bd8e-0185ced21997" providerId="ADAL" clId="{C68822F3-9440-4472-8E0A-970EDBC895D6}" dt="2025-10-07T01:07:43.013" v="2130" actId="27028"/>
          <pc:sldLayoutMkLst>
            <pc:docMk/>
            <pc:sldMasterMk cId="4077350316" sldId="2147483672"/>
            <pc:sldLayoutMk cId="3931231738" sldId="2147483706"/>
          </pc:sldLayoutMkLst>
        </pc:sldLayoutChg>
        <pc:sldLayoutChg chg="replId">
          <pc:chgData name="Yuan, Linshan   [JRDUS]" userId="427c2fa2-44a5-489d-bd8e-0185ced21997" providerId="ADAL" clId="{C68822F3-9440-4472-8E0A-970EDBC895D6}" dt="2025-10-07T01:07:43.013" v="2130" actId="27028"/>
          <pc:sldLayoutMkLst>
            <pc:docMk/>
            <pc:sldMasterMk cId="4077350316" sldId="2147483672"/>
            <pc:sldLayoutMk cId="1336481281" sldId="2147483707"/>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3162137510" sldId="2147483708"/>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260673880" sldId="2147483709"/>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4148756588" sldId="2147483710"/>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48379857" sldId="2147483711"/>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2334542818" sldId="2147483712"/>
          </pc:sldLayoutMkLst>
        </pc:sldLayoutChg>
        <pc:sldLayoutChg chg="setBg">
          <pc:chgData name="Yuan, Linshan   [JRDUS]" userId="427c2fa2-44a5-489d-bd8e-0185ced21997" providerId="ADAL" clId="{C68822F3-9440-4472-8E0A-970EDBC895D6}" dt="2025-10-06T05:11:35.871" v="1809"/>
          <pc:sldLayoutMkLst>
            <pc:docMk/>
            <pc:sldMasterMk cId="4077350316" sldId="2147483672"/>
            <pc:sldLayoutMk cId="3041656108" sldId="2147483713"/>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408328057" sldId="2147483714"/>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3580780048" sldId="2147483715"/>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735691130" sldId="2147483716"/>
          </pc:sldLayoutMkLst>
        </pc:sldLayoutChg>
        <pc:sldLayoutChg chg="setBg">
          <pc:chgData name="Yuan, Linshan   [JRDUS]" userId="427c2fa2-44a5-489d-bd8e-0185ced21997" providerId="ADAL" clId="{C68822F3-9440-4472-8E0A-970EDBC895D6}" dt="2025-10-06T05:11:35.871" v="1809"/>
          <pc:sldLayoutMkLst>
            <pc:docMk/>
            <pc:sldMasterMk cId="4077350316" sldId="2147483672"/>
            <pc:sldLayoutMk cId="2816768334" sldId="2147483717"/>
          </pc:sldLayoutMkLst>
        </pc:sldLayoutChg>
        <pc:sldLayoutChg chg="setBg">
          <pc:chgData name="Yuan, Linshan   [JRDUS]" userId="427c2fa2-44a5-489d-bd8e-0185ced21997" providerId="ADAL" clId="{C68822F3-9440-4472-8E0A-970EDBC895D6}" dt="2025-10-06T05:11:35.871" v="1809"/>
          <pc:sldLayoutMkLst>
            <pc:docMk/>
            <pc:sldMasterMk cId="4077350316" sldId="2147483672"/>
            <pc:sldLayoutMk cId="1420654969" sldId="2147483718"/>
          </pc:sldLayoutMkLst>
        </pc:sldLayoutChg>
        <pc:sldLayoutChg chg="setBg">
          <pc:chgData name="Yuan, Linshan   [JRDUS]" userId="427c2fa2-44a5-489d-bd8e-0185ced21997" providerId="ADAL" clId="{C68822F3-9440-4472-8E0A-970EDBC895D6}" dt="2025-10-06T05:11:35.871" v="1809"/>
          <pc:sldLayoutMkLst>
            <pc:docMk/>
            <pc:sldMasterMk cId="4077350316" sldId="2147483672"/>
            <pc:sldLayoutMk cId="1329643985" sldId="2147483719"/>
          </pc:sldLayoutMkLst>
        </pc:sldLayoutChg>
        <pc:sldLayoutChg chg="setBg">
          <pc:chgData name="Yuan, Linshan   [JRDUS]" userId="427c2fa2-44a5-489d-bd8e-0185ced21997" providerId="ADAL" clId="{C68822F3-9440-4472-8E0A-970EDBC895D6}" dt="2025-10-06T05:11:35.871" v="1809"/>
          <pc:sldLayoutMkLst>
            <pc:docMk/>
            <pc:sldMasterMk cId="4077350316" sldId="2147483672"/>
            <pc:sldLayoutMk cId="1157713790" sldId="2147483720"/>
          </pc:sldLayoutMkLst>
        </pc:sldLayoutChg>
        <pc:sldLayoutChg chg="setBg">
          <pc:chgData name="Yuan, Linshan   [JRDUS]" userId="427c2fa2-44a5-489d-bd8e-0185ced21997" providerId="ADAL" clId="{C68822F3-9440-4472-8E0A-970EDBC895D6}" dt="2025-10-06T05:11:35.871" v="1809"/>
          <pc:sldLayoutMkLst>
            <pc:docMk/>
            <pc:sldMasterMk cId="4077350316" sldId="2147483672"/>
            <pc:sldLayoutMk cId="3823773621" sldId="2147483721"/>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3366008757" sldId="2147483722"/>
          </pc:sldLayoutMkLst>
        </pc:sldLayoutChg>
        <pc:sldLayoutChg chg="replId">
          <pc:chgData name="Yuan, Linshan   [JRDUS]" userId="427c2fa2-44a5-489d-bd8e-0185ced21997" providerId="ADAL" clId="{C68822F3-9440-4472-8E0A-970EDBC895D6}" dt="2025-10-07T01:07:43.013" v="2130" actId="27028"/>
          <pc:sldLayoutMkLst>
            <pc:docMk/>
            <pc:sldMasterMk cId="4077350316" sldId="2147483672"/>
            <pc:sldLayoutMk cId="1173939980" sldId="2147483723"/>
          </pc:sldLayoutMkLst>
        </pc:sldLayoutChg>
        <pc:sldLayoutChg chg="replId">
          <pc:chgData name="Yuan, Linshan   [JRDUS]" userId="427c2fa2-44a5-489d-bd8e-0185ced21997" providerId="ADAL" clId="{C68822F3-9440-4472-8E0A-970EDBC895D6}" dt="2025-10-07T01:07:43.013" v="2130" actId="27028"/>
          <pc:sldLayoutMkLst>
            <pc:docMk/>
            <pc:sldMasterMk cId="4077350316" sldId="2147483672"/>
            <pc:sldLayoutMk cId="1543653856" sldId="2147483725"/>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3976544592" sldId="2147483726"/>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3168775540" sldId="2147483727"/>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773731451" sldId="2147483728"/>
          </pc:sldLayoutMkLst>
        </pc:sldLayoutChg>
        <pc:sldLayoutChg chg="replId">
          <pc:chgData name="Yuan, Linshan   [JRDUS]" userId="427c2fa2-44a5-489d-bd8e-0185ced21997" providerId="ADAL" clId="{C68822F3-9440-4472-8E0A-970EDBC895D6}" dt="2025-10-07T01:07:43.013" v="2130" actId="27028"/>
          <pc:sldLayoutMkLst>
            <pc:docMk/>
            <pc:sldMasterMk cId="4077350316" sldId="2147483672"/>
            <pc:sldLayoutMk cId="3835041474" sldId="2147483741"/>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2059231593" sldId="2147483747"/>
          </pc:sldLayoutMkLst>
        </pc:sldLayoutChg>
        <pc:sldLayoutChg chg="replId setBg">
          <pc:chgData name="Yuan, Linshan   [JRDUS]" userId="427c2fa2-44a5-489d-bd8e-0185ced21997" providerId="ADAL" clId="{C68822F3-9440-4472-8E0A-970EDBC895D6}" dt="2025-10-07T01:07:43.013" v="2130" actId="27028"/>
          <pc:sldLayoutMkLst>
            <pc:docMk/>
            <pc:sldMasterMk cId="4077350316" sldId="2147483672"/>
            <pc:sldLayoutMk cId="770257462" sldId="2147483748"/>
          </pc:sldLayoutMkLst>
        </pc:sldLayoutChg>
        <pc:sldLayoutChg chg="replId setBg">
          <pc:chgData name="Yuan, Linshan   [JRDUS]" userId="427c2fa2-44a5-489d-bd8e-0185ced21997" providerId="ADAL" clId="{C68822F3-9440-4472-8E0A-970EDBC895D6}" dt="2025-10-07T01:24:12.715" v="2131" actId="27028"/>
          <pc:sldLayoutMkLst>
            <pc:docMk/>
            <pc:sldMasterMk cId="4077350316" sldId="2147483672"/>
            <pc:sldLayoutMk cId="1710638867" sldId="2147483750"/>
          </pc:sldLayoutMkLst>
        </pc:sldLayoutChg>
      </pc:sldMasterChg>
      <pc:sldMasterChg chg="add addSldLayout delSldLayout">
        <pc:chgData name="Yuan, Linshan   [JRDUS]" userId="427c2fa2-44a5-489d-bd8e-0185ced21997" providerId="ADAL" clId="{C68822F3-9440-4472-8E0A-970EDBC895D6}" dt="2025-10-06T18:29:48.914" v="2127" actId="2696"/>
        <pc:sldMasterMkLst>
          <pc:docMk/>
          <pc:sldMasterMk cId="3543768889" sldId="2147483679"/>
        </pc:sldMasterMkLst>
        <pc:sldLayoutChg chg="add del">
          <pc:chgData name="Yuan, Linshan   [JRDUS]" userId="427c2fa2-44a5-489d-bd8e-0185ced21997" providerId="ADAL" clId="{C68822F3-9440-4472-8E0A-970EDBC895D6}" dt="2025-10-06T18:27:46.709" v="2108" actId="27028"/>
          <pc:sldLayoutMkLst>
            <pc:docMk/>
            <pc:sldMasterMk cId="3543768889" sldId="2147483679"/>
            <pc:sldLayoutMk cId="1384073082" sldId="2147483691"/>
          </pc:sldLayoutMkLst>
        </pc:sldLayoutChg>
        <pc:sldLayoutChg chg="add">
          <pc:chgData name="Yuan, Linshan   [JRDUS]" userId="427c2fa2-44a5-489d-bd8e-0185ced21997" providerId="ADAL" clId="{C68822F3-9440-4472-8E0A-970EDBC895D6}" dt="2025-10-06T18:15:58.861" v="2034" actId="27028"/>
          <pc:sldLayoutMkLst>
            <pc:docMk/>
            <pc:sldMasterMk cId="3543768889" sldId="2147483679"/>
            <pc:sldLayoutMk cId="412405634" sldId="2147483746"/>
          </pc:sldLayoutMkLst>
        </pc:sldLayoutChg>
      </pc:sldMasterChg>
      <pc:sldMasterChg chg="new mod replId addSldLayout modSldLayout">
        <pc:chgData name="Yuan, Linshan   [JRDUS]" userId="427c2fa2-44a5-489d-bd8e-0185ced21997" providerId="ADAL" clId="{C68822F3-9440-4472-8E0A-970EDBC895D6}" dt="2025-10-07T01:07:43.013" v="2130" actId="27028"/>
        <pc:sldMasterMkLst>
          <pc:docMk/>
          <pc:sldMasterMk cId="3748581115" sldId="2147483729"/>
        </pc:sldMasterMkLst>
        <pc:sldLayoutChg chg="new replId">
          <pc:chgData name="Yuan, Linshan   [JRDUS]" userId="427c2fa2-44a5-489d-bd8e-0185ced21997" providerId="ADAL" clId="{C68822F3-9440-4472-8E0A-970EDBC895D6}" dt="2025-10-07T01:07:43.013" v="2130" actId="27028"/>
          <pc:sldLayoutMkLst>
            <pc:docMk/>
            <pc:sldMasterMk cId="3748581115" sldId="2147483729"/>
            <pc:sldLayoutMk cId="356723876" sldId="2147483730"/>
          </pc:sldLayoutMkLst>
        </pc:sldLayoutChg>
        <pc:sldLayoutChg chg="new replId">
          <pc:chgData name="Yuan, Linshan   [JRDUS]" userId="427c2fa2-44a5-489d-bd8e-0185ced21997" providerId="ADAL" clId="{C68822F3-9440-4472-8E0A-970EDBC895D6}" dt="2025-10-06T04:13:29.636" v="1136" actId="6938"/>
          <pc:sldLayoutMkLst>
            <pc:docMk/>
            <pc:sldMasterMk cId="3748581115" sldId="2147483729"/>
            <pc:sldLayoutMk cId="3027335449" sldId="2147483731"/>
          </pc:sldLayoutMkLst>
        </pc:sldLayoutChg>
        <pc:sldLayoutChg chg="new replId">
          <pc:chgData name="Yuan, Linshan   [JRDUS]" userId="427c2fa2-44a5-489d-bd8e-0185ced21997" providerId="ADAL" clId="{C68822F3-9440-4472-8E0A-970EDBC895D6}" dt="2025-10-07T01:07:43.013" v="2130" actId="27028"/>
          <pc:sldLayoutMkLst>
            <pc:docMk/>
            <pc:sldMasterMk cId="3748581115" sldId="2147483729"/>
            <pc:sldLayoutMk cId="403760721" sldId="2147483732"/>
          </pc:sldLayoutMkLst>
        </pc:sldLayoutChg>
        <pc:sldLayoutChg chg="new replId">
          <pc:chgData name="Yuan, Linshan   [JRDUS]" userId="427c2fa2-44a5-489d-bd8e-0185ced21997" providerId="ADAL" clId="{C68822F3-9440-4472-8E0A-970EDBC895D6}" dt="2025-10-07T01:07:43.013" v="2130" actId="27028"/>
          <pc:sldLayoutMkLst>
            <pc:docMk/>
            <pc:sldMasterMk cId="3748581115" sldId="2147483729"/>
            <pc:sldLayoutMk cId="3924394889" sldId="2147483733"/>
          </pc:sldLayoutMkLst>
        </pc:sldLayoutChg>
        <pc:sldLayoutChg chg="new replId">
          <pc:chgData name="Yuan, Linshan   [JRDUS]" userId="427c2fa2-44a5-489d-bd8e-0185ced21997" providerId="ADAL" clId="{C68822F3-9440-4472-8E0A-970EDBC895D6}" dt="2025-10-06T04:13:29.636" v="1136" actId="6938"/>
          <pc:sldLayoutMkLst>
            <pc:docMk/>
            <pc:sldMasterMk cId="3748581115" sldId="2147483729"/>
            <pc:sldLayoutMk cId="628784575" sldId="2147483734"/>
          </pc:sldLayoutMkLst>
        </pc:sldLayoutChg>
        <pc:sldLayoutChg chg="new replId">
          <pc:chgData name="Yuan, Linshan   [JRDUS]" userId="427c2fa2-44a5-489d-bd8e-0185ced21997" providerId="ADAL" clId="{C68822F3-9440-4472-8E0A-970EDBC895D6}" dt="2025-10-06T04:13:29.636" v="1136" actId="6938"/>
          <pc:sldLayoutMkLst>
            <pc:docMk/>
            <pc:sldMasterMk cId="3748581115" sldId="2147483729"/>
            <pc:sldLayoutMk cId="3064093291" sldId="2147483735"/>
          </pc:sldLayoutMkLst>
        </pc:sldLayoutChg>
        <pc:sldLayoutChg chg="new replId">
          <pc:chgData name="Yuan, Linshan   [JRDUS]" userId="427c2fa2-44a5-489d-bd8e-0185ced21997" providerId="ADAL" clId="{C68822F3-9440-4472-8E0A-970EDBC895D6}" dt="2025-10-07T01:07:43.013" v="2130" actId="27028"/>
          <pc:sldLayoutMkLst>
            <pc:docMk/>
            <pc:sldMasterMk cId="3748581115" sldId="2147483729"/>
            <pc:sldLayoutMk cId="1735844246" sldId="2147483736"/>
          </pc:sldLayoutMkLst>
        </pc:sldLayoutChg>
        <pc:sldLayoutChg chg="new replId">
          <pc:chgData name="Yuan, Linshan   [JRDUS]" userId="427c2fa2-44a5-489d-bd8e-0185ced21997" providerId="ADAL" clId="{C68822F3-9440-4472-8E0A-970EDBC895D6}" dt="2025-10-07T01:07:43.013" v="2130" actId="27028"/>
          <pc:sldLayoutMkLst>
            <pc:docMk/>
            <pc:sldMasterMk cId="3748581115" sldId="2147483729"/>
            <pc:sldLayoutMk cId="3679834797" sldId="2147483737"/>
          </pc:sldLayoutMkLst>
        </pc:sldLayoutChg>
        <pc:sldLayoutChg chg="new replId">
          <pc:chgData name="Yuan, Linshan   [JRDUS]" userId="427c2fa2-44a5-489d-bd8e-0185ced21997" providerId="ADAL" clId="{C68822F3-9440-4472-8E0A-970EDBC895D6}" dt="2025-10-06T04:13:29.636" v="1136" actId="6938"/>
          <pc:sldLayoutMkLst>
            <pc:docMk/>
            <pc:sldMasterMk cId="3748581115" sldId="2147483729"/>
            <pc:sldLayoutMk cId="2234362709" sldId="2147483738"/>
          </pc:sldLayoutMkLst>
        </pc:sldLayoutChg>
        <pc:sldLayoutChg chg="new replId">
          <pc:chgData name="Yuan, Linshan   [JRDUS]" userId="427c2fa2-44a5-489d-bd8e-0185ced21997" providerId="ADAL" clId="{C68822F3-9440-4472-8E0A-970EDBC895D6}" dt="2025-10-07T01:07:43.013" v="2130" actId="27028"/>
          <pc:sldLayoutMkLst>
            <pc:docMk/>
            <pc:sldMasterMk cId="3748581115" sldId="2147483729"/>
            <pc:sldLayoutMk cId="1793591228" sldId="2147483739"/>
          </pc:sldLayoutMkLst>
        </pc:sldLayoutChg>
        <pc:sldLayoutChg chg="new replId">
          <pc:chgData name="Yuan, Linshan   [JRDUS]" userId="427c2fa2-44a5-489d-bd8e-0185ced21997" providerId="ADAL" clId="{C68822F3-9440-4472-8E0A-970EDBC895D6}" dt="2025-10-07T01:07:43.013" v="2130" actId="27028"/>
          <pc:sldLayoutMkLst>
            <pc:docMk/>
            <pc:sldMasterMk cId="3748581115" sldId="2147483729"/>
            <pc:sldLayoutMk cId="4142103196" sldId="2147483740"/>
          </pc:sldLayoutMkLst>
        </pc:sldLayoutChg>
      </pc:sldMasterChg>
      <pc:sldMasterChg chg="add addSldLayout">
        <pc:chgData name="Yuan, Linshan   [JRDUS]" userId="427c2fa2-44a5-489d-bd8e-0185ced21997" providerId="ADAL" clId="{C68822F3-9440-4472-8E0A-970EDBC895D6}" dt="2025-10-07T01:24:12.715" v="2131" actId="27028"/>
        <pc:sldMasterMkLst>
          <pc:docMk/>
          <pc:sldMasterMk cId="3543768889" sldId="2147483749"/>
        </pc:sldMasterMkLst>
        <pc:sldLayoutChg chg="add">
          <pc:chgData name="Yuan, Linshan   [JRDUS]" userId="427c2fa2-44a5-489d-bd8e-0185ced21997" providerId="ADAL" clId="{C68822F3-9440-4472-8E0A-970EDBC895D6}" dt="2025-10-07T01:24:12.715" v="2131" actId="27028"/>
          <pc:sldLayoutMkLst>
            <pc:docMk/>
            <pc:sldMasterMk cId="3543768889" sldId="2147483749"/>
            <pc:sldLayoutMk cId="1879708774" sldId="2147483683"/>
          </pc:sldLayoutMkLst>
        </pc:sldLayoutChg>
      </pc:sldMasterChg>
    </pc:docChg>
  </pc:docChgLst>
  <pc:docChgLst>
    <pc:chgData name="Yuan, Linshan   [JRDUS]" userId="427c2fa2-44a5-489d-bd8e-0185ced21997" providerId="ADAL" clId="{F12D8E9E-36BF-480B-AD72-CA7421EE58BB}"/>
    <pc:docChg chg="modSld">
      <pc:chgData name="Yuan, Linshan   [JRDUS]" userId="427c2fa2-44a5-489d-bd8e-0185ced21997" providerId="ADAL" clId="{F12D8E9E-36BF-480B-AD72-CA7421EE58BB}" dt="2025-10-21T12:54:50.397" v="33" actId="6549"/>
      <pc:docMkLst>
        <pc:docMk/>
      </pc:docMkLst>
      <pc:sldChg chg="modSp mod">
        <pc:chgData name="Yuan, Linshan   [JRDUS]" userId="427c2fa2-44a5-489d-bd8e-0185ced21997" providerId="ADAL" clId="{F12D8E9E-36BF-480B-AD72-CA7421EE58BB}" dt="2025-10-21T12:54:50.397" v="33" actId="6549"/>
        <pc:sldMkLst>
          <pc:docMk/>
          <pc:sldMk cId="3543438486" sldId="2147482067"/>
        </pc:sldMkLst>
        <pc:spChg chg="mod">
          <ac:chgData name="Yuan, Linshan   [JRDUS]" userId="427c2fa2-44a5-489d-bd8e-0185ced21997" providerId="ADAL" clId="{F12D8E9E-36BF-480B-AD72-CA7421EE58BB}" dt="2025-10-21T12:54:50.397" v="33" actId="6549"/>
          <ac:spMkLst>
            <pc:docMk/>
            <pc:sldMk cId="3543438486" sldId="2147482067"/>
            <ac:spMk id="6" creationId="{D5FC85D6-0B12-50C8-8399-A81B828572C3}"/>
          </ac:spMkLst>
        </pc:spChg>
      </pc:sldChg>
    </pc:docChg>
  </pc:docChgLst>
</pc:chgInfo>
</file>

<file path=ppt/comments/modernComment_7FFFF9C3_ABF62B5C.xml><?xml version="1.0" encoding="utf-8"?>
<p188:cmLst xmlns:a="http://schemas.openxmlformats.org/drawingml/2006/main" xmlns:r="http://schemas.openxmlformats.org/officeDocument/2006/relationships" xmlns:p188="http://schemas.microsoft.com/office/powerpoint/2018/8/main">
  <p188:cm id="{8E556D16-0AA8-424A-8F1A-D8F898E55B43}" authorId="{776D2CCB-CBA3-8C0C-4A64-6642B15CAD7F}" created="2025-10-09T12:19:13.806">
    <ac:deMkLst xmlns:ac="http://schemas.microsoft.com/office/drawing/2013/main/command">
      <pc:docMk xmlns:pc="http://schemas.microsoft.com/office/powerpoint/2013/main/command"/>
      <pc:sldMk xmlns:pc="http://schemas.microsoft.com/office/powerpoint/2013/main/command" cId="2885036892" sldId="2147482051"/>
      <ac:picMk id="13" creationId="{28C07CE6-72A1-4E48-CBD9-6782DEC86244}"/>
    </ac:deMkLst>
    <p188:txBody>
      <a:bodyPr/>
      <a:lstStyle/>
      <a:p>
        <a:r>
          <a:rPr lang="en-GB"/>
          <a:t>can we delete this?</a:t>
        </a:r>
      </a:p>
    </p188:txBody>
  </p188:cm>
</p188:cmLst>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FF6998-6FA6-41E4-8C3C-755062F4A2D4}" type="doc">
      <dgm:prSet loTypeId="urn:microsoft.com/office/officeart/2005/8/layout/orgChart1" loCatId="hierarchy" qsTypeId="urn:microsoft.com/office/officeart/2005/8/quickstyle/simple2" qsCatId="simple" csTypeId="urn:microsoft.com/office/officeart/2005/8/colors/accent5_2" csCatId="accent5"/>
      <dgm:spPr/>
      <dgm:t>
        <a:bodyPr/>
        <a:lstStyle/>
        <a:p>
          <a:endParaRPr lang="en-US"/>
        </a:p>
      </dgm:t>
    </dgm:pt>
    <dgm:pt modelId="{75D996BD-428C-4F39-A337-D9B23C19BCC7}" type="pres">
      <dgm:prSet presAssocID="{60FF6998-6FA6-41E4-8C3C-755062F4A2D4}" presName="hierChild1" presStyleCnt="0">
        <dgm:presLayoutVars>
          <dgm:orgChart val="1"/>
          <dgm:chPref val="1"/>
          <dgm:dir/>
          <dgm:animOne val="branch"/>
          <dgm:animLvl val="lvl"/>
          <dgm:resizeHandles/>
        </dgm:presLayoutVars>
      </dgm:prSet>
      <dgm:spPr/>
    </dgm:pt>
  </dgm:ptLst>
  <dgm:cxnLst>
    <dgm:cxn modelId="{233918DB-4B65-42A0-891D-DFB03ED054A6}" type="presOf" srcId="{60FF6998-6FA6-41E4-8C3C-755062F4A2D4}" destId="{75D996BD-428C-4F39-A337-D9B23C19BCC7}" srcOrd="0"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FF6998-6FA6-41E4-8C3C-755062F4A2D4}"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0FDF6F69-59E8-49B2-AB3D-3A80BB331EC8}">
      <dgm:prSet custT="1"/>
      <dgm:spPr>
        <a:xfrm>
          <a:off x="18848" y="0"/>
          <a:ext cx="8414428" cy="664092"/>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800" dirty="0">
              <a:solidFill>
                <a:sysClr val="window" lastClr="FFFFFF"/>
              </a:solidFill>
              <a:latin typeface="+mn-lt"/>
              <a:ea typeface="+mn-ea"/>
              <a:cs typeface="+mn-cs"/>
            </a:rPr>
            <a:t>Pilot trial selection and regulatory submission.</a:t>
          </a:r>
        </a:p>
      </dgm:t>
    </dgm:pt>
    <dgm:pt modelId="{792E6BD0-EE89-47FF-B62F-BB669576F9C4}" type="parTrans" cxnId="{883D2466-390B-4528-B63F-777ECAAC0027}">
      <dgm:prSet/>
      <dgm:spPr/>
      <dgm:t>
        <a:bodyPr/>
        <a:lstStyle/>
        <a:p>
          <a:endParaRPr lang="en-US"/>
        </a:p>
      </dgm:t>
    </dgm:pt>
    <dgm:pt modelId="{3C42D375-27B8-4339-9C99-67DF84E7EE1B}" type="sibTrans" cxnId="{883D2466-390B-4528-B63F-777ECAAC0027}">
      <dgm:prSet/>
      <dgm:spPr>
        <a:xfrm>
          <a:off x="7982767" y="485156"/>
          <a:ext cx="431660" cy="431660"/>
        </a:xfrm>
        <a:prstGeom prst="downArrow">
          <a:avLst>
            <a:gd name="adj1" fmla="val 55000"/>
            <a:gd name="adj2" fmla="val 45000"/>
          </a:avLst>
        </a:prstGeom>
        <a:solidFill>
          <a:srgbClr val="ED7D31">
            <a:tint val="40000"/>
            <a:alpha val="90000"/>
            <a:hueOff val="0"/>
            <a:satOff val="0"/>
            <a:lumOff val="0"/>
            <a:alphaOff val="0"/>
          </a:srgbClr>
        </a:solidFill>
        <a:ln w="12700" cap="flat" cmpd="sng" algn="ctr">
          <a:solidFill>
            <a:srgbClr val="ED7D31">
              <a:tint val="40000"/>
              <a:alpha val="90000"/>
              <a:hueOff val="0"/>
              <a:satOff val="0"/>
              <a:lumOff val="0"/>
              <a:alphaOff val="0"/>
            </a:srgbClr>
          </a:solidFill>
          <a:prstDash val="solid"/>
          <a:miter lim="800000"/>
        </a:ln>
        <a:effectLst/>
      </dgm:spPr>
      <dgm:t>
        <a:bodyPr/>
        <a:lstStyle/>
        <a:p>
          <a:pPr>
            <a:buNone/>
          </a:pPr>
          <a:endParaRPr lang="en-US">
            <a:solidFill>
              <a:sysClr val="windowText" lastClr="000000">
                <a:hueOff val="0"/>
                <a:satOff val="0"/>
                <a:lumOff val="0"/>
                <a:alphaOff val="0"/>
              </a:sysClr>
            </a:solidFill>
            <a:latin typeface="Calibri" panose="020F0502020204030204"/>
            <a:ea typeface="+mn-ea"/>
            <a:cs typeface="+mn-cs"/>
          </a:endParaRPr>
        </a:p>
      </dgm:t>
    </dgm:pt>
    <dgm:pt modelId="{C1665360-BB84-453B-85C8-1F4A393B5B70}">
      <dgm:prSet custT="1"/>
      <dgm:spPr>
        <a:xfrm>
          <a:off x="628350" y="756328"/>
          <a:ext cx="8414428" cy="664092"/>
        </a:xfrm>
        <a:prstGeom prst="roundRect">
          <a:avLst>
            <a:gd name="adj" fmla="val 10000"/>
          </a:avLst>
        </a:prstGeom>
        <a:solidFill>
          <a:srgbClr val="ED7D31">
            <a:hueOff val="-363841"/>
            <a:satOff val="-20982"/>
            <a:lumOff val="2157"/>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800" dirty="0">
              <a:solidFill>
                <a:sysClr val="window" lastClr="FFFFFF"/>
              </a:solidFill>
              <a:latin typeface="+mn-lt"/>
              <a:ea typeface="+mn-ea"/>
              <a:cs typeface="+mn-cs"/>
            </a:rPr>
            <a:t>In-house developed packages to open-source packages</a:t>
          </a:r>
        </a:p>
      </dgm:t>
    </dgm:pt>
    <dgm:pt modelId="{EAD13384-EC74-4416-8738-B54DF27A0A9C}" type="parTrans" cxnId="{4CE289BB-2302-42E1-AD44-4DB08033ABD8}">
      <dgm:prSet/>
      <dgm:spPr/>
      <dgm:t>
        <a:bodyPr/>
        <a:lstStyle/>
        <a:p>
          <a:endParaRPr lang="en-US"/>
        </a:p>
      </dgm:t>
    </dgm:pt>
    <dgm:pt modelId="{02F826F0-E0F6-470F-B324-CC7308FA97FC}" type="sibTrans" cxnId="{4CE289BB-2302-42E1-AD44-4DB08033ABD8}">
      <dgm:prSet/>
      <dgm:spPr>
        <a:xfrm>
          <a:off x="8611118" y="1241484"/>
          <a:ext cx="431660" cy="431660"/>
        </a:xfrm>
        <a:prstGeom prst="downArrow">
          <a:avLst>
            <a:gd name="adj1" fmla="val 55000"/>
            <a:gd name="adj2" fmla="val 45000"/>
          </a:avLst>
        </a:prstGeom>
        <a:solidFill>
          <a:srgbClr val="ED7D31">
            <a:tint val="40000"/>
            <a:alpha val="90000"/>
            <a:hueOff val="-283075"/>
            <a:satOff val="-25115"/>
            <a:lumOff val="-256"/>
            <a:alphaOff val="0"/>
          </a:srgbClr>
        </a:solidFill>
        <a:ln w="12700" cap="flat" cmpd="sng" algn="ctr">
          <a:solidFill>
            <a:srgbClr val="ED7D31">
              <a:tint val="40000"/>
              <a:alpha val="90000"/>
              <a:hueOff val="-283075"/>
              <a:satOff val="-25115"/>
              <a:lumOff val="-256"/>
              <a:alphaOff val="0"/>
            </a:srgbClr>
          </a:solidFill>
          <a:prstDash val="solid"/>
          <a:miter lim="800000"/>
        </a:ln>
        <a:effectLst/>
      </dgm:spPr>
      <dgm:t>
        <a:bodyPr/>
        <a:lstStyle/>
        <a:p>
          <a:pPr>
            <a:buNone/>
          </a:pPr>
          <a:endParaRPr lang="en-US">
            <a:solidFill>
              <a:sysClr val="windowText" lastClr="000000">
                <a:hueOff val="0"/>
                <a:satOff val="0"/>
                <a:lumOff val="0"/>
                <a:alphaOff val="0"/>
              </a:sysClr>
            </a:solidFill>
            <a:latin typeface="Calibri" panose="020F0502020204030204"/>
            <a:ea typeface="+mn-ea"/>
            <a:cs typeface="+mn-cs"/>
          </a:endParaRPr>
        </a:p>
      </dgm:t>
    </dgm:pt>
    <dgm:pt modelId="{45C78810-5BD3-4831-AD7B-54C38CAEC684}">
      <dgm:prSet custT="1"/>
      <dgm:spPr>
        <a:xfrm>
          <a:off x="1244751" y="1512656"/>
          <a:ext cx="8414428" cy="664092"/>
        </a:xfrm>
        <a:prstGeom prst="roundRect">
          <a:avLst>
            <a:gd name="adj" fmla="val 10000"/>
          </a:avLst>
        </a:prstGeom>
        <a:solidFill>
          <a:srgbClr val="ED7D31">
            <a:hueOff val="-727682"/>
            <a:satOff val="-41964"/>
            <a:lumOff val="4314"/>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800" dirty="0">
              <a:solidFill>
                <a:sysClr val="window" lastClr="FFFFFF"/>
              </a:solidFill>
              <a:latin typeface="+mn-lt"/>
              <a:ea typeface="+mn-ea"/>
              <a:cs typeface="+mn-cs"/>
            </a:rPr>
            <a:t>New ADRG with Appendix for R environment set up based on R Consortium pilot project </a:t>
          </a:r>
        </a:p>
      </dgm:t>
    </dgm:pt>
    <dgm:pt modelId="{1F446DF0-80A5-497C-8402-C9EE42DFA301}" type="parTrans" cxnId="{A0371893-DF2A-4285-96E2-A20A9059110D}">
      <dgm:prSet/>
      <dgm:spPr/>
      <dgm:t>
        <a:bodyPr/>
        <a:lstStyle/>
        <a:p>
          <a:endParaRPr lang="en-US"/>
        </a:p>
      </dgm:t>
    </dgm:pt>
    <dgm:pt modelId="{726115F0-733A-41EC-99B8-F93EA4B83324}" type="sibTrans" cxnId="{A0371893-DF2A-4285-96E2-A20A9059110D}">
      <dgm:prSet/>
      <dgm:spPr>
        <a:xfrm>
          <a:off x="9239468" y="1986744"/>
          <a:ext cx="431660" cy="431660"/>
        </a:xfrm>
        <a:prstGeom prst="downArrow">
          <a:avLst>
            <a:gd name="adj1" fmla="val 55000"/>
            <a:gd name="adj2" fmla="val 45000"/>
          </a:avLst>
        </a:prstGeom>
        <a:solidFill>
          <a:srgbClr val="ED7D31">
            <a:tint val="40000"/>
            <a:alpha val="90000"/>
            <a:hueOff val="-566151"/>
            <a:satOff val="-50231"/>
            <a:lumOff val="-513"/>
            <a:alphaOff val="0"/>
          </a:srgbClr>
        </a:solidFill>
        <a:ln w="12700" cap="flat" cmpd="sng" algn="ctr">
          <a:solidFill>
            <a:srgbClr val="ED7D31">
              <a:tint val="40000"/>
              <a:alpha val="90000"/>
              <a:hueOff val="-566151"/>
              <a:satOff val="-50231"/>
              <a:lumOff val="-513"/>
              <a:alphaOff val="0"/>
            </a:srgbClr>
          </a:solidFill>
          <a:prstDash val="solid"/>
          <a:miter lim="800000"/>
        </a:ln>
        <a:effectLst/>
      </dgm:spPr>
      <dgm:t>
        <a:bodyPr/>
        <a:lstStyle/>
        <a:p>
          <a:pPr>
            <a:buNone/>
          </a:pPr>
          <a:endParaRPr lang="en-US">
            <a:solidFill>
              <a:sysClr val="windowText" lastClr="000000">
                <a:hueOff val="0"/>
                <a:satOff val="0"/>
                <a:lumOff val="0"/>
                <a:alphaOff val="0"/>
              </a:sysClr>
            </a:solidFill>
            <a:latin typeface="Calibri" panose="020F0502020204030204"/>
            <a:ea typeface="+mn-ea"/>
            <a:cs typeface="+mn-cs"/>
          </a:endParaRPr>
        </a:p>
      </dgm:t>
    </dgm:pt>
    <dgm:pt modelId="{AFD919AC-D079-4858-9C8C-28796A9F4E95}">
      <dgm:prSet custT="1"/>
      <dgm:spPr>
        <a:xfrm>
          <a:off x="1885050" y="2268984"/>
          <a:ext cx="8414428" cy="664092"/>
        </a:xfrm>
        <a:prstGeom prst="roundRect">
          <a:avLst>
            <a:gd name="adj" fmla="val 10000"/>
          </a:avLst>
        </a:prstGeom>
        <a:solidFill>
          <a:srgbClr val="ED7D31">
            <a:hueOff val="-1091522"/>
            <a:satOff val="-62946"/>
            <a:lumOff val="6471"/>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800" dirty="0">
              <a:solidFill>
                <a:sysClr val="window" lastClr="FFFFFF"/>
              </a:solidFill>
              <a:latin typeface="+mn-lt"/>
              <a:ea typeface="+mn-ea"/>
              <a:cs typeface="+mn-cs"/>
            </a:rPr>
            <a:t>Walk through from R TFL development to hybrid SAS/R submission  </a:t>
          </a:r>
        </a:p>
      </dgm:t>
    </dgm:pt>
    <dgm:pt modelId="{575249E9-440E-4F0D-9BD8-297F60658F8C}" type="parTrans" cxnId="{CB90ED7C-3EAA-4BB0-88E2-C6693CE570FC}">
      <dgm:prSet/>
      <dgm:spPr/>
      <dgm:t>
        <a:bodyPr/>
        <a:lstStyle/>
        <a:p>
          <a:endParaRPr lang="en-US"/>
        </a:p>
      </dgm:t>
    </dgm:pt>
    <dgm:pt modelId="{9DEFE984-4031-463A-9A38-F961B36B275A}" type="sibTrans" cxnId="{CB90ED7C-3EAA-4BB0-88E2-C6693CE570FC}">
      <dgm:prSet/>
      <dgm:spPr>
        <a:xfrm>
          <a:off x="9867818" y="2750451"/>
          <a:ext cx="431660" cy="431660"/>
        </a:xfrm>
        <a:prstGeom prst="downArrow">
          <a:avLst>
            <a:gd name="adj1" fmla="val 55000"/>
            <a:gd name="adj2" fmla="val 45000"/>
          </a:avLst>
        </a:prstGeom>
        <a:solidFill>
          <a:srgbClr val="ED7D31">
            <a:tint val="40000"/>
            <a:alpha val="90000"/>
            <a:hueOff val="-849226"/>
            <a:satOff val="-75346"/>
            <a:lumOff val="-769"/>
            <a:alphaOff val="0"/>
          </a:srgbClr>
        </a:solidFill>
        <a:ln w="12700" cap="flat" cmpd="sng" algn="ctr">
          <a:solidFill>
            <a:srgbClr val="ED7D31">
              <a:tint val="40000"/>
              <a:alpha val="90000"/>
              <a:hueOff val="-849226"/>
              <a:satOff val="-75346"/>
              <a:lumOff val="-769"/>
              <a:alphaOff val="0"/>
            </a:srgbClr>
          </a:solidFill>
          <a:prstDash val="solid"/>
          <a:miter lim="800000"/>
        </a:ln>
        <a:effectLst/>
      </dgm:spPr>
      <dgm:t>
        <a:bodyPr/>
        <a:lstStyle/>
        <a:p>
          <a:pPr>
            <a:buNone/>
          </a:pPr>
          <a:endParaRPr lang="en-US">
            <a:solidFill>
              <a:sysClr val="windowText" lastClr="000000">
                <a:hueOff val="0"/>
                <a:satOff val="0"/>
                <a:lumOff val="0"/>
                <a:alphaOff val="0"/>
              </a:sysClr>
            </a:solidFill>
            <a:latin typeface="Calibri" panose="020F0502020204030204"/>
            <a:ea typeface="+mn-ea"/>
            <a:cs typeface="+mn-cs"/>
          </a:endParaRPr>
        </a:p>
      </dgm:t>
    </dgm:pt>
    <dgm:pt modelId="{58539C65-88E9-492B-9F4F-D16D9B7B47E3}">
      <dgm:prSet custT="1"/>
      <dgm:spPr>
        <a:xfrm>
          <a:off x="2513400" y="3025312"/>
          <a:ext cx="8414428" cy="664092"/>
        </a:xfrm>
        <a:prstGeom prst="roundRect">
          <a:avLst>
            <a:gd name="adj" fmla="val 10000"/>
          </a:avLst>
        </a:prstGeom>
        <a:solidFill>
          <a:srgbClr val="E7E6E6">
            <a:lumMod val="5000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800" dirty="0">
              <a:solidFill>
                <a:sysClr val="window" lastClr="FFFFFF"/>
              </a:solidFill>
              <a:latin typeface="+mn-lt"/>
              <a:ea typeface="Calibri" panose="020F0502020204030204" pitchFamily="34" charset="0"/>
              <a:cs typeface="Calibri" panose="020F0502020204030204" pitchFamily="34" charset="0"/>
            </a:rPr>
            <a:t>Interaction with HAs and milestones of two submissions to FDA</a:t>
          </a:r>
        </a:p>
      </dgm:t>
    </dgm:pt>
    <dgm:pt modelId="{999324E7-AF49-4729-945F-F0606E6CFC03}" type="parTrans" cxnId="{080DB6CD-D0D1-4E33-8FA3-8279B3E3EBC8}">
      <dgm:prSet/>
      <dgm:spPr/>
      <dgm:t>
        <a:bodyPr/>
        <a:lstStyle/>
        <a:p>
          <a:endParaRPr lang="en-US"/>
        </a:p>
      </dgm:t>
    </dgm:pt>
    <dgm:pt modelId="{8A2616A4-871F-4F5C-9114-2EF7C0826C4C}" type="sibTrans" cxnId="{080DB6CD-D0D1-4E33-8FA3-8279B3E3EBC8}">
      <dgm:prSet/>
      <dgm:spPr/>
      <dgm:t>
        <a:bodyPr/>
        <a:lstStyle/>
        <a:p>
          <a:endParaRPr lang="en-US"/>
        </a:p>
      </dgm:t>
    </dgm:pt>
    <dgm:pt modelId="{CB4FA50B-198D-40D1-B7CA-E7E68B0C5533}" type="pres">
      <dgm:prSet presAssocID="{60FF6998-6FA6-41E4-8C3C-755062F4A2D4}" presName="outerComposite" presStyleCnt="0">
        <dgm:presLayoutVars>
          <dgm:chMax val="5"/>
          <dgm:dir/>
          <dgm:resizeHandles val="exact"/>
        </dgm:presLayoutVars>
      </dgm:prSet>
      <dgm:spPr/>
    </dgm:pt>
    <dgm:pt modelId="{159E689B-9BA1-4A3F-96BA-C0A3A884CE64}" type="pres">
      <dgm:prSet presAssocID="{60FF6998-6FA6-41E4-8C3C-755062F4A2D4}" presName="dummyMaxCanvas" presStyleCnt="0">
        <dgm:presLayoutVars/>
      </dgm:prSet>
      <dgm:spPr/>
    </dgm:pt>
    <dgm:pt modelId="{8CF1A352-8858-4593-A3E0-70B99AF391A4}" type="pres">
      <dgm:prSet presAssocID="{60FF6998-6FA6-41E4-8C3C-755062F4A2D4}" presName="FiveNodes_1" presStyleLbl="node1" presStyleIdx="0" presStyleCnt="5" custLinFactNeighborX="224" custLinFactNeighborY="-17917">
        <dgm:presLayoutVars>
          <dgm:bulletEnabled val="1"/>
        </dgm:presLayoutVars>
      </dgm:prSet>
      <dgm:spPr/>
    </dgm:pt>
    <dgm:pt modelId="{5D6B7CEF-99DD-4973-BDE4-1A45D75C497B}" type="pres">
      <dgm:prSet presAssocID="{60FF6998-6FA6-41E4-8C3C-755062F4A2D4}" presName="FiveNodes_2" presStyleLbl="node1" presStyleIdx="1" presStyleCnt="5">
        <dgm:presLayoutVars>
          <dgm:bulletEnabled val="1"/>
        </dgm:presLayoutVars>
      </dgm:prSet>
      <dgm:spPr/>
    </dgm:pt>
    <dgm:pt modelId="{31D06A05-A263-41A3-81D1-FA063410D286}" type="pres">
      <dgm:prSet presAssocID="{60FF6998-6FA6-41E4-8C3C-755062F4A2D4}" presName="FiveNodes_3" presStyleLbl="node1" presStyleIdx="2" presStyleCnt="5" custScaleX="101669" custLinFactNeighborX="-142">
        <dgm:presLayoutVars>
          <dgm:bulletEnabled val="1"/>
        </dgm:presLayoutVars>
      </dgm:prSet>
      <dgm:spPr/>
    </dgm:pt>
    <dgm:pt modelId="{26CC74C8-85B3-4137-83EA-9B2297DB22CE}" type="pres">
      <dgm:prSet presAssocID="{60FF6998-6FA6-41E4-8C3C-755062F4A2D4}" presName="FiveNodes_4" presStyleLbl="node1" presStyleIdx="3" presStyleCnt="5">
        <dgm:presLayoutVars>
          <dgm:bulletEnabled val="1"/>
        </dgm:presLayoutVars>
      </dgm:prSet>
      <dgm:spPr/>
    </dgm:pt>
    <dgm:pt modelId="{927D77A0-C7D4-4465-9E88-A4C633662B90}" type="pres">
      <dgm:prSet presAssocID="{60FF6998-6FA6-41E4-8C3C-755062F4A2D4}" presName="FiveNodes_5" presStyleLbl="node1" presStyleIdx="4" presStyleCnt="5" custScaleX="100960">
        <dgm:presLayoutVars>
          <dgm:bulletEnabled val="1"/>
        </dgm:presLayoutVars>
      </dgm:prSet>
      <dgm:spPr/>
    </dgm:pt>
    <dgm:pt modelId="{94078451-32A7-42C0-90A4-642252E6341D}" type="pres">
      <dgm:prSet presAssocID="{60FF6998-6FA6-41E4-8C3C-755062F4A2D4}" presName="FiveConn_1-2" presStyleLbl="fgAccFollowNode1" presStyleIdx="0" presStyleCnt="4">
        <dgm:presLayoutVars>
          <dgm:bulletEnabled val="1"/>
        </dgm:presLayoutVars>
      </dgm:prSet>
      <dgm:spPr/>
    </dgm:pt>
    <dgm:pt modelId="{12147878-DA60-41B2-B9A5-4B57C330E59F}" type="pres">
      <dgm:prSet presAssocID="{60FF6998-6FA6-41E4-8C3C-755062F4A2D4}" presName="FiveConn_2-3" presStyleLbl="fgAccFollowNode1" presStyleIdx="1" presStyleCnt="4">
        <dgm:presLayoutVars>
          <dgm:bulletEnabled val="1"/>
        </dgm:presLayoutVars>
      </dgm:prSet>
      <dgm:spPr/>
    </dgm:pt>
    <dgm:pt modelId="{3A34DED7-3BCA-42B9-89EA-CA141E57EBED}" type="pres">
      <dgm:prSet presAssocID="{60FF6998-6FA6-41E4-8C3C-755062F4A2D4}" presName="FiveConn_3-4" presStyleLbl="fgAccFollowNode1" presStyleIdx="2" presStyleCnt="4">
        <dgm:presLayoutVars>
          <dgm:bulletEnabled val="1"/>
        </dgm:presLayoutVars>
      </dgm:prSet>
      <dgm:spPr/>
    </dgm:pt>
    <dgm:pt modelId="{5DFAFC5E-BA27-429A-9937-C25AFBDD7F70}" type="pres">
      <dgm:prSet presAssocID="{60FF6998-6FA6-41E4-8C3C-755062F4A2D4}" presName="FiveConn_4-5" presStyleLbl="fgAccFollowNode1" presStyleIdx="3" presStyleCnt="4">
        <dgm:presLayoutVars>
          <dgm:bulletEnabled val="1"/>
        </dgm:presLayoutVars>
      </dgm:prSet>
      <dgm:spPr/>
    </dgm:pt>
    <dgm:pt modelId="{8C63C166-07FB-42FE-B9D0-6487E4E127CA}" type="pres">
      <dgm:prSet presAssocID="{60FF6998-6FA6-41E4-8C3C-755062F4A2D4}" presName="FiveNodes_1_text" presStyleLbl="node1" presStyleIdx="4" presStyleCnt="5">
        <dgm:presLayoutVars>
          <dgm:bulletEnabled val="1"/>
        </dgm:presLayoutVars>
      </dgm:prSet>
      <dgm:spPr/>
    </dgm:pt>
    <dgm:pt modelId="{60C9BFFA-4BD0-4761-92F3-8B03A7B858B3}" type="pres">
      <dgm:prSet presAssocID="{60FF6998-6FA6-41E4-8C3C-755062F4A2D4}" presName="FiveNodes_2_text" presStyleLbl="node1" presStyleIdx="4" presStyleCnt="5">
        <dgm:presLayoutVars>
          <dgm:bulletEnabled val="1"/>
        </dgm:presLayoutVars>
      </dgm:prSet>
      <dgm:spPr/>
    </dgm:pt>
    <dgm:pt modelId="{B82D9561-793A-4641-B828-040040FA3515}" type="pres">
      <dgm:prSet presAssocID="{60FF6998-6FA6-41E4-8C3C-755062F4A2D4}" presName="FiveNodes_3_text" presStyleLbl="node1" presStyleIdx="4" presStyleCnt="5">
        <dgm:presLayoutVars>
          <dgm:bulletEnabled val="1"/>
        </dgm:presLayoutVars>
      </dgm:prSet>
      <dgm:spPr/>
    </dgm:pt>
    <dgm:pt modelId="{4AEF8BB0-5471-4F01-AE87-160EF6C66A96}" type="pres">
      <dgm:prSet presAssocID="{60FF6998-6FA6-41E4-8C3C-755062F4A2D4}" presName="FiveNodes_4_text" presStyleLbl="node1" presStyleIdx="4" presStyleCnt="5">
        <dgm:presLayoutVars>
          <dgm:bulletEnabled val="1"/>
        </dgm:presLayoutVars>
      </dgm:prSet>
      <dgm:spPr/>
    </dgm:pt>
    <dgm:pt modelId="{4C1C700D-15D7-493A-8F80-AD5C7DEC5903}" type="pres">
      <dgm:prSet presAssocID="{60FF6998-6FA6-41E4-8C3C-755062F4A2D4}" presName="FiveNodes_5_text" presStyleLbl="node1" presStyleIdx="4" presStyleCnt="5">
        <dgm:presLayoutVars>
          <dgm:bulletEnabled val="1"/>
        </dgm:presLayoutVars>
      </dgm:prSet>
      <dgm:spPr/>
    </dgm:pt>
  </dgm:ptLst>
  <dgm:cxnLst>
    <dgm:cxn modelId="{378C630A-D1B3-4BB4-BA1D-89581B4ED9AB}" type="presOf" srcId="{9DEFE984-4031-463A-9A38-F961B36B275A}" destId="{5DFAFC5E-BA27-429A-9937-C25AFBDD7F70}" srcOrd="0" destOrd="0" presId="urn:microsoft.com/office/officeart/2005/8/layout/vProcess5"/>
    <dgm:cxn modelId="{63FE930B-7C19-43F4-B825-77BFD0DCAEED}" type="presOf" srcId="{726115F0-733A-41EC-99B8-F93EA4B83324}" destId="{3A34DED7-3BCA-42B9-89EA-CA141E57EBED}" srcOrd="0" destOrd="0" presId="urn:microsoft.com/office/officeart/2005/8/layout/vProcess5"/>
    <dgm:cxn modelId="{D652B71B-581E-4EB8-A55A-9117BD7C8E35}" type="presOf" srcId="{02F826F0-E0F6-470F-B324-CC7308FA97FC}" destId="{12147878-DA60-41B2-B9A5-4B57C330E59F}" srcOrd="0" destOrd="0" presId="urn:microsoft.com/office/officeart/2005/8/layout/vProcess5"/>
    <dgm:cxn modelId="{D2EE251C-B1F7-4E56-9632-057F6ACB63E8}" type="presOf" srcId="{60FF6998-6FA6-41E4-8C3C-755062F4A2D4}" destId="{CB4FA50B-198D-40D1-B7CA-E7E68B0C5533}" srcOrd="0" destOrd="0" presId="urn:microsoft.com/office/officeart/2005/8/layout/vProcess5"/>
    <dgm:cxn modelId="{866EAB24-B6DD-4A7D-854D-FFCF5D89A7BA}" type="presOf" srcId="{58539C65-88E9-492B-9F4F-D16D9B7B47E3}" destId="{4C1C700D-15D7-493A-8F80-AD5C7DEC5903}" srcOrd="1" destOrd="0" presId="urn:microsoft.com/office/officeart/2005/8/layout/vProcess5"/>
    <dgm:cxn modelId="{2D904F33-869B-4E2B-889F-82A586FE8A3C}" type="presOf" srcId="{C1665360-BB84-453B-85C8-1F4A393B5B70}" destId="{60C9BFFA-4BD0-4761-92F3-8B03A7B858B3}" srcOrd="1" destOrd="0" presId="urn:microsoft.com/office/officeart/2005/8/layout/vProcess5"/>
    <dgm:cxn modelId="{883D2466-390B-4528-B63F-777ECAAC0027}" srcId="{60FF6998-6FA6-41E4-8C3C-755062F4A2D4}" destId="{0FDF6F69-59E8-49B2-AB3D-3A80BB331EC8}" srcOrd="0" destOrd="0" parTransId="{792E6BD0-EE89-47FF-B62F-BB669576F9C4}" sibTransId="{3C42D375-27B8-4339-9C99-67DF84E7EE1B}"/>
    <dgm:cxn modelId="{989E744D-5C49-44FA-92E4-1D2DB53D5B75}" type="presOf" srcId="{58539C65-88E9-492B-9F4F-D16D9B7B47E3}" destId="{927D77A0-C7D4-4465-9E88-A4C633662B90}" srcOrd="0" destOrd="0" presId="urn:microsoft.com/office/officeart/2005/8/layout/vProcess5"/>
    <dgm:cxn modelId="{7DE14C7A-0DC0-4655-B2A8-A46925AD7AB9}" type="presOf" srcId="{AFD919AC-D079-4858-9C8C-28796A9F4E95}" destId="{4AEF8BB0-5471-4F01-AE87-160EF6C66A96}" srcOrd="1" destOrd="0" presId="urn:microsoft.com/office/officeart/2005/8/layout/vProcess5"/>
    <dgm:cxn modelId="{CB90ED7C-3EAA-4BB0-88E2-C6693CE570FC}" srcId="{60FF6998-6FA6-41E4-8C3C-755062F4A2D4}" destId="{AFD919AC-D079-4858-9C8C-28796A9F4E95}" srcOrd="3" destOrd="0" parTransId="{575249E9-440E-4F0D-9BD8-297F60658F8C}" sibTransId="{9DEFE984-4031-463A-9A38-F961B36B275A}"/>
    <dgm:cxn modelId="{B92ED37F-6684-4CFC-AE8C-92B09E9E0933}" type="presOf" srcId="{3C42D375-27B8-4339-9C99-67DF84E7EE1B}" destId="{94078451-32A7-42C0-90A4-642252E6341D}" srcOrd="0" destOrd="0" presId="urn:microsoft.com/office/officeart/2005/8/layout/vProcess5"/>
    <dgm:cxn modelId="{A0371893-DF2A-4285-96E2-A20A9059110D}" srcId="{60FF6998-6FA6-41E4-8C3C-755062F4A2D4}" destId="{45C78810-5BD3-4831-AD7B-54C38CAEC684}" srcOrd="2" destOrd="0" parTransId="{1F446DF0-80A5-497C-8402-C9EE42DFA301}" sibTransId="{726115F0-733A-41EC-99B8-F93EA4B83324}"/>
    <dgm:cxn modelId="{D867A09D-81D5-411E-BDB5-11FF32038A8B}" type="presOf" srcId="{0FDF6F69-59E8-49B2-AB3D-3A80BB331EC8}" destId="{8CF1A352-8858-4593-A3E0-70B99AF391A4}" srcOrd="0" destOrd="0" presId="urn:microsoft.com/office/officeart/2005/8/layout/vProcess5"/>
    <dgm:cxn modelId="{566CFEA4-D72C-4BA6-81C9-56F77353B40D}" type="presOf" srcId="{45C78810-5BD3-4831-AD7B-54C38CAEC684}" destId="{31D06A05-A263-41A3-81D1-FA063410D286}" srcOrd="0" destOrd="0" presId="urn:microsoft.com/office/officeart/2005/8/layout/vProcess5"/>
    <dgm:cxn modelId="{5F8DF6BA-93ED-4A41-8DE4-279BF5809302}" type="presOf" srcId="{C1665360-BB84-453B-85C8-1F4A393B5B70}" destId="{5D6B7CEF-99DD-4973-BDE4-1A45D75C497B}" srcOrd="0" destOrd="0" presId="urn:microsoft.com/office/officeart/2005/8/layout/vProcess5"/>
    <dgm:cxn modelId="{4CE289BB-2302-42E1-AD44-4DB08033ABD8}" srcId="{60FF6998-6FA6-41E4-8C3C-755062F4A2D4}" destId="{C1665360-BB84-453B-85C8-1F4A393B5B70}" srcOrd="1" destOrd="0" parTransId="{EAD13384-EC74-4416-8738-B54DF27A0A9C}" sibTransId="{02F826F0-E0F6-470F-B324-CC7308FA97FC}"/>
    <dgm:cxn modelId="{7CB277CC-43DA-498C-8F73-B610C82A11B6}" type="presOf" srcId="{0FDF6F69-59E8-49B2-AB3D-3A80BB331EC8}" destId="{8C63C166-07FB-42FE-B9D0-6487E4E127CA}" srcOrd="1" destOrd="0" presId="urn:microsoft.com/office/officeart/2005/8/layout/vProcess5"/>
    <dgm:cxn modelId="{080DB6CD-D0D1-4E33-8FA3-8279B3E3EBC8}" srcId="{60FF6998-6FA6-41E4-8C3C-755062F4A2D4}" destId="{58539C65-88E9-492B-9F4F-D16D9B7B47E3}" srcOrd="4" destOrd="0" parTransId="{999324E7-AF49-4729-945F-F0606E6CFC03}" sibTransId="{8A2616A4-871F-4F5C-9114-2EF7C0826C4C}"/>
    <dgm:cxn modelId="{FAEBE2D2-000F-465A-8C94-A1E5B9FDADBE}" type="presOf" srcId="{AFD919AC-D079-4858-9C8C-28796A9F4E95}" destId="{26CC74C8-85B3-4137-83EA-9B2297DB22CE}" srcOrd="0" destOrd="0" presId="urn:microsoft.com/office/officeart/2005/8/layout/vProcess5"/>
    <dgm:cxn modelId="{327652F1-3043-4FAF-9CE4-F30E108E45F3}" type="presOf" srcId="{45C78810-5BD3-4831-AD7B-54C38CAEC684}" destId="{B82D9561-793A-4641-B828-040040FA3515}" srcOrd="1" destOrd="0" presId="urn:microsoft.com/office/officeart/2005/8/layout/vProcess5"/>
    <dgm:cxn modelId="{82066886-42A0-4684-9600-5BA45884A4E6}" type="presParOf" srcId="{CB4FA50B-198D-40D1-B7CA-E7E68B0C5533}" destId="{159E689B-9BA1-4A3F-96BA-C0A3A884CE64}" srcOrd="0" destOrd="0" presId="urn:microsoft.com/office/officeart/2005/8/layout/vProcess5"/>
    <dgm:cxn modelId="{F2B08FEF-5C24-46E1-B7BA-5ECA7EB7DB7E}" type="presParOf" srcId="{CB4FA50B-198D-40D1-B7CA-E7E68B0C5533}" destId="{8CF1A352-8858-4593-A3E0-70B99AF391A4}" srcOrd="1" destOrd="0" presId="urn:microsoft.com/office/officeart/2005/8/layout/vProcess5"/>
    <dgm:cxn modelId="{9EF2703C-9FBF-4684-9DB8-C5631D9CF1B9}" type="presParOf" srcId="{CB4FA50B-198D-40D1-B7CA-E7E68B0C5533}" destId="{5D6B7CEF-99DD-4973-BDE4-1A45D75C497B}" srcOrd="2" destOrd="0" presId="urn:microsoft.com/office/officeart/2005/8/layout/vProcess5"/>
    <dgm:cxn modelId="{BF79FCDD-13E9-4CD0-9E56-FB8BFBDACEEE}" type="presParOf" srcId="{CB4FA50B-198D-40D1-B7CA-E7E68B0C5533}" destId="{31D06A05-A263-41A3-81D1-FA063410D286}" srcOrd="3" destOrd="0" presId="urn:microsoft.com/office/officeart/2005/8/layout/vProcess5"/>
    <dgm:cxn modelId="{0E122042-7FF3-4DEB-9111-DFC401A384F7}" type="presParOf" srcId="{CB4FA50B-198D-40D1-B7CA-E7E68B0C5533}" destId="{26CC74C8-85B3-4137-83EA-9B2297DB22CE}" srcOrd="4" destOrd="0" presId="urn:microsoft.com/office/officeart/2005/8/layout/vProcess5"/>
    <dgm:cxn modelId="{E9214AB2-2A70-4283-B140-4A4EE8866E7D}" type="presParOf" srcId="{CB4FA50B-198D-40D1-B7CA-E7E68B0C5533}" destId="{927D77A0-C7D4-4465-9E88-A4C633662B90}" srcOrd="5" destOrd="0" presId="urn:microsoft.com/office/officeart/2005/8/layout/vProcess5"/>
    <dgm:cxn modelId="{5C4BC84B-CFAF-4284-B0D6-6D5B6E247716}" type="presParOf" srcId="{CB4FA50B-198D-40D1-B7CA-E7E68B0C5533}" destId="{94078451-32A7-42C0-90A4-642252E6341D}" srcOrd="6" destOrd="0" presId="urn:microsoft.com/office/officeart/2005/8/layout/vProcess5"/>
    <dgm:cxn modelId="{12E4EF70-35BD-4D0B-9BFB-A922CE5E3903}" type="presParOf" srcId="{CB4FA50B-198D-40D1-B7CA-E7E68B0C5533}" destId="{12147878-DA60-41B2-B9A5-4B57C330E59F}" srcOrd="7" destOrd="0" presId="urn:microsoft.com/office/officeart/2005/8/layout/vProcess5"/>
    <dgm:cxn modelId="{575C6DDE-6E5F-4529-B64A-02E4F57384E5}" type="presParOf" srcId="{CB4FA50B-198D-40D1-B7CA-E7E68B0C5533}" destId="{3A34DED7-3BCA-42B9-89EA-CA141E57EBED}" srcOrd="8" destOrd="0" presId="urn:microsoft.com/office/officeart/2005/8/layout/vProcess5"/>
    <dgm:cxn modelId="{6C9A8CCE-9757-4E01-9211-019E15AA5D02}" type="presParOf" srcId="{CB4FA50B-198D-40D1-B7CA-E7E68B0C5533}" destId="{5DFAFC5E-BA27-429A-9937-C25AFBDD7F70}" srcOrd="9" destOrd="0" presId="urn:microsoft.com/office/officeart/2005/8/layout/vProcess5"/>
    <dgm:cxn modelId="{104B70AA-E334-4DB3-90FD-20833C2C541E}" type="presParOf" srcId="{CB4FA50B-198D-40D1-B7CA-E7E68B0C5533}" destId="{8C63C166-07FB-42FE-B9D0-6487E4E127CA}" srcOrd="10" destOrd="0" presId="urn:microsoft.com/office/officeart/2005/8/layout/vProcess5"/>
    <dgm:cxn modelId="{3561C33F-4B7D-4EF5-8896-3CC32297FDB7}" type="presParOf" srcId="{CB4FA50B-198D-40D1-B7CA-E7E68B0C5533}" destId="{60C9BFFA-4BD0-4761-92F3-8B03A7B858B3}" srcOrd="11" destOrd="0" presId="urn:microsoft.com/office/officeart/2005/8/layout/vProcess5"/>
    <dgm:cxn modelId="{2F05B36A-0AEF-4000-985D-1181760CAEDF}" type="presParOf" srcId="{CB4FA50B-198D-40D1-B7CA-E7E68B0C5533}" destId="{B82D9561-793A-4641-B828-040040FA3515}" srcOrd="12" destOrd="0" presId="urn:microsoft.com/office/officeart/2005/8/layout/vProcess5"/>
    <dgm:cxn modelId="{66B4548B-5941-40C2-B32E-683A5AC698CD}" type="presParOf" srcId="{CB4FA50B-198D-40D1-B7CA-E7E68B0C5533}" destId="{4AEF8BB0-5471-4F01-AE87-160EF6C66A96}" srcOrd="13" destOrd="0" presId="urn:microsoft.com/office/officeart/2005/8/layout/vProcess5"/>
    <dgm:cxn modelId="{F14383D0-2BF7-469B-A7C2-9BE36517CCB2}" type="presParOf" srcId="{CB4FA50B-198D-40D1-B7CA-E7E68B0C5533}" destId="{4C1C700D-15D7-493A-8F80-AD5C7DEC5903}" srcOrd="14" destOrd="0" presId="urn:microsoft.com/office/officeart/2005/8/layout/vProcess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0FF6998-6FA6-41E4-8C3C-755062F4A2D4}" type="doc">
      <dgm:prSet loTypeId="urn:microsoft.com/office/officeart/2005/8/layout/orgChart1" loCatId="hierarchy" qsTypeId="urn:microsoft.com/office/officeart/2005/8/quickstyle/simple2" qsCatId="simple" csTypeId="urn:microsoft.com/office/officeart/2005/8/colors/accent5_2" csCatId="accent5"/>
      <dgm:spPr/>
      <dgm:t>
        <a:bodyPr/>
        <a:lstStyle/>
        <a:p>
          <a:endParaRPr lang="en-US"/>
        </a:p>
      </dgm:t>
    </dgm:pt>
    <dgm:pt modelId="{75D996BD-428C-4F39-A337-D9B23C19BCC7}" type="pres">
      <dgm:prSet presAssocID="{60FF6998-6FA6-41E4-8C3C-755062F4A2D4}" presName="hierChild1" presStyleCnt="0">
        <dgm:presLayoutVars>
          <dgm:orgChart val="1"/>
          <dgm:chPref val="1"/>
          <dgm:dir/>
          <dgm:animOne val="branch"/>
          <dgm:animLvl val="lvl"/>
          <dgm:resizeHandles/>
        </dgm:presLayoutVars>
      </dgm:prSet>
      <dgm:spPr/>
    </dgm:pt>
  </dgm:ptLst>
  <dgm:cxnLst>
    <dgm:cxn modelId="{233918DB-4B65-42A0-891D-DFB03ED054A6}" type="presOf" srcId="{60FF6998-6FA6-41E4-8C3C-755062F4A2D4}" destId="{75D996BD-428C-4F39-A337-D9B23C19BCC7}" srcOrd="0"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F1A352-8858-4593-A3E0-70B99AF391A4}">
      <dsp:nvSpPr>
        <dsp:cNvPr id="0" name=""/>
        <dsp:cNvSpPr/>
      </dsp:nvSpPr>
      <dsp:spPr>
        <a:xfrm>
          <a:off x="-1346" y="0"/>
          <a:ext cx="8414428" cy="664092"/>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ysClr val="window" lastClr="FFFFFF"/>
              </a:solidFill>
              <a:latin typeface="+mn-lt"/>
              <a:ea typeface="+mn-ea"/>
              <a:cs typeface="+mn-cs"/>
            </a:rPr>
            <a:t>Pilot trial selection and regulatory submission.</a:t>
          </a:r>
        </a:p>
      </dsp:txBody>
      <dsp:txXfrm>
        <a:off x="18105" y="19451"/>
        <a:ext cx="7620120" cy="625190"/>
      </dsp:txXfrm>
    </dsp:sp>
    <dsp:sp modelId="{5D6B7CEF-99DD-4973-BDE4-1A45D75C497B}">
      <dsp:nvSpPr>
        <dsp:cNvPr id="0" name=""/>
        <dsp:cNvSpPr/>
      </dsp:nvSpPr>
      <dsp:spPr>
        <a:xfrm>
          <a:off x="608155" y="756328"/>
          <a:ext cx="8414428" cy="664092"/>
        </a:xfrm>
        <a:prstGeom prst="roundRect">
          <a:avLst>
            <a:gd name="adj" fmla="val 10000"/>
          </a:avLst>
        </a:prstGeom>
        <a:solidFill>
          <a:srgbClr val="ED7D31">
            <a:hueOff val="-363841"/>
            <a:satOff val="-20982"/>
            <a:lumOff val="2157"/>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ysClr val="window" lastClr="FFFFFF"/>
              </a:solidFill>
              <a:latin typeface="+mn-lt"/>
              <a:ea typeface="+mn-ea"/>
              <a:cs typeface="+mn-cs"/>
            </a:rPr>
            <a:t>In-house developed packages to open-source packages</a:t>
          </a:r>
        </a:p>
      </dsp:txBody>
      <dsp:txXfrm>
        <a:off x="627606" y="775779"/>
        <a:ext cx="7315515" cy="625190"/>
      </dsp:txXfrm>
    </dsp:sp>
    <dsp:sp modelId="{31D06A05-A263-41A3-81D1-FA063410D286}">
      <dsp:nvSpPr>
        <dsp:cNvPr id="0" name=""/>
        <dsp:cNvSpPr/>
      </dsp:nvSpPr>
      <dsp:spPr>
        <a:xfrm>
          <a:off x="1154338" y="1512656"/>
          <a:ext cx="8554865" cy="664092"/>
        </a:xfrm>
        <a:prstGeom prst="roundRect">
          <a:avLst>
            <a:gd name="adj" fmla="val 10000"/>
          </a:avLst>
        </a:prstGeom>
        <a:solidFill>
          <a:srgbClr val="ED7D31">
            <a:hueOff val="-727682"/>
            <a:satOff val="-41964"/>
            <a:lumOff val="4314"/>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ysClr val="window" lastClr="FFFFFF"/>
              </a:solidFill>
              <a:latin typeface="+mn-lt"/>
              <a:ea typeface="+mn-ea"/>
              <a:cs typeface="+mn-cs"/>
            </a:rPr>
            <a:t>New ADRG with Appendix for R environment set up based on R Consortium pilot project </a:t>
          </a:r>
        </a:p>
      </dsp:txBody>
      <dsp:txXfrm>
        <a:off x="1173789" y="1532107"/>
        <a:ext cx="7438261" cy="625190"/>
      </dsp:txXfrm>
    </dsp:sp>
    <dsp:sp modelId="{26CC74C8-85B3-4137-83EA-9B2297DB22CE}">
      <dsp:nvSpPr>
        <dsp:cNvPr id="0" name=""/>
        <dsp:cNvSpPr/>
      </dsp:nvSpPr>
      <dsp:spPr>
        <a:xfrm>
          <a:off x="1864855" y="2268984"/>
          <a:ext cx="8414428" cy="664092"/>
        </a:xfrm>
        <a:prstGeom prst="roundRect">
          <a:avLst>
            <a:gd name="adj" fmla="val 10000"/>
          </a:avLst>
        </a:prstGeom>
        <a:solidFill>
          <a:srgbClr val="ED7D31">
            <a:hueOff val="-1091522"/>
            <a:satOff val="-62946"/>
            <a:lumOff val="6471"/>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ysClr val="window" lastClr="FFFFFF"/>
              </a:solidFill>
              <a:latin typeface="+mn-lt"/>
              <a:ea typeface="+mn-ea"/>
              <a:cs typeface="+mn-cs"/>
            </a:rPr>
            <a:t>Walk through from R TFL development to hybrid SAS/R submission  </a:t>
          </a:r>
        </a:p>
      </dsp:txBody>
      <dsp:txXfrm>
        <a:off x="1884306" y="2288435"/>
        <a:ext cx="7315515" cy="625190"/>
      </dsp:txXfrm>
    </dsp:sp>
    <dsp:sp modelId="{927D77A0-C7D4-4465-9E88-A4C633662B90}">
      <dsp:nvSpPr>
        <dsp:cNvPr id="0" name=""/>
        <dsp:cNvSpPr/>
      </dsp:nvSpPr>
      <dsp:spPr>
        <a:xfrm>
          <a:off x="2452816" y="3025312"/>
          <a:ext cx="8495206" cy="664092"/>
        </a:xfrm>
        <a:prstGeom prst="roundRect">
          <a:avLst>
            <a:gd name="adj" fmla="val 10000"/>
          </a:avLst>
        </a:prstGeom>
        <a:solidFill>
          <a:srgbClr val="E7E6E6">
            <a:lumMod val="50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ysClr val="window" lastClr="FFFFFF"/>
              </a:solidFill>
              <a:latin typeface="+mn-lt"/>
              <a:ea typeface="Calibri" panose="020F0502020204030204" pitchFamily="34" charset="0"/>
              <a:cs typeface="Calibri" panose="020F0502020204030204" pitchFamily="34" charset="0"/>
            </a:rPr>
            <a:t>Interaction with HAs and milestones of two submissions to FDA</a:t>
          </a:r>
        </a:p>
      </dsp:txBody>
      <dsp:txXfrm>
        <a:off x="2472267" y="3044763"/>
        <a:ext cx="7386118" cy="625190"/>
      </dsp:txXfrm>
    </dsp:sp>
    <dsp:sp modelId="{94078451-32A7-42C0-90A4-642252E6341D}">
      <dsp:nvSpPr>
        <dsp:cNvPr id="0" name=""/>
        <dsp:cNvSpPr/>
      </dsp:nvSpPr>
      <dsp:spPr>
        <a:xfrm>
          <a:off x="7962573" y="485156"/>
          <a:ext cx="431660" cy="431660"/>
        </a:xfrm>
        <a:prstGeom prst="downArrow">
          <a:avLst>
            <a:gd name="adj1" fmla="val 55000"/>
            <a:gd name="adj2" fmla="val 45000"/>
          </a:avLst>
        </a:prstGeom>
        <a:solidFill>
          <a:srgbClr val="ED7D31">
            <a:tint val="40000"/>
            <a:alpha val="90000"/>
            <a:hueOff val="0"/>
            <a:satOff val="0"/>
            <a:lumOff val="0"/>
            <a:alphaOff val="0"/>
          </a:srgbClr>
        </a:solidFill>
        <a:ln w="12700" cap="flat" cmpd="sng" algn="ctr">
          <a:solidFill>
            <a:srgbClr val="ED7D31">
              <a:tint val="40000"/>
              <a:alpha val="9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solidFill>
              <a:sysClr val="windowText" lastClr="000000">
                <a:hueOff val="0"/>
                <a:satOff val="0"/>
                <a:lumOff val="0"/>
                <a:alphaOff val="0"/>
              </a:sysClr>
            </a:solidFill>
            <a:latin typeface="Calibri" panose="020F0502020204030204"/>
            <a:ea typeface="+mn-ea"/>
            <a:cs typeface="+mn-cs"/>
          </a:endParaRPr>
        </a:p>
      </dsp:txBody>
      <dsp:txXfrm>
        <a:off x="8059696" y="485156"/>
        <a:ext cx="237414" cy="324824"/>
      </dsp:txXfrm>
    </dsp:sp>
    <dsp:sp modelId="{12147878-DA60-41B2-B9A5-4B57C330E59F}">
      <dsp:nvSpPr>
        <dsp:cNvPr id="0" name=""/>
        <dsp:cNvSpPr/>
      </dsp:nvSpPr>
      <dsp:spPr>
        <a:xfrm>
          <a:off x="8590923" y="1241484"/>
          <a:ext cx="431660" cy="431660"/>
        </a:xfrm>
        <a:prstGeom prst="downArrow">
          <a:avLst>
            <a:gd name="adj1" fmla="val 55000"/>
            <a:gd name="adj2" fmla="val 45000"/>
          </a:avLst>
        </a:prstGeom>
        <a:solidFill>
          <a:srgbClr val="ED7D31">
            <a:tint val="40000"/>
            <a:alpha val="90000"/>
            <a:hueOff val="-283075"/>
            <a:satOff val="-25115"/>
            <a:lumOff val="-256"/>
            <a:alphaOff val="0"/>
          </a:srgbClr>
        </a:solidFill>
        <a:ln w="12700" cap="flat" cmpd="sng" algn="ctr">
          <a:solidFill>
            <a:srgbClr val="ED7D31">
              <a:tint val="40000"/>
              <a:alpha val="90000"/>
              <a:hueOff val="-283075"/>
              <a:satOff val="-25115"/>
              <a:lumOff val="-256"/>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solidFill>
              <a:sysClr val="windowText" lastClr="000000">
                <a:hueOff val="0"/>
                <a:satOff val="0"/>
                <a:lumOff val="0"/>
                <a:alphaOff val="0"/>
              </a:sysClr>
            </a:solidFill>
            <a:latin typeface="Calibri" panose="020F0502020204030204"/>
            <a:ea typeface="+mn-ea"/>
            <a:cs typeface="+mn-cs"/>
          </a:endParaRPr>
        </a:p>
      </dsp:txBody>
      <dsp:txXfrm>
        <a:off x="8688046" y="1241484"/>
        <a:ext cx="237414" cy="324824"/>
      </dsp:txXfrm>
    </dsp:sp>
    <dsp:sp modelId="{3A34DED7-3BCA-42B9-89EA-CA141E57EBED}">
      <dsp:nvSpPr>
        <dsp:cNvPr id="0" name=""/>
        <dsp:cNvSpPr/>
      </dsp:nvSpPr>
      <dsp:spPr>
        <a:xfrm>
          <a:off x="9219273" y="1986744"/>
          <a:ext cx="431660" cy="431660"/>
        </a:xfrm>
        <a:prstGeom prst="downArrow">
          <a:avLst>
            <a:gd name="adj1" fmla="val 55000"/>
            <a:gd name="adj2" fmla="val 45000"/>
          </a:avLst>
        </a:prstGeom>
        <a:solidFill>
          <a:srgbClr val="ED7D31">
            <a:tint val="40000"/>
            <a:alpha val="90000"/>
            <a:hueOff val="-566151"/>
            <a:satOff val="-50231"/>
            <a:lumOff val="-513"/>
            <a:alphaOff val="0"/>
          </a:srgbClr>
        </a:solidFill>
        <a:ln w="12700" cap="flat" cmpd="sng" algn="ctr">
          <a:solidFill>
            <a:srgbClr val="ED7D31">
              <a:tint val="40000"/>
              <a:alpha val="90000"/>
              <a:hueOff val="-566151"/>
              <a:satOff val="-50231"/>
              <a:lumOff val="-513"/>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solidFill>
              <a:sysClr val="windowText" lastClr="000000">
                <a:hueOff val="0"/>
                <a:satOff val="0"/>
                <a:lumOff val="0"/>
                <a:alphaOff val="0"/>
              </a:sysClr>
            </a:solidFill>
            <a:latin typeface="Calibri" panose="020F0502020204030204"/>
            <a:ea typeface="+mn-ea"/>
            <a:cs typeface="+mn-cs"/>
          </a:endParaRPr>
        </a:p>
      </dsp:txBody>
      <dsp:txXfrm>
        <a:off x="9316396" y="1986744"/>
        <a:ext cx="237414" cy="324824"/>
      </dsp:txXfrm>
    </dsp:sp>
    <dsp:sp modelId="{5DFAFC5E-BA27-429A-9937-C25AFBDD7F70}">
      <dsp:nvSpPr>
        <dsp:cNvPr id="0" name=""/>
        <dsp:cNvSpPr/>
      </dsp:nvSpPr>
      <dsp:spPr>
        <a:xfrm>
          <a:off x="9847623" y="2750451"/>
          <a:ext cx="431660" cy="431660"/>
        </a:xfrm>
        <a:prstGeom prst="downArrow">
          <a:avLst>
            <a:gd name="adj1" fmla="val 55000"/>
            <a:gd name="adj2" fmla="val 45000"/>
          </a:avLst>
        </a:prstGeom>
        <a:solidFill>
          <a:srgbClr val="ED7D31">
            <a:tint val="40000"/>
            <a:alpha val="90000"/>
            <a:hueOff val="-849226"/>
            <a:satOff val="-75346"/>
            <a:lumOff val="-769"/>
            <a:alphaOff val="0"/>
          </a:srgbClr>
        </a:solidFill>
        <a:ln w="12700" cap="flat" cmpd="sng" algn="ctr">
          <a:solidFill>
            <a:srgbClr val="ED7D31">
              <a:tint val="40000"/>
              <a:alpha val="90000"/>
              <a:hueOff val="-849226"/>
              <a:satOff val="-75346"/>
              <a:lumOff val="-769"/>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solidFill>
              <a:sysClr val="windowText" lastClr="000000">
                <a:hueOff val="0"/>
                <a:satOff val="0"/>
                <a:lumOff val="0"/>
                <a:alphaOff val="0"/>
              </a:sysClr>
            </a:solidFill>
            <a:latin typeface="Calibri" panose="020F0502020204030204"/>
            <a:ea typeface="+mn-ea"/>
            <a:cs typeface="+mn-cs"/>
          </a:endParaRPr>
        </a:p>
      </dsp:txBody>
      <dsp:txXfrm>
        <a:off x="9944746" y="2750451"/>
        <a:ext cx="237414" cy="3248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1C453A-419D-419F-B7D3-C3F4D379EB51}" type="datetimeFigureOut">
              <a:rPr lang="en-US" smtClean="0"/>
              <a:t>10/20/2025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5B530B-61CF-459B-8343-1337653EB112}" type="slidenum">
              <a:rPr lang="en-US" smtClean="0"/>
              <a:t>‹#›</a:t>
            </a:fld>
            <a:endParaRPr lang="en-US"/>
          </a:p>
        </p:txBody>
      </p:sp>
    </p:spTree>
    <p:extLst>
      <p:ext uri="{BB962C8B-B14F-4D97-AF65-F5344CB8AC3E}">
        <p14:creationId xmlns:p14="http://schemas.microsoft.com/office/powerpoint/2010/main" val="28836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packagemanager.posit.co/cran/2022-09-15"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5B530B-61CF-459B-8343-1337653EB112}" type="slidenum">
              <a:rPr lang="en-US" smtClean="0"/>
              <a:t>2</a:t>
            </a:fld>
            <a:endParaRPr lang="en-US"/>
          </a:p>
        </p:txBody>
      </p:sp>
    </p:spTree>
    <p:extLst>
      <p:ext uri="{BB962C8B-B14F-4D97-AF65-F5344CB8AC3E}">
        <p14:creationId xmlns:p14="http://schemas.microsoft.com/office/powerpoint/2010/main" val="37986739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85AD6-BFA8-FE49-E91E-327C2BBFC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D6A3D-E53A-443A-2B1F-0C44885AAC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1EF872-A6CA-8464-FD01-92207F0FFE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B43CEF-2504-72EF-9DD1-E8DCAD1EFB15}"/>
              </a:ext>
            </a:extLst>
          </p:cNvPr>
          <p:cNvSpPr>
            <a:spLocks noGrp="1"/>
          </p:cNvSpPr>
          <p:nvPr>
            <p:ph type="sldNum" sz="quarter" idx="5"/>
          </p:nvPr>
        </p:nvSpPr>
        <p:spPr/>
        <p:txBody>
          <a:bodyPr/>
          <a:lstStyle/>
          <a:p>
            <a:fld id="{3C5B530B-61CF-459B-8343-1337653EB112}" type="slidenum">
              <a:rPr lang="en-US" smtClean="0"/>
              <a:t>3</a:t>
            </a:fld>
            <a:endParaRPr lang="en-US"/>
          </a:p>
        </p:txBody>
      </p:sp>
    </p:spTree>
    <p:extLst>
      <p:ext uri="{BB962C8B-B14F-4D97-AF65-F5344CB8AC3E}">
        <p14:creationId xmlns:p14="http://schemas.microsoft.com/office/powerpoint/2010/main" val="2174230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into the submission strategy, let’s take a moment to highlight two </a:t>
            </a:r>
            <a:r>
              <a:rPr lang="en-US" b="1" dirty="0"/>
              <a:t>in-house developed R packages</a:t>
            </a:r>
            <a:r>
              <a:rPr lang="en-US" dirty="0"/>
              <a:t> that were instrumental in our hybrid submission to the FDA.</a:t>
            </a:r>
          </a:p>
          <a:p>
            <a:endParaRPr lang="en-US" dirty="0"/>
          </a:p>
          <a:p>
            <a:r>
              <a:rPr lang="en-US" dirty="0"/>
              <a:t>The first package is called </a:t>
            </a:r>
            <a:r>
              <a:rPr lang="en-US" b="1" dirty="0" err="1"/>
              <a:t>envsetup</a:t>
            </a:r>
            <a:r>
              <a:rPr lang="en-US" dirty="0"/>
              <a:t>, and it plays a critical role in managing input and output paths throughout the lifecycle of a typical programming script.</a:t>
            </a:r>
            <a:endParaRPr lang="en-US" dirty="0">
              <a:ea typeface="Calibri"/>
              <a:cs typeface="Calibri"/>
            </a:endParaRPr>
          </a:p>
          <a:p>
            <a:endParaRPr lang="en-US" dirty="0"/>
          </a:p>
          <a:p>
            <a:r>
              <a:rPr lang="en-US" dirty="0"/>
              <a:t>In our workflow, each script transitions through </a:t>
            </a:r>
            <a:r>
              <a:rPr lang="en-US" b="1" dirty="0"/>
              <a:t>three distinct environments, each with a different physical location</a:t>
            </a:r>
            <a:r>
              <a:rPr lang="en-US" dirty="0"/>
              <a:t>:</a:t>
            </a:r>
            <a:endParaRPr lang="en-US" dirty="0">
              <a:ea typeface="Calibri"/>
              <a:cs typeface="Calibri"/>
            </a:endParaRPr>
          </a:p>
          <a:p>
            <a:pPr marL="171450" indent="-171450">
              <a:buFont typeface="Arial"/>
              <a:buChar char="•"/>
            </a:pPr>
            <a:r>
              <a:rPr lang="en-US" b="1" dirty="0"/>
              <a:t>Development</a:t>
            </a:r>
            <a:r>
              <a:rPr lang="en-US" dirty="0"/>
              <a:t> – where initial coding happens.</a:t>
            </a:r>
            <a:endParaRPr lang="en-US" dirty="0">
              <a:ea typeface="Calibri"/>
              <a:cs typeface="Calibri"/>
            </a:endParaRPr>
          </a:p>
          <a:p>
            <a:pPr marL="171450" indent="-171450">
              <a:buFont typeface="Arial"/>
              <a:buChar char="•"/>
            </a:pPr>
            <a:r>
              <a:rPr lang="en-US" b="1" dirty="0"/>
              <a:t>Quality Control (QC)</a:t>
            </a:r>
            <a:r>
              <a:rPr lang="en-US" dirty="0"/>
              <a:t> – where independent validation is performed.</a:t>
            </a:r>
            <a:endParaRPr lang="en-US" dirty="0">
              <a:ea typeface="Calibri"/>
              <a:cs typeface="Calibri"/>
            </a:endParaRPr>
          </a:p>
          <a:p>
            <a:pPr marL="171450" indent="-171450">
              <a:buFont typeface="Arial"/>
              <a:buChar char="•"/>
            </a:pPr>
            <a:r>
              <a:rPr lang="en-US" b="1" dirty="0"/>
              <a:t>Production</a:t>
            </a:r>
            <a:r>
              <a:rPr lang="en-US" dirty="0"/>
              <a:t> – the finalized environment used to generate outputs for external stakeholders, including regulatory agencies.</a:t>
            </a:r>
            <a:endParaRPr lang="en-US" dirty="0">
              <a:ea typeface="Calibri"/>
              <a:cs typeface="Calibri"/>
            </a:endParaRPr>
          </a:p>
          <a:p>
            <a:pPr marL="171450" indent="-171450">
              <a:buFont typeface="Arial"/>
              <a:buChar char="•"/>
            </a:pPr>
            <a:endParaRPr lang="en-US" dirty="0"/>
          </a:p>
          <a:p>
            <a:r>
              <a:rPr lang="en-US" dirty="0"/>
              <a:t>To support this, </a:t>
            </a:r>
            <a:r>
              <a:rPr lang="en-US" dirty="0" err="1"/>
              <a:t>envsetup</a:t>
            </a:r>
            <a:r>
              <a:rPr lang="en-US" dirty="0"/>
              <a:t> uses a </a:t>
            </a:r>
            <a:r>
              <a:rPr lang="en-US" b="1" dirty="0"/>
              <a:t>configuration file</a:t>
            </a:r>
            <a:r>
              <a:rPr lang="en-US" dirty="0"/>
              <a:t> tailored to the sponsor’s Statistical Computing Environment (SCE). For submission purposes, this configuration is adapted to match the reviewer’s environment, ensuring reproducibility.</a:t>
            </a:r>
            <a:endParaRPr lang="en-US" dirty="0">
              <a:ea typeface="Calibri"/>
              <a:cs typeface="Calibri"/>
            </a:endParaRPr>
          </a:p>
          <a:p>
            <a:endParaRPr lang="en-US" dirty="0"/>
          </a:p>
          <a:p>
            <a:r>
              <a:rPr lang="en-US" dirty="0"/>
              <a:t>Three core functions make this possible [are central]:</a:t>
            </a:r>
            <a:endParaRPr lang="en-US" dirty="0">
              <a:ea typeface="Calibri"/>
              <a:cs typeface="Calibri"/>
            </a:endParaRPr>
          </a:p>
          <a:p>
            <a:pPr marL="171450" indent="-171450">
              <a:buFont typeface="Arial"/>
              <a:buChar char="•"/>
            </a:pPr>
            <a:r>
              <a:rPr lang="en-US" b="1" dirty="0"/>
              <a:t>rprofile()</a:t>
            </a:r>
            <a:r>
              <a:rPr lang="en-US" dirty="0"/>
              <a:t>: Reads the configuration file and stores the working paths.</a:t>
            </a:r>
            <a:endParaRPr lang="en-US" dirty="0">
              <a:ea typeface="Calibri"/>
              <a:cs typeface="Calibri"/>
            </a:endParaRPr>
          </a:p>
          <a:p>
            <a:pPr marL="171450" indent="-171450">
              <a:buFont typeface="Arial"/>
              <a:buChar char="•"/>
            </a:pPr>
            <a:r>
              <a:rPr lang="en-US" b="1" dirty="0" err="1"/>
              <a:t>read_path</a:t>
            </a:r>
            <a:r>
              <a:rPr lang="en-US" b="1" dirty="0"/>
              <a:t>()</a:t>
            </a:r>
            <a:r>
              <a:rPr lang="en-US" dirty="0"/>
              <a:t>: Locates and reads input files, checking across multiple predefined locations.</a:t>
            </a:r>
            <a:endParaRPr lang="en-US" dirty="0">
              <a:ea typeface="Calibri"/>
              <a:cs typeface="Calibri"/>
            </a:endParaRPr>
          </a:p>
          <a:p>
            <a:pPr marL="171450" indent="-171450">
              <a:buFont typeface="Arial"/>
              <a:buChar char="•"/>
            </a:pPr>
            <a:r>
              <a:rPr lang="en-US" b="1" dirty="0" err="1"/>
              <a:t>write_path</a:t>
            </a:r>
            <a:r>
              <a:rPr lang="en-US" b="1" dirty="0"/>
              <a:t>()</a:t>
            </a:r>
            <a:r>
              <a:rPr lang="en-US" dirty="0"/>
              <a:t>: Writes outputs to the designated location. While this is typically hardcoded for submission, the function also supports dynamic path resolution during development.</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3C5B530B-61CF-459B-8343-1337653EB112}" type="slidenum">
              <a:rPr lang="en-US" smtClean="0"/>
              <a:t>5</a:t>
            </a:fld>
            <a:endParaRPr lang="en-US"/>
          </a:p>
        </p:txBody>
      </p:sp>
    </p:spTree>
    <p:extLst>
      <p:ext uri="{BB962C8B-B14F-4D97-AF65-F5344CB8AC3E}">
        <p14:creationId xmlns:p14="http://schemas.microsoft.com/office/powerpoint/2010/main" val="2503200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package, </a:t>
            </a:r>
            <a:r>
              <a:rPr lang="en-US" err="1"/>
              <a:t>tidyTLG</a:t>
            </a:r>
            <a:r>
              <a:rPr lang="en-US" dirty="0"/>
              <a:t>, is used for summary stats and generating the final outputs file. It is available on CRAN. Key functions are listed on the slide.</a:t>
            </a:r>
            <a:endParaRPr lang="en-US"/>
          </a:p>
          <a:p>
            <a:r>
              <a:rPr lang="en-US" dirty="0"/>
              <a:t>We have grouped them into the categories shown here. We have functions for descriptive functions, one to add column metadata, generate outputs and one utility function.</a:t>
            </a:r>
            <a:endParaRPr lang="en-US" dirty="0">
              <a:ea typeface="Calibri"/>
              <a:cs typeface="Calibri"/>
            </a:endParaRPr>
          </a:p>
          <a:p>
            <a:endParaRPr lang="en-US" dirty="0">
              <a:ea typeface="Calibri"/>
              <a:cs typeface="Calibri"/>
            </a:endParaRPr>
          </a:p>
          <a:p>
            <a:r>
              <a:rPr lang="en-US" dirty="0"/>
              <a:t>This package is used to </a:t>
            </a:r>
            <a:r>
              <a:rPr lang="en-US" b="1" dirty="0"/>
              <a:t>generate summary statistics and final output files</a:t>
            </a:r>
            <a:r>
              <a:rPr lang="en-US" dirty="0"/>
              <a:t>—tables, figures, and listings—using the </a:t>
            </a:r>
            <a:r>
              <a:rPr lang="en-US" b="1" dirty="0" err="1"/>
              <a:t>tidyverse</a:t>
            </a:r>
            <a:r>
              <a:rPr lang="en-US" dirty="0"/>
              <a:t> framework. It’s available on </a:t>
            </a:r>
            <a:r>
              <a:rPr lang="en-US" b="1" dirty="0"/>
              <a:t>CRAN</a:t>
            </a:r>
            <a:r>
              <a:rPr lang="en-US" dirty="0"/>
              <a:t>, making it easily accessible and installable for anyone working in R.</a:t>
            </a:r>
            <a:endParaRPr lang="en-US" dirty="0">
              <a:ea typeface="Calibri"/>
              <a:cs typeface="Calibri"/>
            </a:endParaRPr>
          </a:p>
          <a:p>
            <a:r>
              <a:rPr lang="en-US" dirty="0"/>
              <a:t>On this slide, we’ve grouped the core functions into four categories:</a:t>
            </a:r>
            <a:endParaRPr lang="en-US" dirty="0">
              <a:ea typeface="Calibri"/>
              <a:cs typeface="Calibri"/>
            </a:endParaRPr>
          </a:p>
          <a:p>
            <a:pPr marL="171450" indent="-171450">
              <a:buFont typeface="Arial"/>
              <a:buChar char="•"/>
            </a:pPr>
            <a:r>
              <a:rPr lang="en-US" b="1" dirty="0"/>
              <a:t>Descriptive functions</a:t>
            </a:r>
            <a:r>
              <a:rPr lang="en-US" dirty="0"/>
              <a:t> – such as </a:t>
            </a:r>
            <a:r>
              <a:rPr lang="en-US" dirty="0" err="1"/>
              <a:t>univar</a:t>
            </a:r>
            <a:r>
              <a:rPr lang="en-US" dirty="0"/>
              <a:t>() and </a:t>
            </a:r>
            <a:r>
              <a:rPr lang="en-US" dirty="0" err="1"/>
              <a:t>freq</a:t>
            </a:r>
            <a:r>
              <a:rPr lang="en-US" dirty="0"/>
              <a:t>() for basic summaries.</a:t>
            </a:r>
            <a:endParaRPr lang="en-US" dirty="0">
              <a:ea typeface="Calibri"/>
              <a:cs typeface="Calibri"/>
            </a:endParaRPr>
          </a:p>
          <a:p>
            <a:pPr marL="171450" indent="-171450">
              <a:buFont typeface="Arial"/>
              <a:buChar char="•"/>
            </a:pPr>
            <a:r>
              <a:rPr lang="en-US" b="1" dirty="0"/>
              <a:t>Column metadata setup</a:t>
            </a:r>
            <a:r>
              <a:rPr lang="en-US" dirty="0"/>
              <a:t> – handled by </a:t>
            </a:r>
            <a:r>
              <a:rPr lang="en-US" dirty="0" err="1"/>
              <a:t>tlgsetup</a:t>
            </a:r>
            <a:r>
              <a:rPr lang="en-US" dirty="0"/>
              <a:t>(), which defines how columns should be structured.</a:t>
            </a:r>
            <a:endParaRPr lang="en-US" dirty="0">
              <a:ea typeface="Calibri"/>
              <a:cs typeface="Calibri"/>
            </a:endParaRPr>
          </a:p>
          <a:p>
            <a:pPr marL="171450" indent="-171450">
              <a:buFont typeface="Arial"/>
              <a:buChar char="•"/>
            </a:pPr>
            <a:r>
              <a:rPr lang="en-US" b="1" dirty="0"/>
              <a:t>Output generation</a:t>
            </a:r>
            <a:r>
              <a:rPr lang="en-US" dirty="0"/>
              <a:t> – using </a:t>
            </a:r>
            <a:r>
              <a:rPr lang="en-US" dirty="0" err="1"/>
              <a:t>gentlg</a:t>
            </a:r>
            <a:r>
              <a:rPr lang="en-US" dirty="0"/>
              <a:t>() to produce the final TFLs.</a:t>
            </a:r>
            <a:endParaRPr lang="en-US" dirty="0">
              <a:ea typeface="Calibri"/>
              <a:cs typeface="Calibri"/>
            </a:endParaRPr>
          </a:p>
          <a:p>
            <a:pPr marL="171450" indent="-171450">
              <a:buFont typeface="Arial"/>
              <a:buChar char="•"/>
            </a:pPr>
            <a:r>
              <a:rPr lang="en-US" b="1" dirty="0"/>
              <a:t>Utility functions</a:t>
            </a:r>
            <a:r>
              <a:rPr lang="en-US" dirty="0"/>
              <a:t> – like </a:t>
            </a:r>
            <a:r>
              <a:rPr lang="en-US" dirty="0" err="1"/>
              <a:t>roundSAS</a:t>
            </a:r>
            <a:r>
              <a:rPr lang="en-US" dirty="0"/>
              <a:t>() to ensure formatting consistency with SAS outputs.</a:t>
            </a:r>
            <a:endParaRPr lang="en-US" dirty="0">
              <a:ea typeface="Calibri"/>
              <a:cs typeface="Calibri"/>
            </a:endParaRPr>
          </a:p>
          <a:p>
            <a:r>
              <a:rPr lang="en-US" dirty="0"/>
              <a:t>These functions are designed to be intuitive for </a:t>
            </a:r>
            <a:r>
              <a:rPr lang="en-US" dirty="0" err="1"/>
              <a:t>tidyverse</a:t>
            </a:r>
            <a:r>
              <a:rPr lang="en-US" dirty="0"/>
              <a:t> users and help streamline the creation of submission-ready outputs. They also support reproducibility and transparency, which are essential in a regulatory context.</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3C5B530B-61CF-459B-8343-1337653EB112}" type="slidenum">
              <a:rPr lang="en-US" smtClean="0"/>
              <a:t>6</a:t>
            </a:fld>
            <a:endParaRPr lang="en-US"/>
          </a:p>
        </p:txBody>
      </p:sp>
    </p:spTree>
    <p:extLst>
      <p:ext uri="{BB962C8B-B14F-4D97-AF65-F5344CB8AC3E}">
        <p14:creationId xmlns:p14="http://schemas.microsoft.com/office/powerpoint/2010/main" val="2310170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now look at how these packages come together in practice.</a:t>
            </a:r>
          </a:p>
          <a:p>
            <a:endParaRPr lang="en-US" dirty="0"/>
          </a:p>
          <a:p>
            <a:r>
              <a:rPr lang="en-US"/>
              <a:t>This slide shows a </a:t>
            </a:r>
            <a:r>
              <a:rPr lang="en-US" b="1"/>
              <a:t>typical R script used to generate an analysis output</a:t>
            </a:r>
            <a:r>
              <a:rPr lang="en-US"/>
              <a:t>. The workflow is designed to follow a clear and logical structure, which is critical for both internal reproducibility and external review.</a:t>
            </a:r>
            <a:endParaRPr lang="en-GB"/>
          </a:p>
          <a:p>
            <a:r>
              <a:rPr lang="en-US" dirty="0"/>
              <a:t>Here’s how it works:</a:t>
            </a:r>
            <a:endParaRPr lang="en-GB" dirty="0"/>
          </a:p>
          <a:p>
            <a:pPr marL="285750" indent="-285750">
              <a:buFont typeface="Arial"/>
              <a:buChar char="•"/>
            </a:pPr>
            <a:r>
              <a:rPr lang="en-US" dirty="0"/>
              <a:t>First, we </a:t>
            </a:r>
            <a:r>
              <a:rPr lang="en-US" b="1" dirty="0"/>
              <a:t>apply column metadata</a:t>
            </a:r>
            <a:r>
              <a:rPr lang="en-US" dirty="0"/>
              <a:t> using </a:t>
            </a:r>
            <a:r>
              <a:rPr lang="en-US" dirty="0" err="1"/>
              <a:t>tlgsetup</a:t>
            </a:r>
            <a:r>
              <a:rPr lang="en-US" dirty="0"/>
              <a:t>() from the </a:t>
            </a:r>
            <a:r>
              <a:rPr lang="en-US" dirty="0" err="1"/>
              <a:t>tidytlg</a:t>
            </a:r>
            <a:r>
              <a:rPr lang="en-US" dirty="0"/>
              <a:t> package. This defines how the output should be structured—what goes into each column and how it's labeled.</a:t>
            </a:r>
            <a:endParaRPr lang="en-GB" dirty="0"/>
          </a:p>
          <a:p>
            <a:pPr marL="285750" indent="-285750">
              <a:buFont typeface="Arial"/>
              <a:buChar char="•"/>
            </a:pPr>
            <a:r>
              <a:rPr lang="en-US" dirty="0"/>
              <a:t>Next, we </a:t>
            </a:r>
            <a:r>
              <a:rPr lang="en-US" b="1" dirty="0"/>
              <a:t>add titles and footnotes</a:t>
            </a:r>
            <a:r>
              <a:rPr lang="en-US" dirty="0"/>
              <a:t> to ensure clarity and compliance with submission standards.</a:t>
            </a:r>
            <a:endParaRPr lang="en-GB" dirty="0"/>
          </a:p>
          <a:p>
            <a:pPr marL="285750" indent="-285750">
              <a:buFont typeface="Arial"/>
              <a:buChar char="•"/>
            </a:pPr>
            <a:r>
              <a:rPr lang="en-US" dirty="0"/>
              <a:t>Finally, we use </a:t>
            </a:r>
            <a:r>
              <a:rPr lang="en-US" dirty="0" err="1"/>
              <a:t>gentlg</a:t>
            </a:r>
            <a:r>
              <a:rPr lang="en-US" dirty="0"/>
              <a:t>() to generate the actual output—whether it’s a table, figure, or listing.</a:t>
            </a:r>
            <a:endParaRPr lang="en-GB" dirty="0"/>
          </a:p>
          <a:p>
            <a:r>
              <a:rPr lang="en-US" dirty="0"/>
              <a:t>This modular approach makes it easy to trace each step of the analysis and ensures that outputs are consistent, well-documented, and ready for submission.</a:t>
            </a:r>
            <a:endParaRPr lang="en-GB"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3C5B530B-61CF-459B-8343-1337653EB112}" type="slidenum">
              <a:rPr lang="en-US" smtClean="0"/>
              <a:t>7</a:t>
            </a:fld>
            <a:endParaRPr lang="en-US"/>
          </a:p>
        </p:txBody>
      </p:sp>
    </p:spTree>
    <p:extLst>
      <p:ext uri="{BB962C8B-B14F-4D97-AF65-F5344CB8AC3E}">
        <p14:creationId xmlns:p14="http://schemas.microsoft.com/office/powerpoint/2010/main" val="3740858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 the next part of the presentation we want to focus on the Analysis Data Reviewer’s Guide, or ADRG.</a:t>
            </a:r>
            <a:endParaRPr lang="en-US" dirty="0">
              <a:ea typeface="Calibri"/>
              <a:cs typeface="Calibri"/>
            </a:endParaRPr>
          </a:p>
          <a:p>
            <a:r>
              <a:rPr lang="en-US" dirty="0"/>
              <a:t>We based our structure on the </a:t>
            </a:r>
            <a:r>
              <a:rPr lang="en-US" b="1" dirty="0"/>
              <a:t>R Consortium Pilot 3 ADRG template</a:t>
            </a:r>
            <a:r>
              <a:rPr lang="en-US" dirty="0"/>
              <a:t>, but made targeted updates to reflect our own </a:t>
            </a:r>
            <a:r>
              <a:rPr lang="en-US" b="1" dirty="0"/>
              <a:t>system configuration and submission context</a:t>
            </a:r>
            <a:r>
              <a:rPr lang="en-US" dirty="0"/>
              <a:t>.</a:t>
            </a:r>
            <a:endParaRPr lang="en-US">
              <a:ea typeface="Calibri"/>
              <a:cs typeface="Calibri"/>
            </a:endParaRPr>
          </a:p>
          <a:p>
            <a:endParaRPr lang="en-US" dirty="0">
              <a:ea typeface="Calibri"/>
              <a:cs typeface="Calibri"/>
            </a:endParaRPr>
          </a:p>
          <a:p>
            <a:r>
              <a:rPr lang="en-US" dirty="0">
                <a:ea typeface="Calibri"/>
                <a:cs typeface="Calibri"/>
              </a:rPr>
              <a:t>In this slide we are highlighting parts of section 7, while in the next slides we will go into the Appendix 1 for R setup and analysis.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3C5B530B-61CF-459B-8343-1337653EB112}" type="slidenum">
              <a:rPr lang="en-US" smtClean="0"/>
              <a:t>8</a:t>
            </a:fld>
            <a:endParaRPr lang="en-US"/>
          </a:p>
        </p:txBody>
      </p:sp>
    </p:spTree>
    <p:extLst>
      <p:ext uri="{BB962C8B-B14F-4D97-AF65-F5344CB8AC3E}">
        <p14:creationId xmlns:p14="http://schemas.microsoft.com/office/powerpoint/2010/main" val="1530273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In the </a:t>
            </a:r>
          </a:p>
        </p:txBody>
      </p:sp>
      <p:sp>
        <p:nvSpPr>
          <p:cNvPr id="4" name="Slide Number Placeholder 3"/>
          <p:cNvSpPr>
            <a:spLocks noGrp="1"/>
          </p:cNvSpPr>
          <p:nvPr>
            <p:ph type="sldNum" sz="quarter" idx="5"/>
          </p:nvPr>
        </p:nvSpPr>
        <p:spPr/>
        <p:txBody>
          <a:bodyPr/>
          <a:lstStyle/>
          <a:p>
            <a:fld id="{3C5B530B-61CF-459B-8343-1337653EB112}" type="slidenum">
              <a:rPr lang="en-US" smtClean="0"/>
              <a:t>9</a:t>
            </a:fld>
            <a:endParaRPr lang="en-US"/>
          </a:p>
        </p:txBody>
      </p:sp>
    </p:spTree>
    <p:extLst>
      <p:ext uri="{BB962C8B-B14F-4D97-AF65-F5344CB8AC3E}">
        <p14:creationId xmlns:p14="http://schemas.microsoft.com/office/powerpoint/2010/main" val="754631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5B530B-61CF-459B-8343-1337653EB112}" type="slidenum">
              <a:rPr lang="en-US" smtClean="0"/>
              <a:t>10</a:t>
            </a:fld>
            <a:endParaRPr lang="en-US"/>
          </a:p>
        </p:txBody>
      </p:sp>
    </p:spTree>
    <p:extLst>
      <p:ext uri="{BB962C8B-B14F-4D97-AF65-F5344CB8AC3E}">
        <p14:creationId xmlns:p14="http://schemas.microsoft.com/office/powerpoint/2010/main" val="15286599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solidFill>
                  <a:srgbClr val="003B4F"/>
                </a:solidFill>
              </a:rPr>
              <a:t>renv</a:t>
            </a:r>
            <a:r>
              <a:rPr lang="en-US" dirty="0">
                <a:solidFill>
                  <a:srgbClr val="5E5E5E"/>
                </a:solidFill>
              </a:rPr>
              <a:t>::</a:t>
            </a:r>
            <a:r>
              <a:rPr lang="en-US" dirty="0" err="1">
                <a:solidFill>
                  <a:srgbClr val="4758AB"/>
                </a:solidFill>
              </a:rPr>
              <a:t>init</a:t>
            </a:r>
            <a:r>
              <a:rPr lang="en-US" dirty="0">
                <a:solidFill>
                  <a:srgbClr val="003B4F"/>
                </a:solidFill>
              </a:rPr>
              <a:t>(</a:t>
            </a:r>
            <a:r>
              <a:rPr lang="en-US" dirty="0">
                <a:solidFill>
                  <a:srgbClr val="657422"/>
                </a:solidFill>
              </a:rPr>
              <a:t>bare =</a:t>
            </a:r>
            <a:r>
              <a:rPr lang="en-US" dirty="0">
                <a:solidFill>
                  <a:srgbClr val="003B4F"/>
                </a:solidFill>
              </a:rPr>
              <a:t> </a:t>
            </a:r>
            <a:r>
              <a:rPr lang="en-US" dirty="0">
                <a:solidFill>
                  <a:srgbClr val="8F5902"/>
                </a:solidFill>
              </a:rPr>
              <a:t>TRUE</a:t>
            </a:r>
            <a:r>
              <a:rPr lang="en-US" dirty="0">
                <a:solidFill>
                  <a:srgbClr val="003B4F"/>
                </a:solidFill>
              </a:rPr>
              <a:t>, </a:t>
            </a:r>
            <a:r>
              <a:rPr lang="en-US" dirty="0">
                <a:solidFill>
                  <a:srgbClr val="657422"/>
                </a:solidFill>
              </a:rPr>
              <a:t>repos =</a:t>
            </a:r>
            <a:r>
              <a:rPr lang="en-US" dirty="0">
                <a:solidFill>
                  <a:srgbClr val="003B4F"/>
                </a:solidFill>
              </a:rPr>
              <a:t> </a:t>
            </a:r>
            <a:r>
              <a:rPr lang="en-US" dirty="0">
                <a:solidFill>
                  <a:srgbClr val="20794D"/>
                </a:solidFill>
              </a:rPr>
              <a:t>"</a:t>
            </a:r>
            <a:r>
              <a:rPr lang="en-US" dirty="0">
                <a:solidFill>
                  <a:srgbClr val="20794D"/>
                </a:solidFill>
                <a:hlinkClick r:id="rId3"/>
              </a:rPr>
              <a:t>https://packagemanager.posit.co/cran/2022-09-15</a:t>
            </a:r>
            <a:r>
              <a:rPr lang="en-US" dirty="0">
                <a:solidFill>
                  <a:srgbClr val="20794D"/>
                </a:solidFill>
              </a:rPr>
              <a:t>"</a:t>
            </a:r>
            <a:r>
              <a:rPr lang="en-US" dirty="0">
                <a:solidFill>
                  <a:srgbClr val="003B4F"/>
                </a:solidFill>
              </a:rPr>
              <a:t>)</a:t>
            </a:r>
            <a:br>
              <a:rPr lang="en-US" dirty="0">
                <a:cs typeface="+mn-lt"/>
              </a:rPr>
            </a:br>
            <a:r>
              <a:rPr lang="en-US" dirty="0">
                <a:solidFill>
                  <a:srgbClr val="003B4F"/>
                </a:solidFill>
              </a:rPr>
              <a:t> pkgs &lt;- </a:t>
            </a:r>
            <a:r>
              <a:rPr lang="en-US" dirty="0">
                <a:solidFill>
                  <a:srgbClr val="4758AB"/>
                </a:solidFill>
              </a:rPr>
              <a:t>read.csv</a:t>
            </a:r>
            <a:r>
              <a:rPr lang="en-US" dirty="0">
                <a:solidFill>
                  <a:srgbClr val="003B4F"/>
                </a:solidFill>
              </a:rPr>
              <a:t>(</a:t>
            </a:r>
            <a:r>
              <a:rPr lang="en-US" dirty="0" err="1">
                <a:solidFill>
                  <a:srgbClr val="4758AB"/>
                </a:solidFill>
              </a:rPr>
              <a:t>file.path</a:t>
            </a:r>
            <a:r>
              <a:rPr lang="en-US" dirty="0">
                <a:solidFill>
                  <a:srgbClr val="003B4F"/>
                </a:solidFill>
              </a:rPr>
              <a:t>(</a:t>
            </a:r>
            <a:r>
              <a:rPr lang="en-US" dirty="0" err="1">
                <a:solidFill>
                  <a:srgbClr val="4758AB"/>
                </a:solidFill>
              </a:rPr>
              <a:t>getwd</a:t>
            </a:r>
            <a:r>
              <a:rPr lang="en-US" dirty="0">
                <a:solidFill>
                  <a:srgbClr val="003B4F"/>
                </a:solidFill>
              </a:rPr>
              <a:t>(), </a:t>
            </a:r>
            <a:r>
              <a:rPr lang="en-US" dirty="0">
                <a:solidFill>
                  <a:srgbClr val="20794D"/>
                </a:solidFill>
              </a:rPr>
              <a:t>"input/packages.txt"</a:t>
            </a:r>
            <a:r>
              <a:rPr lang="en-US" dirty="0">
                <a:solidFill>
                  <a:srgbClr val="003B4F"/>
                </a:solidFill>
              </a:rPr>
              <a:t>))</a:t>
            </a:r>
            <a:br>
              <a:rPr lang="en-US" dirty="0">
                <a:cs typeface="+mn-lt"/>
              </a:rPr>
            </a:br>
            <a:r>
              <a:rPr lang="en-US" dirty="0">
                <a:solidFill>
                  <a:srgbClr val="003B4F"/>
                </a:solidFill>
              </a:rPr>
              <a:t> </a:t>
            </a:r>
            <a:r>
              <a:rPr lang="en-US" dirty="0" err="1">
                <a:solidFill>
                  <a:srgbClr val="4758AB"/>
                </a:solidFill>
              </a:rPr>
              <a:t>install.packages</a:t>
            </a:r>
            <a:r>
              <a:rPr lang="en-US" dirty="0">
                <a:solidFill>
                  <a:srgbClr val="003B4F"/>
                </a:solidFill>
              </a:rPr>
              <a:t>(</a:t>
            </a:r>
            <a:r>
              <a:rPr lang="en-US" dirty="0" err="1">
                <a:solidFill>
                  <a:srgbClr val="003B4F"/>
                </a:solidFill>
              </a:rPr>
              <a:t>pkgs</a:t>
            </a:r>
            <a:r>
              <a:rPr lang="en-US" dirty="0" err="1">
                <a:solidFill>
                  <a:srgbClr val="5E5E5E"/>
                </a:solidFill>
              </a:rPr>
              <a:t>$</a:t>
            </a:r>
            <a:r>
              <a:rPr lang="en-US" dirty="0" err="1">
                <a:solidFill>
                  <a:srgbClr val="003B4F"/>
                </a:solidFill>
              </a:rPr>
              <a:t>Package</a:t>
            </a:r>
            <a:r>
              <a:rPr lang="en-US" dirty="0">
                <a:solidFill>
                  <a:srgbClr val="003B4F"/>
                </a:solidFill>
              </a:rPr>
              <a:t>, </a:t>
            </a:r>
            <a:r>
              <a:rPr lang="en-US" dirty="0">
                <a:solidFill>
                  <a:srgbClr val="657422"/>
                </a:solidFill>
              </a:rPr>
              <a:t>repos =</a:t>
            </a:r>
            <a:r>
              <a:rPr lang="en-US" dirty="0">
                <a:solidFill>
                  <a:srgbClr val="003B4F"/>
                </a:solidFill>
              </a:rPr>
              <a:t>  </a:t>
            </a:r>
            <a:r>
              <a:rPr lang="en-US" dirty="0">
                <a:solidFill>
                  <a:srgbClr val="20794D"/>
                </a:solidFill>
              </a:rPr>
              <a:t>"</a:t>
            </a:r>
            <a:r>
              <a:rPr lang="en-US" dirty="0">
                <a:solidFill>
                  <a:srgbClr val="20794D"/>
                </a:solidFill>
                <a:hlinkClick r:id="rId3"/>
              </a:rPr>
              <a:t>https://packagemanager.posit.co/cran/2022-09-15</a:t>
            </a:r>
            <a:r>
              <a:rPr lang="en-US" dirty="0">
                <a:solidFill>
                  <a:srgbClr val="20794D"/>
                </a:solidFill>
              </a:rPr>
              <a:t>"</a:t>
            </a:r>
            <a:r>
              <a:rPr lang="en-US" dirty="0">
                <a:solidFill>
                  <a:srgbClr val="003B4F"/>
                </a:solidFill>
              </a:rPr>
              <a:t>)</a:t>
            </a:r>
            <a:endParaRPr lang="en-US" dirty="0"/>
          </a:p>
          <a:p>
            <a:endParaRPr lang="en-US" dirty="0">
              <a:ea typeface="Calibri"/>
              <a:cs typeface="Calibri"/>
            </a:endParaRPr>
          </a:p>
          <a:p>
            <a:pPr marL="171450" indent="-171450">
              <a:buFont typeface="Calibri"/>
              <a:buChar char="-"/>
            </a:pPr>
            <a:r>
              <a:rPr lang="en-US"/>
              <a:t>Sets the </a:t>
            </a:r>
            <a:r>
              <a:rPr lang="en-US" b="1"/>
              <a:t>CRAN mirror</a:t>
            </a:r>
            <a:r>
              <a:rPr lang="en-US"/>
              <a:t> to a </a:t>
            </a:r>
            <a:r>
              <a:rPr lang="en-US" b="1"/>
              <a:t>Posit Package Manager snapshot</a:t>
            </a:r>
            <a:r>
              <a:rPr lang="en-US"/>
              <a:t> from </a:t>
            </a:r>
            <a:r>
              <a:rPr lang="en-US" b="1"/>
              <a:t>September 15, 2022</a:t>
            </a:r>
            <a:r>
              <a:rPr lang="en-US"/>
              <a:t>.</a:t>
            </a:r>
            <a:endParaRPr lang="en-US">
              <a:ea typeface="Calibri" panose="020F0502020204030204"/>
              <a:cs typeface="Calibri" panose="020F0502020204030204"/>
            </a:endParaRPr>
          </a:p>
          <a:p>
            <a:pPr marL="171450" indent="-171450">
              <a:buFont typeface="Calibri"/>
              <a:buChar char="-"/>
            </a:pPr>
            <a:r>
              <a:rPr lang="en-US" dirty="0"/>
              <a:t>Everyone using this environment installs packages as they existed on that date.</a:t>
            </a:r>
            <a:endParaRPr lang="en-US" dirty="0">
              <a:ea typeface="Calibri"/>
              <a:cs typeface="Calibri"/>
            </a:endParaRPr>
          </a:p>
          <a:p>
            <a:r>
              <a:rPr lang="en-US">
                <a:ea typeface="Calibri"/>
                <a:cs typeface="Calibri"/>
              </a:rPr>
              <a:t>-----------------------------------------</a:t>
            </a:r>
          </a:p>
          <a:p>
            <a:r>
              <a:rPr lang="en-US" err="1">
                <a:ea typeface="Calibri"/>
                <a:cs typeface="Calibri"/>
              </a:rPr>
              <a:t>Renv</a:t>
            </a:r>
            <a:r>
              <a:rPr lang="en-US">
                <a:ea typeface="Calibri"/>
                <a:cs typeface="Calibri"/>
              </a:rPr>
              <a:t> package will help us to recreate and lock down the environment the sponsor has used. This will allow the reviewer to </a:t>
            </a:r>
            <a:r>
              <a:rPr lang="en-US" err="1">
                <a:ea typeface="Calibri"/>
                <a:cs typeface="Calibri"/>
              </a:rPr>
              <a:t>perfrom</a:t>
            </a:r>
            <a:r>
              <a:rPr lang="en-US">
                <a:ea typeface="Calibri"/>
                <a:cs typeface="Calibri"/>
              </a:rPr>
              <a:t> the analysis in a reproducible way.</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3C5B530B-61CF-459B-8343-1337653EB112}" type="slidenum">
              <a:rPr lang="en-US" smtClean="0"/>
              <a:t>12</a:t>
            </a:fld>
            <a:endParaRPr lang="en-US"/>
          </a:p>
        </p:txBody>
      </p:sp>
    </p:spTree>
    <p:extLst>
      <p:ext uri="{BB962C8B-B14F-4D97-AF65-F5344CB8AC3E}">
        <p14:creationId xmlns:p14="http://schemas.microsoft.com/office/powerpoint/2010/main" val="3780464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To ensure the reviewer is using the same packages, we use a separate configuration file</a:t>
            </a:r>
          </a:p>
          <a:p>
            <a:endParaRPr lang="en-US">
              <a:ea typeface="Calibri"/>
              <a:cs typeface="Calibri"/>
            </a:endParaRPr>
          </a:p>
          <a:p>
            <a:endParaRPr lang="en-US">
              <a:ea typeface="Calibri"/>
              <a:cs typeface="Calibri"/>
            </a:endParaRPr>
          </a:p>
          <a:p>
            <a:r>
              <a:rPr lang="en-US">
                <a:ea typeface="Calibri"/>
                <a:cs typeface="Calibri"/>
              </a:rPr>
              <a:t>Typical approach from the pilots that we have been part of is to sent the lock file, created by </a:t>
            </a:r>
            <a:r>
              <a:rPr lang="en-US" err="1">
                <a:ea typeface="Calibri"/>
                <a:cs typeface="Calibri"/>
              </a:rPr>
              <a:t>renv</a:t>
            </a:r>
            <a:r>
              <a:rPr lang="en-US">
                <a:ea typeface="Calibri"/>
                <a:cs typeface="Calibri"/>
              </a:rPr>
              <a:t> to the reviewer. </a:t>
            </a:r>
          </a:p>
          <a:p>
            <a:r>
              <a:rPr lang="en-US">
                <a:ea typeface="Calibri"/>
                <a:cs typeface="Calibri"/>
              </a:rPr>
              <a:t>For us this was not an option since our SCE works on a </a:t>
            </a:r>
            <a:r>
              <a:rPr lang="en-US" err="1">
                <a:ea typeface="Calibri"/>
                <a:cs typeface="Calibri"/>
              </a:rPr>
              <a:t>linux</a:t>
            </a:r>
            <a:r>
              <a:rPr lang="en-US">
                <a:ea typeface="Calibri"/>
                <a:cs typeface="Calibri"/>
              </a:rPr>
              <a:t> platform and we have noticed that the </a:t>
            </a:r>
            <a:endParaRPr lang="en-US"/>
          </a:p>
          <a:p>
            <a:r>
              <a:rPr lang="en-US"/>
              <a:t>Note: the </a:t>
            </a:r>
            <a:r>
              <a:rPr lang="en-US" err="1"/>
              <a:t>renvlock</a:t>
            </a:r>
            <a:r>
              <a:rPr lang="en-US"/>
              <a:t> file is created on a </a:t>
            </a:r>
            <a:r>
              <a:rPr lang="en-US" err="1"/>
              <a:t>linux</a:t>
            </a:r>
            <a:r>
              <a:rPr lang="en-US"/>
              <a:t> system. Unfortunately, </a:t>
            </a:r>
            <a:r>
              <a:rPr lang="en-US" err="1"/>
              <a:t>renvlock</a:t>
            </a:r>
            <a:r>
              <a:rPr lang="en-US"/>
              <a:t> only tracks “install from source” which takes installation files that match the system which might cause issues cross platform. </a:t>
            </a:r>
            <a:endParaRPr lang="en-US">
              <a:ea typeface="Calibri"/>
              <a:cs typeface="Calibri"/>
            </a:endParaRPr>
          </a:p>
        </p:txBody>
      </p:sp>
      <p:sp>
        <p:nvSpPr>
          <p:cNvPr id="4" name="Slide Number Placeholder 3"/>
          <p:cNvSpPr>
            <a:spLocks noGrp="1"/>
          </p:cNvSpPr>
          <p:nvPr>
            <p:ph type="sldNum" sz="quarter" idx="5"/>
          </p:nvPr>
        </p:nvSpPr>
        <p:spPr/>
        <p:txBody>
          <a:bodyPr/>
          <a:lstStyle/>
          <a:p>
            <a:fld id="{3C5B530B-61CF-459B-8343-1337653EB112}" type="slidenum">
              <a:rPr lang="en-US" smtClean="0"/>
              <a:t>13</a:t>
            </a:fld>
            <a:endParaRPr lang="en-US"/>
          </a:p>
        </p:txBody>
      </p:sp>
    </p:spTree>
    <p:extLst>
      <p:ext uri="{BB962C8B-B14F-4D97-AF65-F5344CB8AC3E}">
        <p14:creationId xmlns:p14="http://schemas.microsoft.com/office/powerpoint/2010/main" val="37524498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71965-556D-2554-82DF-59184B9379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F682A-6B1F-131E-AB40-EB92A0969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0D6210-3D85-9D11-5DE0-399591E3C579}"/>
              </a:ext>
            </a:extLst>
          </p:cNvPr>
          <p:cNvSpPr>
            <a:spLocks noGrp="1"/>
          </p:cNvSpPr>
          <p:nvPr>
            <p:ph type="body" idx="1"/>
          </p:nvPr>
        </p:nvSpPr>
        <p:spPr/>
        <p:txBody>
          <a:bodyPr/>
          <a:lstStyle/>
          <a:p>
            <a:r>
              <a:rPr lang="en-US"/>
              <a:t>📦 </a:t>
            </a:r>
            <a:r>
              <a:rPr lang="en-US" err="1"/>
              <a:t>renv</a:t>
            </a:r>
            <a:r>
              <a:rPr lang="en-US"/>
              <a:t>::snapshot(type = "all")</a:t>
            </a:r>
          </a:p>
          <a:p>
            <a:pPr marL="171450" indent="-171450">
              <a:buFont typeface="Arial"/>
              <a:buChar char="•"/>
            </a:pPr>
            <a:r>
              <a:rPr lang="en-US"/>
              <a:t>Creates a </a:t>
            </a:r>
            <a:r>
              <a:rPr lang="en-US" b="1"/>
              <a:t>snapshot of all packages</a:t>
            </a:r>
            <a:r>
              <a:rPr lang="en-US"/>
              <a:t> used in the project, including: </a:t>
            </a:r>
          </a:p>
          <a:p>
            <a:pPr marL="628650" lvl="1" indent="-171450">
              <a:buFont typeface="Arial"/>
              <a:buChar char="•"/>
            </a:pPr>
            <a:r>
              <a:rPr lang="en-US"/>
              <a:t>Packages in the project library.</a:t>
            </a:r>
          </a:p>
          <a:p>
            <a:pPr marL="628650" lvl="1" indent="-171450">
              <a:buFont typeface="Arial"/>
              <a:buChar char="•"/>
            </a:pPr>
            <a:r>
              <a:rPr lang="en-US" dirty="0"/>
              <a:t>Packages loaded from outside the project (if type = "all" is used).</a:t>
            </a:r>
            <a:endParaRPr lang="en-US" dirty="0">
              <a:ea typeface="Calibri"/>
              <a:cs typeface="Calibri"/>
            </a:endParaRPr>
          </a:p>
          <a:p>
            <a:pPr marL="171450" indent="-171450">
              <a:buFont typeface="Arial"/>
              <a:buChar char="•"/>
            </a:pPr>
            <a:r>
              <a:rPr lang="en-US" dirty="0"/>
              <a:t>This ensures that the </a:t>
            </a:r>
            <a:r>
              <a:rPr lang="en-US" err="1"/>
              <a:t>renv.lock</a:t>
            </a:r>
            <a:r>
              <a:rPr lang="en-US" dirty="0"/>
              <a:t> file reflects </a:t>
            </a:r>
            <a:r>
              <a:rPr lang="en-US" b="1" dirty="0"/>
              <a:t>everything needed to reproduce the environment</a:t>
            </a:r>
            <a:r>
              <a:rPr lang="en-US" dirty="0"/>
              <a:t>, even if some packages were loaded from the global library.</a:t>
            </a:r>
            <a:endParaRPr lang="en-US" dirty="0">
              <a:ea typeface="Calibri"/>
              <a:cs typeface="Calibri"/>
            </a:endParaRPr>
          </a:p>
          <a:p>
            <a:r>
              <a:rPr lang="en-US" dirty="0">
                <a:ea typeface="Calibri"/>
                <a:cs typeface="Calibri"/>
              </a:rPr>
              <a:t>Repos:</a:t>
            </a:r>
          </a:p>
          <a:p>
            <a:pPr>
              <a:buFont typeface="Arial"/>
              <a:buChar char="•"/>
            </a:pPr>
            <a:r>
              <a:rPr lang="en-US" dirty="0"/>
              <a:t>Specifies a </a:t>
            </a:r>
            <a:r>
              <a:rPr lang="en-US" b="1" dirty="0"/>
              <a:t>fixed CRAN snapshot</a:t>
            </a:r>
            <a:r>
              <a:rPr lang="en-US" dirty="0"/>
              <a:t> from Posit Package Manager.</a:t>
            </a:r>
            <a:endParaRPr lang="en-US" dirty="0">
              <a:ea typeface="Calibri"/>
              <a:cs typeface="Calibri"/>
            </a:endParaRPr>
          </a:p>
          <a:p>
            <a:pPr>
              <a:buFont typeface="Arial"/>
              <a:buChar char="•"/>
            </a:pPr>
            <a:r>
              <a:rPr lang="en-US"/>
              <a:t>Guarantees that anyone restoring the environment will get </a:t>
            </a:r>
            <a:r>
              <a:rPr lang="en-US" b="1"/>
              <a:t>exactly the same package versions</a:t>
            </a:r>
            <a:r>
              <a:rPr lang="en-US"/>
              <a:t> as they existed on </a:t>
            </a:r>
            <a:r>
              <a:rPr lang="en-US" b="1"/>
              <a:t>September 15, 2022</a:t>
            </a:r>
            <a:r>
              <a:rPr lang="en-US"/>
              <a:t>.</a:t>
            </a:r>
          </a:p>
          <a:p>
            <a:pPr>
              <a:buFont typeface="Arial"/>
              <a:buChar char="•"/>
            </a:pPr>
            <a:r>
              <a:rPr lang="en-US" dirty="0"/>
              <a:t>This is especially important in </a:t>
            </a:r>
            <a:r>
              <a:rPr lang="en-US" b="1" dirty="0"/>
              <a:t>regulated environments</a:t>
            </a:r>
            <a:r>
              <a:rPr lang="en-US" dirty="0"/>
              <a:t> (e.g., clinical trials) where reproducibility and traceability are required.</a:t>
            </a:r>
            <a:endParaRPr lang="en-US" dirty="0">
              <a:ea typeface="Calibri"/>
              <a:cs typeface="Calibri"/>
            </a:endParaRPr>
          </a:p>
          <a:p>
            <a:pPr marL="171450" indent="-171450">
              <a:buFont typeface="Arial"/>
              <a:buChar char="•"/>
            </a:pP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3EAD2CA1-71E5-1081-83BE-910F2EDB3BD6}"/>
              </a:ext>
            </a:extLst>
          </p:cNvPr>
          <p:cNvSpPr>
            <a:spLocks noGrp="1"/>
          </p:cNvSpPr>
          <p:nvPr>
            <p:ph type="sldNum" sz="quarter" idx="5"/>
          </p:nvPr>
        </p:nvSpPr>
        <p:spPr/>
        <p:txBody>
          <a:bodyPr/>
          <a:lstStyle/>
          <a:p>
            <a:fld id="{3C5B530B-61CF-459B-8343-1337653EB112}" type="slidenum">
              <a:rPr lang="en-US" smtClean="0"/>
              <a:t>14</a:t>
            </a:fld>
            <a:endParaRPr lang="en-US"/>
          </a:p>
        </p:txBody>
      </p:sp>
    </p:spTree>
    <p:extLst>
      <p:ext uri="{BB962C8B-B14F-4D97-AF65-F5344CB8AC3E}">
        <p14:creationId xmlns:p14="http://schemas.microsoft.com/office/powerpoint/2010/main" val="1702772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E9679-6C38-0C94-4D4B-B8D829D5AC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6094F9-D4AA-FE1A-1F70-DF6A9DE6AA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FEC8FC-A0AF-CA3E-5C3F-228559A5E6D7}"/>
              </a:ext>
            </a:extLst>
          </p:cNvPr>
          <p:cNvSpPr>
            <a:spLocks noGrp="1"/>
          </p:cNvSpPr>
          <p:nvPr>
            <p:ph type="dt" sz="half" idx="10"/>
          </p:nvPr>
        </p:nvSpPr>
        <p:spPr/>
        <p:txBody>
          <a:bodyPr/>
          <a:lstStyle/>
          <a:p>
            <a:fld id="{AEA4EDEC-83C5-4FD1-B4C6-B0AB6175F01F}" type="datetimeFigureOut">
              <a:rPr lang="en-US" smtClean="0"/>
              <a:t>10/20/2025</a:t>
            </a:fld>
            <a:endParaRPr lang="en-US"/>
          </a:p>
        </p:txBody>
      </p:sp>
      <p:sp>
        <p:nvSpPr>
          <p:cNvPr id="5" name="Footer Placeholder 4">
            <a:extLst>
              <a:ext uri="{FF2B5EF4-FFF2-40B4-BE49-F238E27FC236}">
                <a16:creationId xmlns:a16="http://schemas.microsoft.com/office/drawing/2014/main" id="{BD569AAA-417D-CB05-329E-C6C819D2F8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BD1211-FE4F-30FF-D339-B6962724524D}"/>
              </a:ext>
            </a:extLst>
          </p:cNvPr>
          <p:cNvSpPr>
            <a:spLocks noGrp="1"/>
          </p:cNvSpPr>
          <p:nvPr>
            <p:ph type="sldNum" sz="quarter" idx="12"/>
          </p:nvPr>
        </p:nvSpPr>
        <p:spPr/>
        <p:txBody>
          <a:bodyPr/>
          <a:lstStyle/>
          <a:p>
            <a:fld id="{C5BF5472-8D93-4A90-A2A5-629ECA2C2464}" type="slidenum">
              <a:rPr lang="en-US" smtClean="0"/>
              <a:t>‹#›</a:t>
            </a:fld>
            <a:endParaRPr lang="en-US"/>
          </a:p>
        </p:txBody>
      </p:sp>
    </p:spTree>
    <p:extLst>
      <p:ext uri="{BB962C8B-B14F-4D97-AF65-F5344CB8AC3E}">
        <p14:creationId xmlns:p14="http://schemas.microsoft.com/office/powerpoint/2010/main" val="119763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80684-4F2D-6A34-2CD0-ADD1921657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A13036-DF72-49BE-17C4-DE8AC6F64E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1E9C6F-0237-D66E-AB79-A3D62DA1B365}"/>
              </a:ext>
            </a:extLst>
          </p:cNvPr>
          <p:cNvSpPr>
            <a:spLocks noGrp="1"/>
          </p:cNvSpPr>
          <p:nvPr>
            <p:ph type="dt" sz="half" idx="10"/>
          </p:nvPr>
        </p:nvSpPr>
        <p:spPr/>
        <p:txBody>
          <a:bodyPr/>
          <a:lstStyle/>
          <a:p>
            <a:fld id="{AEA4EDEC-83C5-4FD1-B4C6-B0AB6175F01F}" type="datetimeFigureOut">
              <a:rPr lang="en-US" smtClean="0"/>
              <a:t>10/20/2025</a:t>
            </a:fld>
            <a:endParaRPr lang="en-US"/>
          </a:p>
        </p:txBody>
      </p:sp>
      <p:sp>
        <p:nvSpPr>
          <p:cNvPr id="5" name="Footer Placeholder 4">
            <a:extLst>
              <a:ext uri="{FF2B5EF4-FFF2-40B4-BE49-F238E27FC236}">
                <a16:creationId xmlns:a16="http://schemas.microsoft.com/office/drawing/2014/main" id="{FFB899D0-6A73-674A-5E53-202170407C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1C2A2F-D8DF-78F3-C2B4-195FCEA766DE}"/>
              </a:ext>
            </a:extLst>
          </p:cNvPr>
          <p:cNvSpPr>
            <a:spLocks noGrp="1"/>
          </p:cNvSpPr>
          <p:nvPr>
            <p:ph type="sldNum" sz="quarter" idx="12"/>
          </p:nvPr>
        </p:nvSpPr>
        <p:spPr/>
        <p:txBody>
          <a:bodyPr/>
          <a:lstStyle/>
          <a:p>
            <a:fld id="{C5BF5472-8D93-4A90-A2A5-629ECA2C2464}" type="slidenum">
              <a:rPr lang="en-US" smtClean="0"/>
              <a:t>‹#›</a:t>
            </a:fld>
            <a:endParaRPr lang="en-US"/>
          </a:p>
        </p:txBody>
      </p:sp>
    </p:spTree>
    <p:extLst>
      <p:ext uri="{BB962C8B-B14F-4D97-AF65-F5344CB8AC3E}">
        <p14:creationId xmlns:p14="http://schemas.microsoft.com/office/powerpoint/2010/main" val="1113834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9BD2C-1C7B-A977-4C20-F273412D24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606FA8-A787-F168-BB19-EB0C6D1561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071B4E-82B9-49EE-FBB5-F5DB7929DC95}"/>
              </a:ext>
            </a:extLst>
          </p:cNvPr>
          <p:cNvSpPr>
            <a:spLocks noGrp="1"/>
          </p:cNvSpPr>
          <p:nvPr>
            <p:ph type="dt" sz="half" idx="10"/>
          </p:nvPr>
        </p:nvSpPr>
        <p:spPr/>
        <p:txBody>
          <a:bodyPr/>
          <a:lstStyle/>
          <a:p>
            <a:fld id="{AEA4EDEC-83C5-4FD1-B4C6-B0AB6175F01F}" type="datetimeFigureOut">
              <a:rPr lang="en-US" smtClean="0"/>
              <a:t>10/20/2025</a:t>
            </a:fld>
            <a:endParaRPr lang="en-US"/>
          </a:p>
        </p:txBody>
      </p:sp>
      <p:sp>
        <p:nvSpPr>
          <p:cNvPr id="5" name="Footer Placeholder 4">
            <a:extLst>
              <a:ext uri="{FF2B5EF4-FFF2-40B4-BE49-F238E27FC236}">
                <a16:creationId xmlns:a16="http://schemas.microsoft.com/office/drawing/2014/main" id="{B9265D79-E807-3294-BA9C-946DB2B2D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8E1FE0-C192-87BF-E2F1-07D63561FA4B}"/>
              </a:ext>
            </a:extLst>
          </p:cNvPr>
          <p:cNvSpPr>
            <a:spLocks noGrp="1"/>
          </p:cNvSpPr>
          <p:nvPr>
            <p:ph type="sldNum" sz="quarter" idx="12"/>
          </p:nvPr>
        </p:nvSpPr>
        <p:spPr/>
        <p:txBody>
          <a:bodyPr/>
          <a:lstStyle/>
          <a:p>
            <a:fld id="{C5BF5472-8D93-4A90-A2A5-629ECA2C2464}" type="slidenum">
              <a:rPr lang="en-US" smtClean="0"/>
              <a:t>‹#›</a:t>
            </a:fld>
            <a:endParaRPr lang="en-US"/>
          </a:p>
        </p:txBody>
      </p:sp>
    </p:spTree>
    <p:extLst>
      <p:ext uri="{BB962C8B-B14F-4D97-AF65-F5344CB8AC3E}">
        <p14:creationId xmlns:p14="http://schemas.microsoft.com/office/powerpoint/2010/main" val="3312502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C4D02-578D-8FF1-D139-6234FD8ED4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711D16-C76E-4699-FB7D-D3C41DE87F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DDB756-5BBE-4962-FB14-5AC730089C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9804704-5EF5-DE9D-91F6-B663F738F1C4}"/>
              </a:ext>
            </a:extLst>
          </p:cNvPr>
          <p:cNvSpPr>
            <a:spLocks noGrp="1"/>
          </p:cNvSpPr>
          <p:nvPr>
            <p:ph type="dt" sz="half" idx="10"/>
          </p:nvPr>
        </p:nvSpPr>
        <p:spPr/>
        <p:txBody>
          <a:bodyPr/>
          <a:lstStyle/>
          <a:p>
            <a:fld id="{AEA4EDEC-83C5-4FD1-B4C6-B0AB6175F01F}" type="datetimeFigureOut">
              <a:rPr lang="en-US" smtClean="0"/>
              <a:t>10/20/2025</a:t>
            </a:fld>
            <a:endParaRPr lang="en-US"/>
          </a:p>
        </p:txBody>
      </p:sp>
      <p:sp>
        <p:nvSpPr>
          <p:cNvPr id="6" name="Footer Placeholder 5">
            <a:extLst>
              <a:ext uri="{FF2B5EF4-FFF2-40B4-BE49-F238E27FC236}">
                <a16:creationId xmlns:a16="http://schemas.microsoft.com/office/drawing/2014/main" id="{F3809738-3F89-94F4-6B8F-36EBC22A5F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F7300A-A0D4-FD75-DCE2-0227CF24ABEB}"/>
              </a:ext>
            </a:extLst>
          </p:cNvPr>
          <p:cNvSpPr>
            <a:spLocks noGrp="1"/>
          </p:cNvSpPr>
          <p:nvPr>
            <p:ph type="sldNum" sz="quarter" idx="12"/>
          </p:nvPr>
        </p:nvSpPr>
        <p:spPr/>
        <p:txBody>
          <a:bodyPr/>
          <a:lstStyle/>
          <a:p>
            <a:fld id="{C5BF5472-8D93-4A90-A2A5-629ECA2C2464}" type="slidenum">
              <a:rPr lang="en-US" smtClean="0"/>
              <a:t>‹#›</a:t>
            </a:fld>
            <a:endParaRPr lang="en-US"/>
          </a:p>
        </p:txBody>
      </p:sp>
    </p:spTree>
    <p:extLst>
      <p:ext uri="{BB962C8B-B14F-4D97-AF65-F5344CB8AC3E}">
        <p14:creationId xmlns:p14="http://schemas.microsoft.com/office/powerpoint/2010/main" val="1154247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1E456-0D2C-F702-9AB8-7C003083D1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55758A-A8EA-578F-2CF5-35C23B03AC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43138C-E6F1-B163-1D78-A8D4FBE348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1EC110-461F-0DE4-2404-917F69F75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FF00B7-B11E-BEA0-1045-F2A626AB90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3573AF-F4A6-36AF-2131-1AE4082C9A0B}"/>
              </a:ext>
            </a:extLst>
          </p:cNvPr>
          <p:cNvSpPr>
            <a:spLocks noGrp="1"/>
          </p:cNvSpPr>
          <p:nvPr>
            <p:ph type="dt" sz="half" idx="10"/>
          </p:nvPr>
        </p:nvSpPr>
        <p:spPr/>
        <p:txBody>
          <a:bodyPr/>
          <a:lstStyle/>
          <a:p>
            <a:fld id="{AEA4EDEC-83C5-4FD1-B4C6-B0AB6175F01F}" type="datetimeFigureOut">
              <a:rPr lang="en-US" smtClean="0"/>
              <a:t>10/20/2025</a:t>
            </a:fld>
            <a:endParaRPr lang="en-US"/>
          </a:p>
        </p:txBody>
      </p:sp>
      <p:sp>
        <p:nvSpPr>
          <p:cNvPr id="8" name="Footer Placeholder 7">
            <a:extLst>
              <a:ext uri="{FF2B5EF4-FFF2-40B4-BE49-F238E27FC236}">
                <a16:creationId xmlns:a16="http://schemas.microsoft.com/office/drawing/2014/main" id="{B4801AF0-B427-B333-F79F-BEF99B5048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45A4A5-D137-0E5D-0B7E-099D38399D76}"/>
              </a:ext>
            </a:extLst>
          </p:cNvPr>
          <p:cNvSpPr>
            <a:spLocks noGrp="1"/>
          </p:cNvSpPr>
          <p:nvPr>
            <p:ph type="sldNum" sz="quarter" idx="12"/>
          </p:nvPr>
        </p:nvSpPr>
        <p:spPr/>
        <p:txBody>
          <a:bodyPr/>
          <a:lstStyle/>
          <a:p>
            <a:fld id="{C5BF5472-8D93-4A90-A2A5-629ECA2C2464}" type="slidenum">
              <a:rPr lang="en-US" smtClean="0"/>
              <a:t>‹#›</a:t>
            </a:fld>
            <a:endParaRPr lang="en-US"/>
          </a:p>
        </p:txBody>
      </p:sp>
    </p:spTree>
    <p:extLst>
      <p:ext uri="{BB962C8B-B14F-4D97-AF65-F5344CB8AC3E}">
        <p14:creationId xmlns:p14="http://schemas.microsoft.com/office/powerpoint/2010/main" val="1119878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FFC90-7FF3-6606-019E-C2833C9C80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586DC7-A319-DCF6-6363-A835C02FD9B5}"/>
              </a:ext>
            </a:extLst>
          </p:cNvPr>
          <p:cNvSpPr>
            <a:spLocks noGrp="1"/>
          </p:cNvSpPr>
          <p:nvPr>
            <p:ph type="dt" sz="half" idx="10"/>
          </p:nvPr>
        </p:nvSpPr>
        <p:spPr/>
        <p:txBody>
          <a:bodyPr/>
          <a:lstStyle/>
          <a:p>
            <a:fld id="{AEA4EDEC-83C5-4FD1-B4C6-B0AB6175F01F}" type="datetimeFigureOut">
              <a:rPr lang="en-US" smtClean="0"/>
              <a:t>10/20/2025</a:t>
            </a:fld>
            <a:endParaRPr lang="en-US"/>
          </a:p>
        </p:txBody>
      </p:sp>
      <p:sp>
        <p:nvSpPr>
          <p:cNvPr id="4" name="Footer Placeholder 3">
            <a:extLst>
              <a:ext uri="{FF2B5EF4-FFF2-40B4-BE49-F238E27FC236}">
                <a16:creationId xmlns:a16="http://schemas.microsoft.com/office/drawing/2014/main" id="{3ECE76DB-C595-AFF3-6251-FBDC66663A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B954FA-A4C1-390D-A107-E29A697F3F5A}"/>
              </a:ext>
            </a:extLst>
          </p:cNvPr>
          <p:cNvSpPr>
            <a:spLocks noGrp="1"/>
          </p:cNvSpPr>
          <p:nvPr>
            <p:ph type="sldNum" sz="quarter" idx="12"/>
          </p:nvPr>
        </p:nvSpPr>
        <p:spPr/>
        <p:txBody>
          <a:bodyPr/>
          <a:lstStyle/>
          <a:p>
            <a:fld id="{C5BF5472-8D93-4A90-A2A5-629ECA2C2464}" type="slidenum">
              <a:rPr lang="en-US" smtClean="0"/>
              <a:t>‹#›</a:t>
            </a:fld>
            <a:endParaRPr lang="en-US"/>
          </a:p>
        </p:txBody>
      </p:sp>
    </p:spTree>
    <p:extLst>
      <p:ext uri="{BB962C8B-B14F-4D97-AF65-F5344CB8AC3E}">
        <p14:creationId xmlns:p14="http://schemas.microsoft.com/office/powerpoint/2010/main" val="864892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8AB2CE-120A-E224-016F-BD0BE6E945E0}"/>
              </a:ext>
            </a:extLst>
          </p:cNvPr>
          <p:cNvSpPr>
            <a:spLocks noGrp="1"/>
          </p:cNvSpPr>
          <p:nvPr>
            <p:ph type="dt" sz="half" idx="10"/>
          </p:nvPr>
        </p:nvSpPr>
        <p:spPr/>
        <p:txBody>
          <a:bodyPr/>
          <a:lstStyle/>
          <a:p>
            <a:fld id="{AEA4EDEC-83C5-4FD1-B4C6-B0AB6175F01F}" type="datetimeFigureOut">
              <a:rPr lang="en-US" smtClean="0"/>
              <a:t>10/20/2025</a:t>
            </a:fld>
            <a:endParaRPr lang="en-US"/>
          </a:p>
        </p:txBody>
      </p:sp>
      <p:sp>
        <p:nvSpPr>
          <p:cNvPr id="3" name="Footer Placeholder 2">
            <a:extLst>
              <a:ext uri="{FF2B5EF4-FFF2-40B4-BE49-F238E27FC236}">
                <a16:creationId xmlns:a16="http://schemas.microsoft.com/office/drawing/2014/main" id="{2B969D00-81D1-9734-623C-E72723D386C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766C8D-BCD8-9CD3-3FC4-77B8D0F3D9B2}"/>
              </a:ext>
            </a:extLst>
          </p:cNvPr>
          <p:cNvSpPr>
            <a:spLocks noGrp="1"/>
          </p:cNvSpPr>
          <p:nvPr>
            <p:ph type="sldNum" sz="quarter" idx="12"/>
          </p:nvPr>
        </p:nvSpPr>
        <p:spPr/>
        <p:txBody>
          <a:bodyPr/>
          <a:lstStyle/>
          <a:p>
            <a:fld id="{C5BF5472-8D93-4A90-A2A5-629ECA2C2464}" type="slidenum">
              <a:rPr lang="en-US" smtClean="0"/>
              <a:t>‹#›</a:t>
            </a:fld>
            <a:endParaRPr lang="en-US"/>
          </a:p>
        </p:txBody>
      </p:sp>
    </p:spTree>
    <p:extLst>
      <p:ext uri="{BB962C8B-B14F-4D97-AF65-F5344CB8AC3E}">
        <p14:creationId xmlns:p14="http://schemas.microsoft.com/office/powerpoint/2010/main" val="3523636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33C3B-AA5F-CFDD-FBCA-6BDEC956BF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FCFCA3-9E39-055C-708A-EF3BFF7044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A478EF6-903F-39E9-C81B-B217C02A0C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C561D9-B396-FBD1-BC59-6C2A3F4D0B02}"/>
              </a:ext>
            </a:extLst>
          </p:cNvPr>
          <p:cNvSpPr>
            <a:spLocks noGrp="1"/>
          </p:cNvSpPr>
          <p:nvPr>
            <p:ph type="dt" sz="half" idx="10"/>
          </p:nvPr>
        </p:nvSpPr>
        <p:spPr/>
        <p:txBody>
          <a:bodyPr/>
          <a:lstStyle/>
          <a:p>
            <a:fld id="{AEA4EDEC-83C5-4FD1-B4C6-B0AB6175F01F}" type="datetimeFigureOut">
              <a:rPr lang="en-US" smtClean="0"/>
              <a:t>10/20/2025</a:t>
            </a:fld>
            <a:endParaRPr lang="en-US"/>
          </a:p>
        </p:txBody>
      </p:sp>
      <p:sp>
        <p:nvSpPr>
          <p:cNvPr id="6" name="Footer Placeholder 5">
            <a:extLst>
              <a:ext uri="{FF2B5EF4-FFF2-40B4-BE49-F238E27FC236}">
                <a16:creationId xmlns:a16="http://schemas.microsoft.com/office/drawing/2014/main" id="{8FA7DB01-B958-15D8-DD2A-4BD5772BDD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479ACA-9A7F-D4CE-0FD6-816F2E01BC08}"/>
              </a:ext>
            </a:extLst>
          </p:cNvPr>
          <p:cNvSpPr>
            <a:spLocks noGrp="1"/>
          </p:cNvSpPr>
          <p:nvPr>
            <p:ph type="sldNum" sz="quarter" idx="12"/>
          </p:nvPr>
        </p:nvSpPr>
        <p:spPr/>
        <p:txBody>
          <a:bodyPr/>
          <a:lstStyle/>
          <a:p>
            <a:fld id="{C5BF5472-8D93-4A90-A2A5-629ECA2C2464}" type="slidenum">
              <a:rPr lang="en-US" smtClean="0"/>
              <a:t>‹#›</a:t>
            </a:fld>
            <a:endParaRPr lang="en-US"/>
          </a:p>
        </p:txBody>
      </p:sp>
    </p:spTree>
    <p:extLst>
      <p:ext uri="{BB962C8B-B14F-4D97-AF65-F5344CB8AC3E}">
        <p14:creationId xmlns:p14="http://schemas.microsoft.com/office/powerpoint/2010/main" val="4254543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166AF-062A-23AC-54B8-AC4FD101D4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2D93DA-813F-80F2-DE2E-933883D409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7F41DE2-A009-A996-E849-7610CFE97D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D30AE2-C5F8-1789-810D-BF17EA64C930}"/>
              </a:ext>
            </a:extLst>
          </p:cNvPr>
          <p:cNvSpPr>
            <a:spLocks noGrp="1"/>
          </p:cNvSpPr>
          <p:nvPr>
            <p:ph type="dt" sz="half" idx="10"/>
          </p:nvPr>
        </p:nvSpPr>
        <p:spPr/>
        <p:txBody>
          <a:bodyPr/>
          <a:lstStyle/>
          <a:p>
            <a:fld id="{AEA4EDEC-83C5-4FD1-B4C6-B0AB6175F01F}" type="datetimeFigureOut">
              <a:rPr lang="en-US" smtClean="0"/>
              <a:t>10/20/2025</a:t>
            </a:fld>
            <a:endParaRPr lang="en-US"/>
          </a:p>
        </p:txBody>
      </p:sp>
      <p:sp>
        <p:nvSpPr>
          <p:cNvPr id="6" name="Footer Placeholder 5">
            <a:extLst>
              <a:ext uri="{FF2B5EF4-FFF2-40B4-BE49-F238E27FC236}">
                <a16:creationId xmlns:a16="http://schemas.microsoft.com/office/drawing/2014/main" id="{BC325B96-8D3D-9FB0-A28B-29161B1D2D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28FBAF-84D3-4134-98C6-6F83AE7934AF}"/>
              </a:ext>
            </a:extLst>
          </p:cNvPr>
          <p:cNvSpPr>
            <a:spLocks noGrp="1"/>
          </p:cNvSpPr>
          <p:nvPr>
            <p:ph type="sldNum" sz="quarter" idx="12"/>
          </p:nvPr>
        </p:nvSpPr>
        <p:spPr/>
        <p:txBody>
          <a:bodyPr/>
          <a:lstStyle/>
          <a:p>
            <a:fld id="{C5BF5472-8D93-4A90-A2A5-629ECA2C2464}" type="slidenum">
              <a:rPr lang="en-US" smtClean="0"/>
              <a:t>‹#›</a:t>
            </a:fld>
            <a:endParaRPr lang="en-US"/>
          </a:p>
        </p:txBody>
      </p:sp>
    </p:spTree>
    <p:extLst>
      <p:ext uri="{BB962C8B-B14F-4D97-AF65-F5344CB8AC3E}">
        <p14:creationId xmlns:p14="http://schemas.microsoft.com/office/powerpoint/2010/main" val="1429606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444ED-1FA6-FA99-2C01-1E06F83D74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AC53A07-CBA8-5CED-FA13-A411227A07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77B77F-D412-3F00-A0B3-584D9719D240}"/>
              </a:ext>
            </a:extLst>
          </p:cNvPr>
          <p:cNvSpPr>
            <a:spLocks noGrp="1"/>
          </p:cNvSpPr>
          <p:nvPr>
            <p:ph type="dt" sz="half" idx="10"/>
          </p:nvPr>
        </p:nvSpPr>
        <p:spPr/>
        <p:txBody>
          <a:bodyPr/>
          <a:lstStyle/>
          <a:p>
            <a:fld id="{AEA4EDEC-83C5-4FD1-B4C6-B0AB6175F01F}" type="datetimeFigureOut">
              <a:rPr lang="en-US" smtClean="0"/>
              <a:t>10/20/2025</a:t>
            </a:fld>
            <a:endParaRPr lang="en-US"/>
          </a:p>
        </p:txBody>
      </p:sp>
      <p:sp>
        <p:nvSpPr>
          <p:cNvPr id="5" name="Footer Placeholder 4">
            <a:extLst>
              <a:ext uri="{FF2B5EF4-FFF2-40B4-BE49-F238E27FC236}">
                <a16:creationId xmlns:a16="http://schemas.microsoft.com/office/drawing/2014/main" id="{772FD7B4-AA04-CED0-BFBC-B68D8E787A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AC43AB-1CB8-3B35-A5B0-33CC84899632}"/>
              </a:ext>
            </a:extLst>
          </p:cNvPr>
          <p:cNvSpPr>
            <a:spLocks noGrp="1"/>
          </p:cNvSpPr>
          <p:nvPr>
            <p:ph type="sldNum" sz="quarter" idx="12"/>
          </p:nvPr>
        </p:nvSpPr>
        <p:spPr/>
        <p:txBody>
          <a:bodyPr/>
          <a:lstStyle/>
          <a:p>
            <a:fld id="{C5BF5472-8D93-4A90-A2A5-629ECA2C2464}" type="slidenum">
              <a:rPr lang="en-US" smtClean="0"/>
              <a:t>‹#›</a:t>
            </a:fld>
            <a:endParaRPr lang="en-US"/>
          </a:p>
        </p:txBody>
      </p:sp>
    </p:spTree>
    <p:extLst>
      <p:ext uri="{BB962C8B-B14F-4D97-AF65-F5344CB8AC3E}">
        <p14:creationId xmlns:p14="http://schemas.microsoft.com/office/powerpoint/2010/main" val="552383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C61B73-4F94-768B-4632-4DA7EC2253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DA5836-A7DA-7095-7A8B-03E73C1C36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D4A6EF-5270-C97C-3983-877A7CE43158}"/>
              </a:ext>
            </a:extLst>
          </p:cNvPr>
          <p:cNvSpPr>
            <a:spLocks noGrp="1"/>
          </p:cNvSpPr>
          <p:nvPr>
            <p:ph type="dt" sz="half" idx="10"/>
          </p:nvPr>
        </p:nvSpPr>
        <p:spPr/>
        <p:txBody>
          <a:bodyPr/>
          <a:lstStyle/>
          <a:p>
            <a:fld id="{AEA4EDEC-83C5-4FD1-B4C6-B0AB6175F01F}" type="datetimeFigureOut">
              <a:rPr lang="en-US" smtClean="0"/>
              <a:t>10/20/2025</a:t>
            </a:fld>
            <a:endParaRPr lang="en-US"/>
          </a:p>
        </p:txBody>
      </p:sp>
      <p:sp>
        <p:nvSpPr>
          <p:cNvPr id="5" name="Footer Placeholder 4">
            <a:extLst>
              <a:ext uri="{FF2B5EF4-FFF2-40B4-BE49-F238E27FC236}">
                <a16:creationId xmlns:a16="http://schemas.microsoft.com/office/drawing/2014/main" id="{AD3D4AAB-6647-198A-4052-E568FF84AE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487BE2-892B-4006-7CAF-72EA25C541CC}"/>
              </a:ext>
            </a:extLst>
          </p:cNvPr>
          <p:cNvSpPr>
            <a:spLocks noGrp="1"/>
          </p:cNvSpPr>
          <p:nvPr>
            <p:ph type="sldNum" sz="quarter" idx="12"/>
          </p:nvPr>
        </p:nvSpPr>
        <p:spPr/>
        <p:txBody>
          <a:bodyPr/>
          <a:lstStyle/>
          <a:p>
            <a:fld id="{C5BF5472-8D93-4A90-A2A5-629ECA2C2464}" type="slidenum">
              <a:rPr lang="en-US" smtClean="0"/>
              <a:t>‹#›</a:t>
            </a:fld>
            <a:endParaRPr lang="en-US"/>
          </a:p>
        </p:txBody>
      </p:sp>
    </p:spTree>
    <p:extLst>
      <p:ext uri="{BB962C8B-B14F-4D97-AF65-F5344CB8AC3E}">
        <p14:creationId xmlns:p14="http://schemas.microsoft.com/office/powerpoint/2010/main" val="475471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97A17AB-0114-CDE0-D80E-3AAA53BE4837}"/>
              </a:ext>
            </a:extLst>
          </p:cNvPr>
          <p:cNvSpPr>
            <a:spLocks noGrp="1"/>
          </p:cNvSpPr>
          <p:nvPr>
            <p:ph type="ctrTitle" hasCustomPrompt="1"/>
          </p:nvPr>
        </p:nvSpPr>
        <p:spPr>
          <a:xfrm>
            <a:off x="284806" y="262670"/>
            <a:ext cx="8676632" cy="3930563"/>
          </a:xfrm>
        </p:spPr>
        <p:txBody>
          <a:bodyPr anchor="t">
            <a:normAutofit/>
          </a:bodyPr>
          <a:lstStyle>
            <a:lvl1pPr algn="l">
              <a:lnSpc>
                <a:spcPct val="80000"/>
              </a:lnSpc>
              <a:defRPr sz="8000" b="0" i="0" spc="0" baseline="0">
                <a:solidFill>
                  <a:schemeClr val="bg1"/>
                </a:solidFill>
                <a:latin typeface="+mj-lt"/>
              </a:defRPr>
            </a:lvl1pPr>
          </a:lstStyle>
          <a:p>
            <a:r>
              <a:rPr lang="en-GB" dirty="0"/>
              <a:t>Longer titles will shrink automatically</a:t>
            </a:r>
          </a:p>
        </p:txBody>
      </p:sp>
      <p:sp>
        <p:nvSpPr>
          <p:cNvPr id="6" name="Subtitle 2">
            <a:extLst>
              <a:ext uri="{FF2B5EF4-FFF2-40B4-BE49-F238E27FC236}">
                <a16:creationId xmlns:a16="http://schemas.microsoft.com/office/drawing/2014/main" id="{342D80B8-9D94-A4FE-A104-C937BDCF8941}"/>
              </a:ext>
            </a:extLst>
          </p:cNvPr>
          <p:cNvSpPr>
            <a:spLocks noGrp="1"/>
          </p:cNvSpPr>
          <p:nvPr>
            <p:ph type="subTitle" idx="1" hasCustomPrompt="1"/>
          </p:nvPr>
        </p:nvSpPr>
        <p:spPr>
          <a:xfrm>
            <a:off x="284805" y="4889500"/>
            <a:ext cx="5760000" cy="865834"/>
          </a:xfrm>
        </p:spPr>
        <p:txBody>
          <a:bodyPr anchor="b"/>
          <a:lstStyle>
            <a:lvl1pPr marL="0" indent="0" algn="l">
              <a:lnSpc>
                <a:spcPct val="100000"/>
              </a:lnSpc>
              <a:spcBef>
                <a:spcPts val="0"/>
              </a:spcBef>
              <a:spcAft>
                <a:spcPts val="0"/>
              </a:spcAft>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Supporting details. Delete if not required.</a:t>
            </a:r>
          </a:p>
        </p:txBody>
      </p:sp>
      <p:sp>
        <p:nvSpPr>
          <p:cNvPr id="2" name="Graphic 2">
            <a:extLst>
              <a:ext uri="{FF2B5EF4-FFF2-40B4-BE49-F238E27FC236}">
                <a16:creationId xmlns:a16="http://schemas.microsoft.com/office/drawing/2014/main" id="{FC18C372-E3E1-FE2B-B432-BD1E63E9A760}"/>
              </a:ext>
            </a:extLst>
          </p:cNvPr>
          <p:cNvSpPr>
            <a:spLocks noChangeAspect="1"/>
          </p:cNvSpPr>
          <p:nvPr/>
        </p:nvSpPr>
        <p:spPr>
          <a:xfrm>
            <a:off x="290513" y="6377853"/>
            <a:ext cx="2034000" cy="187309"/>
          </a:xfrm>
          <a:custGeom>
            <a:avLst/>
            <a:gdLst>
              <a:gd name="connsiteX0" fmla="*/ 542692 w 5487431"/>
              <a:gd name="connsiteY0" fmla="*/ 463149 h 505330"/>
              <a:gd name="connsiteX1" fmla="*/ 458967 w 5487431"/>
              <a:gd name="connsiteY1" fmla="*/ 321634 h 505330"/>
              <a:gd name="connsiteX2" fmla="*/ 542692 w 5487431"/>
              <a:gd name="connsiteY2" fmla="*/ 180119 h 505330"/>
              <a:gd name="connsiteX3" fmla="*/ 626417 w 5487431"/>
              <a:gd name="connsiteY3" fmla="*/ 321634 h 505330"/>
              <a:gd name="connsiteX4" fmla="*/ 542692 w 5487431"/>
              <a:gd name="connsiteY4" fmla="*/ 463149 h 505330"/>
              <a:gd name="connsiteX5" fmla="*/ 542692 w 5487431"/>
              <a:gd name="connsiteY5" fmla="*/ 142174 h 505330"/>
              <a:gd name="connsiteX6" fmla="*/ 372482 w 5487431"/>
              <a:gd name="connsiteY6" fmla="*/ 321634 h 505330"/>
              <a:gd name="connsiteX7" fmla="*/ 542692 w 5487431"/>
              <a:gd name="connsiteY7" fmla="*/ 501094 h 505330"/>
              <a:gd name="connsiteX8" fmla="*/ 712902 w 5487431"/>
              <a:gd name="connsiteY8" fmla="*/ 321634 h 505330"/>
              <a:gd name="connsiteX9" fmla="*/ 542692 w 5487431"/>
              <a:gd name="connsiteY9" fmla="*/ 142174 h 505330"/>
              <a:gd name="connsiteX10" fmla="*/ 1303641 w 5487431"/>
              <a:gd name="connsiteY10" fmla="*/ 142174 h 505330"/>
              <a:gd name="connsiteX11" fmla="*/ 1207357 w 5487431"/>
              <a:gd name="connsiteY11" fmla="*/ 192547 h 505330"/>
              <a:gd name="connsiteX12" fmla="*/ 1203170 w 5487431"/>
              <a:gd name="connsiteY12" fmla="*/ 192547 h 505330"/>
              <a:gd name="connsiteX13" fmla="*/ 1203170 w 5487431"/>
              <a:gd name="connsiteY13" fmla="*/ 149048 h 505330"/>
              <a:gd name="connsiteX14" fmla="*/ 1120872 w 5487431"/>
              <a:gd name="connsiteY14" fmla="*/ 149048 h 505330"/>
              <a:gd name="connsiteX15" fmla="*/ 1120872 w 5487431"/>
              <a:gd name="connsiteY15" fmla="*/ 494221 h 505330"/>
              <a:gd name="connsiteX16" fmla="*/ 1203170 w 5487431"/>
              <a:gd name="connsiteY16" fmla="*/ 494221 h 505330"/>
              <a:gd name="connsiteX17" fmla="*/ 1203170 w 5487431"/>
              <a:gd name="connsiteY17" fmla="*/ 271261 h 505330"/>
              <a:gd name="connsiteX18" fmla="*/ 1272244 w 5487431"/>
              <a:gd name="connsiteY18" fmla="*/ 190476 h 505330"/>
              <a:gd name="connsiteX19" fmla="*/ 1331518 w 5487431"/>
              <a:gd name="connsiteY19" fmla="*/ 258173 h 505330"/>
              <a:gd name="connsiteX20" fmla="*/ 1331518 w 5487431"/>
              <a:gd name="connsiteY20" fmla="*/ 494221 h 505330"/>
              <a:gd name="connsiteX21" fmla="*/ 1413816 w 5487431"/>
              <a:gd name="connsiteY21" fmla="*/ 494221 h 505330"/>
              <a:gd name="connsiteX22" fmla="*/ 1413816 w 5487431"/>
              <a:gd name="connsiteY22" fmla="*/ 257420 h 505330"/>
              <a:gd name="connsiteX23" fmla="*/ 1303641 w 5487431"/>
              <a:gd name="connsiteY23" fmla="*/ 142174 h 505330"/>
              <a:gd name="connsiteX24" fmla="*/ 1600771 w 5487431"/>
              <a:gd name="connsiteY24" fmla="*/ 142174 h 505330"/>
              <a:gd name="connsiteX25" fmla="*/ 1467571 w 5487431"/>
              <a:gd name="connsiteY25" fmla="*/ 241602 h 505330"/>
              <a:gd name="connsiteX26" fmla="*/ 1551962 w 5487431"/>
              <a:gd name="connsiteY26" fmla="*/ 341030 h 505330"/>
              <a:gd name="connsiteX27" fmla="*/ 1621702 w 5487431"/>
              <a:gd name="connsiteY27" fmla="*/ 358260 h 505330"/>
              <a:gd name="connsiteX28" fmla="*/ 1675457 w 5487431"/>
              <a:gd name="connsiteY28" fmla="*/ 409387 h 505330"/>
              <a:gd name="connsiteX29" fmla="*/ 1606384 w 5487431"/>
              <a:gd name="connsiteY29" fmla="*/ 464656 h 505330"/>
              <a:gd name="connsiteX30" fmla="*/ 1526845 w 5487431"/>
              <a:gd name="connsiteY30" fmla="*/ 384624 h 505330"/>
              <a:gd name="connsiteX31" fmla="*/ 1452919 w 5487431"/>
              <a:gd name="connsiteY31" fmla="*/ 405338 h 505330"/>
              <a:gd name="connsiteX32" fmla="*/ 1597345 w 5487431"/>
              <a:gd name="connsiteY32" fmla="*/ 501282 h 505330"/>
              <a:gd name="connsiteX33" fmla="*/ 1742438 w 5487431"/>
              <a:gd name="connsiteY33" fmla="*/ 388767 h 505330"/>
              <a:gd name="connsiteX34" fmla="*/ 1649674 w 5487431"/>
              <a:gd name="connsiteY34" fmla="*/ 285196 h 505330"/>
              <a:gd name="connsiteX35" fmla="*/ 1582693 w 5487431"/>
              <a:gd name="connsiteY35" fmla="*/ 268625 h 505330"/>
              <a:gd name="connsiteX36" fmla="*/ 1534551 w 5487431"/>
              <a:gd name="connsiteY36" fmla="*/ 223054 h 505330"/>
              <a:gd name="connsiteX37" fmla="*/ 1593825 w 5487431"/>
              <a:gd name="connsiteY37" fmla="*/ 178895 h 505330"/>
              <a:gd name="connsiteX38" fmla="*/ 1664992 w 5487431"/>
              <a:gd name="connsiteY38" fmla="*/ 245180 h 505330"/>
              <a:gd name="connsiteX39" fmla="*/ 1734731 w 5487431"/>
              <a:gd name="connsiteY39" fmla="*/ 224466 h 505330"/>
              <a:gd name="connsiteX40" fmla="*/ 1600771 w 5487431"/>
              <a:gd name="connsiteY40" fmla="*/ 142174 h 505330"/>
              <a:gd name="connsiteX41" fmla="*/ 1946803 w 5487431"/>
              <a:gd name="connsiteY41" fmla="*/ 463149 h 505330"/>
              <a:gd name="connsiteX42" fmla="*/ 1863078 w 5487431"/>
              <a:gd name="connsiteY42" fmla="*/ 321634 h 505330"/>
              <a:gd name="connsiteX43" fmla="*/ 1946803 w 5487431"/>
              <a:gd name="connsiteY43" fmla="*/ 180119 h 505330"/>
              <a:gd name="connsiteX44" fmla="*/ 2030529 w 5487431"/>
              <a:gd name="connsiteY44" fmla="*/ 321634 h 505330"/>
              <a:gd name="connsiteX45" fmla="*/ 1946803 w 5487431"/>
              <a:gd name="connsiteY45" fmla="*/ 463149 h 505330"/>
              <a:gd name="connsiteX46" fmla="*/ 1946803 w 5487431"/>
              <a:gd name="connsiteY46" fmla="*/ 142174 h 505330"/>
              <a:gd name="connsiteX47" fmla="*/ 1776594 w 5487431"/>
              <a:gd name="connsiteY47" fmla="*/ 321634 h 505330"/>
              <a:gd name="connsiteX48" fmla="*/ 1946803 w 5487431"/>
              <a:gd name="connsiteY48" fmla="*/ 501094 h 505330"/>
              <a:gd name="connsiteX49" fmla="*/ 2117013 w 5487431"/>
              <a:gd name="connsiteY49" fmla="*/ 321634 h 505330"/>
              <a:gd name="connsiteX50" fmla="*/ 1946803 w 5487431"/>
              <a:gd name="connsiteY50" fmla="*/ 142174 h 505330"/>
              <a:gd name="connsiteX51" fmla="*/ 2348590 w 5487431"/>
              <a:gd name="connsiteY51" fmla="*/ 142174 h 505330"/>
              <a:gd name="connsiteX52" fmla="*/ 2252306 w 5487431"/>
              <a:gd name="connsiteY52" fmla="*/ 192547 h 505330"/>
              <a:gd name="connsiteX53" fmla="*/ 2248119 w 5487431"/>
              <a:gd name="connsiteY53" fmla="*/ 192547 h 505330"/>
              <a:gd name="connsiteX54" fmla="*/ 2248119 w 5487431"/>
              <a:gd name="connsiteY54" fmla="*/ 149048 h 505330"/>
              <a:gd name="connsiteX55" fmla="*/ 2165821 w 5487431"/>
              <a:gd name="connsiteY55" fmla="*/ 149048 h 505330"/>
              <a:gd name="connsiteX56" fmla="*/ 2165821 w 5487431"/>
              <a:gd name="connsiteY56" fmla="*/ 494221 h 505330"/>
              <a:gd name="connsiteX57" fmla="*/ 2248119 w 5487431"/>
              <a:gd name="connsiteY57" fmla="*/ 494221 h 505330"/>
              <a:gd name="connsiteX58" fmla="*/ 2248119 w 5487431"/>
              <a:gd name="connsiteY58" fmla="*/ 271261 h 505330"/>
              <a:gd name="connsiteX59" fmla="*/ 2317193 w 5487431"/>
              <a:gd name="connsiteY59" fmla="*/ 190476 h 505330"/>
              <a:gd name="connsiteX60" fmla="*/ 2376466 w 5487431"/>
              <a:gd name="connsiteY60" fmla="*/ 258173 h 505330"/>
              <a:gd name="connsiteX61" fmla="*/ 2376466 w 5487431"/>
              <a:gd name="connsiteY61" fmla="*/ 494221 h 505330"/>
              <a:gd name="connsiteX62" fmla="*/ 2458764 w 5487431"/>
              <a:gd name="connsiteY62" fmla="*/ 494221 h 505330"/>
              <a:gd name="connsiteX63" fmla="*/ 2458764 w 5487431"/>
              <a:gd name="connsiteY63" fmla="*/ 257420 h 505330"/>
              <a:gd name="connsiteX64" fmla="*/ 2348590 w 5487431"/>
              <a:gd name="connsiteY64" fmla="*/ 142174 h 505330"/>
              <a:gd name="connsiteX65" fmla="*/ 3571359 w 5487431"/>
              <a:gd name="connsiteY65" fmla="*/ 463149 h 505330"/>
              <a:gd name="connsiteX66" fmla="*/ 3487634 w 5487431"/>
              <a:gd name="connsiteY66" fmla="*/ 321634 h 505330"/>
              <a:gd name="connsiteX67" fmla="*/ 3571359 w 5487431"/>
              <a:gd name="connsiteY67" fmla="*/ 180119 h 505330"/>
              <a:gd name="connsiteX68" fmla="*/ 3655085 w 5487431"/>
              <a:gd name="connsiteY68" fmla="*/ 321634 h 505330"/>
              <a:gd name="connsiteX69" fmla="*/ 3571359 w 5487431"/>
              <a:gd name="connsiteY69" fmla="*/ 463149 h 505330"/>
              <a:gd name="connsiteX70" fmla="*/ 3571359 w 5487431"/>
              <a:gd name="connsiteY70" fmla="*/ 142174 h 505330"/>
              <a:gd name="connsiteX71" fmla="*/ 3401150 w 5487431"/>
              <a:gd name="connsiteY71" fmla="*/ 321634 h 505330"/>
              <a:gd name="connsiteX72" fmla="*/ 3571359 w 5487431"/>
              <a:gd name="connsiteY72" fmla="*/ 501094 h 505330"/>
              <a:gd name="connsiteX73" fmla="*/ 3741569 w 5487431"/>
              <a:gd name="connsiteY73" fmla="*/ 321634 h 505330"/>
              <a:gd name="connsiteX74" fmla="*/ 3571359 w 5487431"/>
              <a:gd name="connsiteY74" fmla="*/ 142174 h 505330"/>
              <a:gd name="connsiteX75" fmla="*/ 4332308 w 5487431"/>
              <a:gd name="connsiteY75" fmla="*/ 142174 h 505330"/>
              <a:gd name="connsiteX76" fmla="*/ 4236024 w 5487431"/>
              <a:gd name="connsiteY76" fmla="*/ 192547 h 505330"/>
              <a:gd name="connsiteX77" fmla="*/ 4231838 w 5487431"/>
              <a:gd name="connsiteY77" fmla="*/ 192547 h 505330"/>
              <a:gd name="connsiteX78" fmla="*/ 4231838 w 5487431"/>
              <a:gd name="connsiteY78" fmla="*/ 149048 h 505330"/>
              <a:gd name="connsiteX79" fmla="*/ 4149539 w 5487431"/>
              <a:gd name="connsiteY79" fmla="*/ 149048 h 505330"/>
              <a:gd name="connsiteX80" fmla="*/ 4149539 w 5487431"/>
              <a:gd name="connsiteY80" fmla="*/ 494221 h 505330"/>
              <a:gd name="connsiteX81" fmla="*/ 4231838 w 5487431"/>
              <a:gd name="connsiteY81" fmla="*/ 494221 h 505330"/>
              <a:gd name="connsiteX82" fmla="*/ 4231838 w 5487431"/>
              <a:gd name="connsiteY82" fmla="*/ 271261 h 505330"/>
              <a:gd name="connsiteX83" fmla="*/ 4300911 w 5487431"/>
              <a:gd name="connsiteY83" fmla="*/ 190476 h 505330"/>
              <a:gd name="connsiteX84" fmla="*/ 4360185 w 5487431"/>
              <a:gd name="connsiteY84" fmla="*/ 258173 h 505330"/>
              <a:gd name="connsiteX85" fmla="*/ 4360185 w 5487431"/>
              <a:gd name="connsiteY85" fmla="*/ 494221 h 505330"/>
              <a:gd name="connsiteX86" fmla="*/ 4442483 w 5487431"/>
              <a:gd name="connsiteY86" fmla="*/ 494221 h 505330"/>
              <a:gd name="connsiteX87" fmla="*/ 4442483 w 5487431"/>
              <a:gd name="connsiteY87" fmla="*/ 257420 h 505330"/>
              <a:gd name="connsiteX88" fmla="*/ 4332308 w 5487431"/>
              <a:gd name="connsiteY88" fmla="*/ 142174 h 505330"/>
              <a:gd name="connsiteX89" fmla="*/ 4629533 w 5487431"/>
              <a:gd name="connsiteY89" fmla="*/ 142174 h 505330"/>
              <a:gd name="connsiteX90" fmla="*/ 4496334 w 5487431"/>
              <a:gd name="connsiteY90" fmla="*/ 241602 h 505330"/>
              <a:gd name="connsiteX91" fmla="*/ 4580725 w 5487431"/>
              <a:gd name="connsiteY91" fmla="*/ 341030 h 505330"/>
              <a:gd name="connsiteX92" fmla="*/ 4650464 w 5487431"/>
              <a:gd name="connsiteY92" fmla="*/ 358260 h 505330"/>
              <a:gd name="connsiteX93" fmla="*/ 4704220 w 5487431"/>
              <a:gd name="connsiteY93" fmla="*/ 409387 h 505330"/>
              <a:gd name="connsiteX94" fmla="*/ 4635146 w 5487431"/>
              <a:gd name="connsiteY94" fmla="*/ 464656 h 505330"/>
              <a:gd name="connsiteX95" fmla="*/ 4555607 w 5487431"/>
              <a:gd name="connsiteY95" fmla="*/ 384624 h 505330"/>
              <a:gd name="connsiteX96" fmla="*/ 4481682 w 5487431"/>
              <a:gd name="connsiteY96" fmla="*/ 405338 h 505330"/>
              <a:gd name="connsiteX97" fmla="*/ 4626108 w 5487431"/>
              <a:gd name="connsiteY97" fmla="*/ 501282 h 505330"/>
              <a:gd name="connsiteX98" fmla="*/ 4771200 w 5487431"/>
              <a:gd name="connsiteY98" fmla="*/ 388767 h 505330"/>
              <a:gd name="connsiteX99" fmla="*/ 4678436 w 5487431"/>
              <a:gd name="connsiteY99" fmla="*/ 285196 h 505330"/>
              <a:gd name="connsiteX100" fmla="*/ 4611456 w 5487431"/>
              <a:gd name="connsiteY100" fmla="*/ 268625 h 505330"/>
              <a:gd name="connsiteX101" fmla="*/ 4563314 w 5487431"/>
              <a:gd name="connsiteY101" fmla="*/ 223054 h 505330"/>
              <a:gd name="connsiteX102" fmla="*/ 4622588 w 5487431"/>
              <a:gd name="connsiteY102" fmla="*/ 178895 h 505330"/>
              <a:gd name="connsiteX103" fmla="*/ 4693754 w 5487431"/>
              <a:gd name="connsiteY103" fmla="*/ 245180 h 505330"/>
              <a:gd name="connsiteX104" fmla="*/ 4763493 w 5487431"/>
              <a:gd name="connsiteY104" fmla="*/ 224466 h 505330"/>
              <a:gd name="connsiteX105" fmla="*/ 4629533 w 5487431"/>
              <a:gd name="connsiteY105" fmla="*/ 142174 h 505330"/>
              <a:gd name="connsiteX106" fmla="*/ 4975471 w 5487431"/>
              <a:gd name="connsiteY106" fmla="*/ 463149 h 505330"/>
              <a:gd name="connsiteX107" fmla="*/ 4891745 w 5487431"/>
              <a:gd name="connsiteY107" fmla="*/ 321634 h 505330"/>
              <a:gd name="connsiteX108" fmla="*/ 4975471 w 5487431"/>
              <a:gd name="connsiteY108" fmla="*/ 180119 h 505330"/>
              <a:gd name="connsiteX109" fmla="*/ 5059196 w 5487431"/>
              <a:gd name="connsiteY109" fmla="*/ 321634 h 505330"/>
              <a:gd name="connsiteX110" fmla="*/ 4975471 w 5487431"/>
              <a:gd name="connsiteY110" fmla="*/ 463149 h 505330"/>
              <a:gd name="connsiteX111" fmla="*/ 4975471 w 5487431"/>
              <a:gd name="connsiteY111" fmla="*/ 142174 h 505330"/>
              <a:gd name="connsiteX112" fmla="*/ 4805261 w 5487431"/>
              <a:gd name="connsiteY112" fmla="*/ 321634 h 505330"/>
              <a:gd name="connsiteX113" fmla="*/ 4975471 w 5487431"/>
              <a:gd name="connsiteY113" fmla="*/ 501094 h 505330"/>
              <a:gd name="connsiteX114" fmla="*/ 5145680 w 5487431"/>
              <a:gd name="connsiteY114" fmla="*/ 321634 h 505330"/>
              <a:gd name="connsiteX115" fmla="*/ 4975471 w 5487431"/>
              <a:gd name="connsiteY115" fmla="*/ 142174 h 505330"/>
              <a:gd name="connsiteX116" fmla="*/ 5377257 w 5487431"/>
              <a:gd name="connsiteY116" fmla="*/ 142174 h 505330"/>
              <a:gd name="connsiteX117" fmla="*/ 5280973 w 5487431"/>
              <a:gd name="connsiteY117" fmla="*/ 192547 h 505330"/>
              <a:gd name="connsiteX118" fmla="*/ 5276787 w 5487431"/>
              <a:gd name="connsiteY118" fmla="*/ 192547 h 505330"/>
              <a:gd name="connsiteX119" fmla="*/ 5276787 w 5487431"/>
              <a:gd name="connsiteY119" fmla="*/ 149048 h 505330"/>
              <a:gd name="connsiteX120" fmla="*/ 5194488 w 5487431"/>
              <a:gd name="connsiteY120" fmla="*/ 149048 h 505330"/>
              <a:gd name="connsiteX121" fmla="*/ 5194488 w 5487431"/>
              <a:gd name="connsiteY121" fmla="*/ 494221 h 505330"/>
              <a:gd name="connsiteX122" fmla="*/ 5276787 w 5487431"/>
              <a:gd name="connsiteY122" fmla="*/ 494221 h 505330"/>
              <a:gd name="connsiteX123" fmla="*/ 5276787 w 5487431"/>
              <a:gd name="connsiteY123" fmla="*/ 271261 h 505330"/>
              <a:gd name="connsiteX124" fmla="*/ 5345860 w 5487431"/>
              <a:gd name="connsiteY124" fmla="*/ 190476 h 505330"/>
              <a:gd name="connsiteX125" fmla="*/ 5405134 w 5487431"/>
              <a:gd name="connsiteY125" fmla="*/ 258173 h 505330"/>
              <a:gd name="connsiteX126" fmla="*/ 5405134 w 5487431"/>
              <a:gd name="connsiteY126" fmla="*/ 494221 h 505330"/>
              <a:gd name="connsiteX127" fmla="*/ 5487432 w 5487431"/>
              <a:gd name="connsiteY127" fmla="*/ 494221 h 505330"/>
              <a:gd name="connsiteX128" fmla="*/ 5487432 w 5487431"/>
              <a:gd name="connsiteY128" fmla="*/ 257420 h 505330"/>
              <a:gd name="connsiteX129" fmla="*/ 5377257 w 5487431"/>
              <a:gd name="connsiteY129" fmla="*/ 142174 h 505330"/>
              <a:gd name="connsiteX130" fmla="*/ 323674 w 5487431"/>
              <a:gd name="connsiteY130" fmla="*/ 11016 h 505330"/>
              <a:gd name="connsiteX131" fmla="*/ 237190 w 5487431"/>
              <a:gd name="connsiteY131" fmla="*/ 11016 h 505330"/>
              <a:gd name="connsiteX132" fmla="*/ 237190 w 5487431"/>
              <a:gd name="connsiteY132" fmla="*/ 367864 h 505330"/>
              <a:gd name="connsiteX133" fmla="*/ 161837 w 5487431"/>
              <a:gd name="connsiteY133" fmla="*/ 460325 h 505330"/>
              <a:gd name="connsiteX134" fmla="*/ 86484 w 5487431"/>
              <a:gd name="connsiteY134" fmla="*/ 360897 h 505330"/>
              <a:gd name="connsiteX135" fmla="*/ 86484 w 5487431"/>
              <a:gd name="connsiteY135" fmla="*/ 294612 h 505330"/>
              <a:gd name="connsiteX136" fmla="*/ 0 w 5487431"/>
              <a:gd name="connsiteY136" fmla="*/ 315985 h 505330"/>
              <a:gd name="connsiteX137" fmla="*/ 0 w 5487431"/>
              <a:gd name="connsiteY137" fmla="*/ 345644 h 505330"/>
              <a:gd name="connsiteX138" fmla="*/ 161837 w 5487431"/>
              <a:gd name="connsiteY138" fmla="*/ 505143 h 505330"/>
              <a:gd name="connsiteX139" fmla="*/ 323674 w 5487431"/>
              <a:gd name="connsiteY139" fmla="*/ 345644 h 505330"/>
              <a:gd name="connsiteX140" fmla="*/ 323674 w 5487431"/>
              <a:gd name="connsiteY140" fmla="*/ 11016 h 505330"/>
              <a:gd name="connsiteX141" fmla="*/ 844008 w 5487431"/>
              <a:gd name="connsiteY141" fmla="*/ 11016 h 505330"/>
              <a:gd name="connsiteX142" fmla="*/ 761710 w 5487431"/>
              <a:gd name="connsiteY142" fmla="*/ 11016 h 505330"/>
              <a:gd name="connsiteX143" fmla="*/ 761710 w 5487431"/>
              <a:gd name="connsiteY143" fmla="*/ 494221 h 505330"/>
              <a:gd name="connsiteX144" fmla="*/ 844008 w 5487431"/>
              <a:gd name="connsiteY144" fmla="*/ 494221 h 505330"/>
              <a:gd name="connsiteX145" fmla="*/ 844008 w 5487431"/>
              <a:gd name="connsiteY145" fmla="*/ 271261 h 505330"/>
              <a:gd name="connsiteX146" fmla="*/ 913081 w 5487431"/>
              <a:gd name="connsiteY146" fmla="*/ 190476 h 505330"/>
              <a:gd name="connsiteX147" fmla="*/ 972355 w 5487431"/>
              <a:gd name="connsiteY147" fmla="*/ 258173 h 505330"/>
              <a:gd name="connsiteX148" fmla="*/ 972355 w 5487431"/>
              <a:gd name="connsiteY148" fmla="*/ 494221 h 505330"/>
              <a:gd name="connsiteX149" fmla="*/ 1054653 w 5487431"/>
              <a:gd name="connsiteY149" fmla="*/ 494221 h 505330"/>
              <a:gd name="connsiteX150" fmla="*/ 1054653 w 5487431"/>
              <a:gd name="connsiteY150" fmla="*/ 257420 h 505330"/>
              <a:gd name="connsiteX151" fmla="*/ 944478 w 5487431"/>
              <a:gd name="connsiteY151" fmla="*/ 142174 h 505330"/>
              <a:gd name="connsiteX152" fmla="*/ 848194 w 5487431"/>
              <a:gd name="connsiteY152" fmla="*/ 192547 h 505330"/>
              <a:gd name="connsiteX153" fmla="*/ 844008 w 5487431"/>
              <a:gd name="connsiteY153" fmla="*/ 192547 h 505330"/>
              <a:gd name="connsiteX154" fmla="*/ 844008 w 5487431"/>
              <a:gd name="connsiteY154" fmla="*/ 11016 h 505330"/>
              <a:gd name="connsiteX155" fmla="*/ 3352342 w 5487431"/>
              <a:gd name="connsiteY155" fmla="*/ 11016 h 505330"/>
              <a:gd name="connsiteX156" fmla="*/ 3265857 w 5487431"/>
              <a:gd name="connsiteY156" fmla="*/ 11016 h 505330"/>
              <a:gd name="connsiteX157" fmla="*/ 3265857 w 5487431"/>
              <a:gd name="connsiteY157" fmla="*/ 367864 h 505330"/>
              <a:gd name="connsiteX158" fmla="*/ 3190504 w 5487431"/>
              <a:gd name="connsiteY158" fmla="*/ 460325 h 505330"/>
              <a:gd name="connsiteX159" fmla="*/ 3115152 w 5487431"/>
              <a:gd name="connsiteY159" fmla="*/ 360897 h 505330"/>
              <a:gd name="connsiteX160" fmla="*/ 3115152 w 5487431"/>
              <a:gd name="connsiteY160" fmla="*/ 294612 h 505330"/>
              <a:gd name="connsiteX161" fmla="*/ 3028667 w 5487431"/>
              <a:gd name="connsiteY161" fmla="*/ 315985 h 505330"/>
              <a:gd name="connsiteX162" fmla="*/ 3028667 w 5487431"/>
              <a:gd name="connsiteY162" fmla="*/ 345644 h 505330"/>
              <a:gd name="connsiteX163" fmla="*/ 3190504 w 5487431"/>
              <a:gd name="connsiteY163" fmla="*/ 505143 h 505330"/>
              <a:gd name="connsiteX164" fmla="*/ 3352342 w 5487431"/>
              <a:gd name="connsiteY164" fmla="*/ 345644 h 505330"/>
              <a:gd name="connsiteX165" fmla="*/ 3352342 w 5487431"/>
              <a:gd name="connsiteY165" fmla="*/ 11016 h 505330"/>
              <a:gd name="connsiteX166" fmla="*/ 3872675 w 5487431"/>
              <a:gd name="connsiteY166" fmla="*/ 11016 h 505330"/>
              <a:gd name="connsiteX167" fmla="*/ 3790377 w 5487431"/>
              <a:gd name="connsiteY167" fmla="*/ 11016 h 505330"/>
              <a:gd name="connsiteX168" fmla="*/ 3790377 w 5487431"/>
              <a:gd name="connsiteY168" fmla="*/ 494221 h 505330"/>
              <a:gd name="connsiteX169" fmla="*/ 3872675 w 5487431"/>
              <a:gd name="connsiteY169" fmla="*/ 494221 h 505330"/>
              <a:gd name="connsiteX170" fmla="*/ 3872675 w 5487431"/>
              <a:gd name="connsiteY170" fmla="*/ 271261 h 505330"/>
              <a:gd name="connsiteX171" fmla="*/ 3941749 w 5487431"/>
              <a:gd name="connsiteY171" fmla="*/ 190476 h 505330"/>
              <a:gd name="connsiteX172" fmla="*/ 4001022 w 5487431"/>
              <a:gd name="connsiteY172" fmla="*/ 258173 h 505330"/>
              <a:gd name="connsiteX173" fmla="*/ 4001022 w 5487431"/>
              <a:gd name="connsiteY173" fmla="*/ 494221 h 505330"/>
              <a:gd name="connsiteX174" fmla="*/ 4083320 w 5487431"/>
              <a:gd name="connsiteY174" fmla="*/ 494221 h 505330"/>
              <a:gd name="connsiteX175" fmla="*/ 4083320 w 5487431"/>
              <a:gd name="connsiteY175" fmla="*/ 257420 h 505330"/>
              <a:gd name="connsiteX176" fmla="*/ 3973146 w 5487431"/>
              <a:gd name="connsiteY176" fmla="*/ 142174 h 505330"/>
              <a:gd name="connsiteX177" fmla="*/ 3876861 w 5487431"/>
              <a:gd name="connsiteY177" fmla="*/ 192547 h 505330"/>
              <a:gd name="connsiteX178" fmla="*/ 3872675 w 5487431"/>
              <a:gd name="connsiteY178" fmla="*/ 192547 h 505330"/>
              <a:gd name="connsiteX179" fmla="*/ 3872675 w 5487431"/>
              <a:gd name="connsiteY179" fmla="*/ 11016 h 505330"/>
              <a:gd name="connsiteX180" fmla="*/ 2730110 w 5487431"/>
              <a:gd name="connsiteY180" fmla="*/ 454864 h 505330"/>
              <a:gd name="connsiteX181" fmla="*/ 2622029 w 5487431"/>
              <a:gd name="connsiteY181" fmla="*/ 343761 h 505330"/>
              <a:gd name="connsiteX182" fmla="*/ 2664557 w 5487431"/>
              <a:gd name="connsiteY182" fmla="*/ 256102 h 505330"/>
              <a:gd name="connsiteX183" fmla="*/ 2822208 w 5487431"/>
              <a:gd name="connsiteY183" fmla="*/ 426617 h 505330"/>
              <a:gd name="connsiteX184" fmla="*/ 2730110 w 5487431"/>
              <a:gd name="connsiteY184" fmla="*/ 454864 h 505330"/>
              <a:gd name="connsiteX185" fmla="*/ 2883575 w 5487431"/>
              <a:gd name="connsiteY185" fmla="*/ 369936 h 505330"/>
              <a:gd name="connsiteX186" fmla="*/ 2746856 w 5487431"/>
              <a:gd name="connsiteY186" fmla="*/ 220794 h 505330"/>
              <a:gd name="connsiteX187" fmla="*/ 2814502 w 5487431"/>
              <a:gd name="connsiteY187" fmla="*/ 207706 h 505330"/>
              <a:gd name="connsiteX188" fmla="*/ 2905838 w 5487431"/>
              <a:gd name="connsiteY188" fmla="*/ 296118 h 505330"/>
              <a:gd name="connsiteX189" fmla="*/ 2883575 w 5487431"/>
              <a:gd name="connsiteY189" fmla="*/ 369936 h 505330"/>
              <a:gd name="connsiteX190" fmla="*/ 2728017 w 5487431"/>
              <a:gd name="connsiteY190" fmla="*/ 200833 h 505330"/>
              <a:gd name="connsiteX191" fmla="*/ 2698047 w 5487431"/>
              <a:gd name="connsiteY191" fmla="*/ 167690 h 505330"/>
              <a:gd name="connsiteX192" fmla="*/ 2663891 w 5487431"/>
              <a:gd name="connsiteY192" fmla="*/ 99334 h 505330"/>
              <a:gd name="connsiteX193" fmla="*/ 2730110 w 5487431"/>
              <a:gd name="connsiteY193" fmla="*/ 36532 h 505330"/>
              <a:gd name="connsiteX194" fmla="*/ 2795664 w 5487431"/>
              <a:gd name="connsiteY194" fmla="*/ 102817 h 505330"/>
              <a:gd name="connsiteX195" fmla="*/ 2728017 w 5487431"/>
              <a:gd name="connsiteY195" fmla="*/ 200833 h 505330"/>
              <a:gd name="connsiteX196" fmla="*/ 2732204 w 5487431"/>
              <a:gd name="connsiteY196" fmla="*/ 0 h 505330"/>
              <a:gd name="connsiteX197" fmla="*/ 2588539 w 5487431"/>
              <a:gd name="connsiteY197" fmla="*/ 119389 h 505330"/>
              <a:gd name="connsiteX198" fmla="*/ 2644387 w 5487431"/>
              <a:gd name="connsiteY198" fmla="*/ 234635 h 505330"/>
              <a:gd name="connsiteX199" fmla="*/ 2645053 w 5487431"/>
              <a:gd name="connsiteY199" fmla="*/ 236047 h 505330"/>
              <a:gd name="connsiteX200" fmla="*/ 2545344 w 5487431"/>
              <a:gd name="connsiteY200" fmla="*/ 374832 h 505330"/>
              <a:gd name="connsiteX201" fmla="*/ 2685584 w 5487431"/>
              <a:gd name="connsiteY201" fmla="*/ 505331 h 505330"/>
              <a:gd name="connsiteX202" fmla="*/ 2843235 w 5487431"/>
              <a:gd name="connsiteY202" fmla="*/ 449403 h 505330"/>
              <a:gd name="connsiteX203" fmla="*/ 2885097 w 5487431"/>
              <a:gd name="connsiteY203" fmla="*/ 494315 h 505330"/>
              <a:gd name="connsiteX204" fmla="*/ 2994606 w 5487431"/>
              <a:gd name="connsiteY204" fmla="*/ 494315 h 505330"/>
              <a:gd name="connsiteX205" fmla="*/ 2994606 w 5487431"/>
              <a:gd name="connsiteY205" fmla="*/ 490831 h 505330"/>
              <a:gd name="connsiteX206" fmla="*/ 2905363 w 5487431"/>
              <a:gd name="connsiteY206" fmla="*/ 393474 h 505330"/>
              <a:gd name="connsiteX207" fmla="*/ 2964637 w 5487431"/>
              <a:gd name="connsiteY207" fmla="*/ 258833 h 505330"/>
              <a:gd name="connsiteX208" fmla="*/ 2873300 w 5487431"/>
              <a:gd name="connsiteY208" fmla="*/ 171174 h 505330"/>
              <a:gd name="connsiteX209" fmla="*/ 2789574 w 5487431"/>
              <a:gd name="connsiteY209" fmla="*/ 187745 h 505330"/>
              <a:gd name="connsiteX210" fmla="*/ 2788147 w 5487431"/>
              <a:gd name="connsiteY210" fmla="*/ 185015 h 505330"/>
              <a:gd name="connsiteX211" fmla="*/ 2863500 w 5487431"/>
              <a:gd name="connsiteY211" fmla="*/ 93873 h 505330"/>
              <a:gd name="connsiteX212" fmla="*/ 2732204 w 5487431"/>
              <a:gd name="connsiteY212" fmla="*/ 0 h 50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5487431" h="505330">
                <a:moveTo>
                  <a:pt x="542692" y="463149"/>
                </a:moveTo>
                <a:cubicBezTo>
                  <a:pt x="488937" y="463149"/>
                  <a:pt x="458967" y="412776"/>
                  <a:pt x="458967" y="321634"/>
                </a:cubicBezTo>
                <a:cubicBezTo>
                  <a:pt x="458967" y="229080"/>
                  <a:pt x="488937" y="180119"/>
                  <a:pt x="542692" y="180119"/>
                </a:cubicBezTo>
                <a:cubicBezTo>
                  <a:pt x="596448" y="180119"/>
                  <a:pt x="626417" y="229833"/>
                  <a:pt x="626417" y="321634"/>
                </a:cubicBezTo>
                <a:cubicBezTo>
                  <a:pt x="626322" y="414189"/>
                  <a:pt x="596352" y="463149"/>
                  <a:pt x="542692" y="463149"/>
                </a:cubicBezTo>
                <a:moveTo>
                  <a:pt x="542692" y="142174"/>
                </a:moveTo>
                <a:cubicBezTo>
                  <a:pt x="433183" y="142174"/>
                  <a:pt x="372482" y="222959"/>
                  <a:pt x="372482" y="321634"/>
                </a:cubicBezTo>
                <a:cubicBezTo>
                  <a:pt x="372482" y="420309"/>
                  <a:pt x="433183" y="501094"/>
                  <a:pt x="542692" y="501094"/>
                </a:cubicBezTo>
                <a:cubicBezTo>
                  <a:pt x="652201" y="501094"/>
                  <a:pt x="712902" y="420309"/>
                  <a:pt x="712902" y="321634"/>
                </a:cubicBezTo>
                <a:cubicBezTo>
                  <a:pt x="712902" y="222959"/>
                  <a:pt x="652201" y="142174"/>
                  <a:pt x="542692" y="142174"/>
                </a:cubicBezTo>
                <a:moveTo>
                  <a:pt x="1303641" y="142174"/>
                </a:moveTo>
                <a:cubicBezTo>
                  <a:pt x="1251979" y="142174"/>
                  <a:pt x="1223436" y="164301"/>
                  <a:pt x="1207357" y="192547"/>
                </a:cubicBezTo>
                <a:lnTo>
                  <a:pt x="1203170" y="192547"/>
                </a:lnTo>
                <a:lnTo>
                  <a:pt x="1203170" y="149048"/>
                </a:lnTo>
                <a:lnTo>
                  <a:pt x="1120872" y="149048"/>
                </a:lnTo>
                <a:lnTo>
                  <a:pt x="1120872" y="494221"/>
                </a:lnTo>
                <a:lnTo>
                  <a:pt x="1203170" y="494221"/>
                </a:lnTo>
                <a:lnTo>
                  <a:pt x="1203170" y="271261"/>
                </a:lnTo>
                <a:cubicBezTo>
                  <a:pt x="1203170" y="220229"/>
                  <a:pt x="1229715" y="190476"/>
                  <a:pt x="1272244" y="190476"/>
                </a:cubicBezTo>
                <a:cubicBezTo>
                  <a:pt x="1313440" y="190476"/>
                  <a:pt x="1331518" y="217404"/>
                  <a:pt x="1331518" y="258173"/>
                </a:cubicBezTo>
                <a:lnTo>
                  <a:pt x="1331518" y="494221"/>
                </a:lnTo>
                <a:lnTo>
                  <a:pt x="1413816" y="494221"/>
                </a:lnTo>
                <a:lnTo>
                  <a:pt x="1413816" y="257420"/>
                </a:lnTo>
                <a:cubicBezTo>
                  <a:pt x="1413911" y="186333"/>
                  <a:pt x="1376234" y="142174"/>
                  <a:pt x="1303641" y="142174"/>
                </a:cubicBezTo>
                <a:moveTo>
                  <a:pt x="1600771" y="142174"/>
                </a:moveTo>
                <a:cubicBezTo>
                  <a:pt x="1524752" y="142174"/>
                  <a:pt x="1467571" y="173905"/>
                  <a:pt x="1467571" y="241602"/>
                </a:cubicBezTo>
                <a:cubicBezTo>
                  <a:pt x="1467571" y="298943"/>
                  <a:pt x="1507341" y="330014"/>
                  <a:pt x="1551962" y="341030"/>
                </a:cubicBezTo>
                <a:lnTo>
                  <a:pt x="1621702" y="358260"/>
                </a:lnTo>
                <a:cubicBezTo>
                  <a:pt x="1658712" y="367205"/>
                  <a:pt x="1675457" y="380387"/>
                  <a:pt x="1675457" y="409387"/>
                </a:cubicBezTo>
                <a:cubicBezTo>
                  <a:pt x="1675457" y="444601"/>
                  <a:pt x="1650340" y="464656"/>
                  <a:pt x="1606384" y="464656"/>
                </a:cubicBezTo>
                <a:cubicBezTo>
                  <a:pt x="1558908" y="464656"/>
                  <a:pt x="1534551" y="441870"/>
                  <a:pt x="1526845" y="384624"/>
                </a:cubicBezTo>
                <a:lnTo>
                  <a:pt x="1452919" y="405338"/>
                </a:lnTo>
                <a:cubicBezTo>
                  <a:pt x="1457106" y="464750"/>
                  <a:pt x="1512954" y="501282"/>
                  <a:pt x="1597345" y="501282"/>
                </a:cubicBezTo>
                <a:cubicBezTo>
                  <a:pt x="1691536" y="501282"/>
                  <a:pt x="1742438" y="457782"/>
                  <a:pt x="1742438" y="388767"/>
                </a:cubicBezTo>
                <a:cubicBezTo>
                  <a:pt x="1742438" y="323894"/>
                  <a:pt x="1697055" y="296965"/>
                  <a:pt x="1649674" y="285196"/>
                </a:cubicBezTo>
                <a:lnTo>
                  <a:pt x="1582693" y="268625"/>
                </a:lnTo>
                <a:cubicBezTo>
                  <a:pt x="1549203" y="260339"/>
                  <a:pt x="1534551" y="245180"/>
                  <a:pt x="1534551" y="223054"/>
                </a:cubicBezTo>
                <a:cubicBezTo>
                  <a:pt x="1534551" y="195466"/>
                  <a:pt x="1558242" y="178895"/>
                  <a:pt x="1593825" y="178895"/>
                </a:cubicBezTo>
                <a:cubicBezTo>
                  <a:pt x="1635688" y="178895"/>
                  <a:pt x="1661471" y="201680"/>
                  <a:pt x="1664992" y="245180"/>
                </a:cubicBezTo>
                <a:lnTo>
                  <a:pt x="1734731" y="224466"/>
                </a:lnTo>
                <a:cubicBezTo>
                  <a:pt x="1726358" y="175976"/>
                  <a:pt x="1678216" y="142174"/>
                  <a:pt x="1600771" y="142174"/>
                </a:cubicBezTo>
                <a:moveTo>
                  <a:pt x="1946803" y="463149"/>
                </a:moveTo>
                <a:cubicBezTo>
                  <a:pt x="1893048" y="463149"/>
                  <a:pt x="1863078" y="412776"/>
                  <a:pt x="1863078" y="321634"/>
                </a:cubicBezTo>
                <a:cubicBezTo>
                  <a:pt x="1863078" y="229080"/>
                  <a:pt x="1893048" y="180119"/>
                  <a:pt x="1946803" y="180119"/>
                </a:cubicBezTo>
                <a:cubicBezTo>
                  <a:pt x="2000559" y="180119"/>
                  <a:pt x="2030529" y="229833"/>
                  <a:pt x="2030529" y="321634"/>
                </a:cubicBezTo>
                <a:cubicBezTo>
                  <a:pt x="2030529" y="414189"/>
                  <a:pt x="2000464" y="463149"/>
                  <a:pt x="1946803" y="463149"/>
                </a:cubicBezTo>
                <a:moveTo>
                  <a:pt x="1946803" y="142174"/>
                </a:moveTo>
                <a:cubicBezTo>
                  <a:pt x="1837294" y="142174"/>
                  <a:pt x="1776594" y="222959"/>
                  <a:pt x="1776594" y="321634"/>
                </a:cubicBezTo>
                <a:cubicBezTo>
                  <a:pt x="1776594" y="420309"/>
                  <a:pt x="1837294" y="501094"/>
                  <a:pt x="1946803" y="501094"/>
                </a:cubicBezTo>
                <a:cubicBezTo>
                  <a:pt x="2056312" y="501094"/>
                  <a:pt x="2117013" y="420309"/>
                  <a:pt x="2117013" y="321634"/>
                </a:cubicBezTo>
                <a:cubicBezTo>
                  <a:pt x="2117013" y="222959"/>
                  <a:pt x="2056312" y="142174"/>
                  <a:pt x="1946803" y="142174"/>
                </a:cubicBezTo>
                <a:moveTo>
                  <a:pt x="2348590" y="142174"/>
                </a:moveTo>
                <a:cubicBezTo>
                  <a:pt x="2296927" y="142174"/>
                  <a:pt x="2268385" y="164301"/>
                  <a:pt x="2252306" y="192547"/>
                </a:cubicBezTo>
                <a:lnTo>
                  <a:pt x="2248119" y="192547"/>
                </a:lnTo>
                <a:lnTo>
                  <a:pt x="2248119" y="149048"/>
                </a:lnTo>
                <a:lnTo>
                  <a:pt x="2165821" y="149048"/>
                </a:lnTo>
                <a:lnTo>
                  <a:pt x="2165821" y="494221"/>
                </a:lnTo>
                <a:lnTo>
                  <a:pt x="2248119" y="494221"/>
                </a:lnTo>
                <a:lnTo>
                  <a:pt x="2248119" y="271261"/>
                </a:lnTo>
                <a:cubicBezTo>
                  <a:pt x="2248119" y="220229"/>
                  <a:pt x="2274664" y="190476"/>
                  <a:pt x="2317193" y="190476"/>
                </a:cubicBezTo>
                <a:cubicBezTo>
                  <a:pt x="2358389" y="190476"/>
                  <a:pt x="2376466" y="217404"/>
                  <a:pt x="2376466" y="258173"/>
                </a:cubicBezTo>
                <a:lnTo>
                  <a:pt x="2376466" y="494221"/>
                </a:lnTo>
                <a:lnTo>
                  <a:pt x="2458764" y="494221"/>
                </a:lnTo>
                <a:lnTo>
                  <a:pt x="2458764" y="257420"/>
                </a:lnTo>
                <a:cubicBezTo>
                  <a:pt x="2458764" y="186333"/>
                  <a:pt x="2421088" y="142174"/>
                  <a:pt x="2348590" y="142174"/>
                </a:cubicBezTo>
                <a:moveTo>
                  <a:pt x="3571359" y="463149"/>
                </a:moveTo>
                <a:cubicBezTo>
                  <a:pt x="3517604" y="463149"/>
                  <a:pt x="3487634" y="412776"/>
                  <a:pt x="3487634" y="321634"/>
                </a:cubicBezTo>
                <a:cubicBezTo>
                  <a:pt x="3487634" y="229080"/>
                  <a:pt x="3517604" y="180119"/>
                  <a:pt x="3571359" y="180119"/>
                </a:cubicBezTo>
                <a:cubicBezTo>
                  <a:pt x="3625115" y="180119"/>
                  <a:pt x="3655085" y="229833"/>
                  <a:pt x="3655085" y="321634"/>
                </a:cubicBezTo>
                <a:cubicBezTo>
                  <a:pt x="3655085" y="414189"/>
                  <a:pt x="3625020" y="463149"/>
                  <a:pt x="3571359" y="463149"/>
                </a:cubicBezTo>
                <a:moveTo>
                  <a:pt x="3571359" y="142174"/>
                </a:moveTo>
                <a:cubicBezTo>
                  <a:pt x="3461850" y="142174"/>
                  <a:pt x="3401150" y="222959"/>
                  <a:pt x="3401150" y="321634"/>
                </a:cubicBezTo>
                <a:cubicBezTo>
                  <a:pt x="3401150" y="420309"/>
                  <a:pt x="3461850" y="501094"/>
                  <a:pt x="3571359" y="501094"/>
                </a:cubicBezTo>
                <a:cubicBezTo>
                  <a:pt x="3680868" y="501094"/>
                  <a:pt x="3741569" y="420309"/>
                  <a:pt x="3741569" y="321634"/>
                </a:cubicBezTo>
                <a:cubicBezTo>
                  <a:pt x="3741569" y="222959"/>
                  <a:pt x="3680868" y="142174"/>
                  <a:pt x="3571359" y="142174"/>
                </a:cubicBezTo>
                <a:moveTo>
                  <a:pt x="4332308" y="142174"/>
                </a:moveTo>
                <a:cubicBezTo>
                  <a:pt x="4280646" y="142174"/>
                  <a:pt x="4252103" y="164301"/>
                  <a:pt x="4236024" y="192547"/>
                </a:cubicBezTo>
                <a:lnTo>
                  <a:pt x="4231838" y="192547"/>
                </a:lnTo>
                <a:lnTo>
                  <a:pt x="4231838" y="149048"/>
                </a:lnTo>
                <a:lnTo>
                  <a:pt x="4149539" y="149048"/>
                </a:lnTo>
                <a:lnTo>
                  <a:pt x="4149539" y="494221"/>
                </a:lnTo>
                <a:lnTo>
                  <a:pt x="4231838" y="494221"/>
                </a:lnTo>
                <a:lnTo>
                  <a:pt x="4231838" y="271261"/>
                </a:lnTo>
                <a:cubicBezTo>
                  <a:pt x="4231838" y="220229"/>
                  <a:pt x="4258383" y="190476"/>
                  <a:pt x="4300911" y="190476"/>
                </a:cubicBezTo>
                <a:cubicBezTo>
                  <a:pt x="4342108" y="190476"/>
                  <a:pt x="4360185" y="217404"/>
                  <a:pt x="4360185" y="258173"/>
                </a:cubicBezTo>
                <a:lnTo>
                  <a:pt x="4360185" y="494221"/>
                </a:lnTo>
                <a:lnTo>
                  <a:pt x="4442483" y="494221"/>
                </a:lnTo>
                <a:lnTo>
                  <a:pt x="4442483" y="257420"/>
                </a:lnTo>
                <a:cubicBezTo>
                  <a:pt x="4442578" y="186333"/>
                  <a:pt x="4404902" y="142174"/>
                  <a:pt x="4332308" y="142174"/>
                </a:cubicBezTo>
                <a:moveTo>
                  <a:pt x="4629533" y="142174"/>
                </a:moveTo>
                <a:cubicBezTo>
                  <a:pt x="4553514" y="142174"/>
                  <a:pt x="4496334" y="173905"/>
                  <a:pt x="4496334" y="241602"/>
                </a:cubicBezTo>
                <a:cubicBezTo>
                  <a:pt x="4496334" y="298943"/>
                  <a:pt x="4536103" y="330014"/>
                  <a:pt x="4580725" y="341030"/>
                </a:cubicBezTo>
                <a:lnTo>
                  <a:pt x="4650464" y="358260"/>
                </a:lnTo>
                <a:cubicBezTo>
                  <a:pt x="4687475" y="367205"/>
                  <a:pt x="4704220" y="380387"/>
                  <a:pt x="4704220" y="409387"/>
                </a:cubicBezTo>
                <a:cubicBezTo>
                  <a:pt x="4704220" y="444601"/>
                  <a:pt x="4679102" y="464656"/>
                  <a:pt x="4635146" y="464656"/>
                </a:cubicBezTo>
                <a:cubicBezTo>
                  <a:pt x="4587670" y="464656"/>
                  <a:pt x="4563314" y="441870"/>
                  <a:pt x="4555607" y="384624"/>
                </a:cubicBezTo>
                <a:lnTo>
                  <a:pt x="4481682" y="405338"/>
                </a:lnTo>
                <a:cubicBezTo>
                  <a:pt x="4485868" y="464750"/>
                  <a:pt x="4541716" y="501282"/>
                  <a:pt x="4626108" y="501282"/>
                </a:cubicBezTo>
                <a:cubicBezTo>
                  <a:pt x="4720299" y="501282"/>
                  <a:pt x="4771200" y="457782"/>
                  <a:pt x="4771200" y="388767"/>
                </a:cubicBezTo>
                <a:cubicBezTo>
                  <a:pt x="4771200" y="323894"/>
                  <a:pt x="4725817" y="296965"/>
                  <a:pt x="4678436" y="285196"/>
                </a:cubicBezTo>
                <a:lnTo>
                  <a:pt x="4611456" y="268625"/>
                </a:lnTo>
                <a:cubicBezTo>
                  <a:pt x="4577966" y="260339"/>
                  <a:pt x="4563314" y="245180"/>
                  <a:pt x="4563314" y="223054"/>
                </a:cubicBezTo>
                <a:cubicBezTo>
                  <a:pt x="4563314" y="195466"/>
                  <a:pt x="4587004" y="178895"/>
                  <a:pt x="4622588" y="178895"/>
                </a:cubicBezTo>
                <a:cubicBezTo>
                  <a:pt x="4664450" y="178895"/>
                  <a:pt x="4690234" y="201680"/>
                  <a:pt x="4693754" y="245180"/>
                </a:cubicBezTo>
                <a:lnTo>
                  <a:pt x="4763493" y="224466"/>
                </a:lnTo>
                <a:cubicBezTo>
                  <a:pt x="4755026" y="175976"/>
                  <a:pt x="4706884" y="142174"/>
                  <a:pt x="4629533" y="142174"/>
                </a:cubicBezTo>
                <a:moveTo>
                  <a:pt x="4975471" y="463149"/>
                </a:moveTo>
                <a:cubicBezTo>
                  <a:pt x="4921715" y="463149"/>
                  <a:pt x="4891745" y="412776"/>
                  <a:pt x="4891745" y="321634"/>
                </a:cubicBezTo>
                <a:cubicBezTo>
                  <a:pt x="4891745" y="229080"/>
                  <a:pt x="4921715" y="180119"/>
                  <a:pt x="4975471" y="180119"/>
                </a:cubicBezTo>
                <a:cubicBezTo>
                  <a:pt x="5029226" y="180119"/>
                  <a:pt x="5059196" y="229833"/>
                  <a:pt x="5059196" y="321634"/>
                </a:cubicBezTo>
                <a:cubicBezTo>
                  <a:pt x="5059196" y="414189"/>
                  <a:pt x="5029131" y="463149"/>
                  <a:pt x="4975471" y="463149"/>
                </a:cubicBezTo>
                <a:moveTo>
                  <a:pt x="4975471" y="142174"/>
                </a:moveTo>
                <a:cubicBezTo>
                  <a:pt x="4865962" y="142174"/>
                  <a:pt x="4805261" y="222959"/>
                  <a:pt x="4805261" y="321634"/>
                </a:cubicBezTo>
                <a:cubicBezTo>
                  <a:pt x="4805261" y="420309"/>
                  <a:pt x="4865962" y="501094"/>
                  <a:pt x="4975471" y="501094"/>
                </a:cubicBezTo>
                <a:cubicBezTo>
                  <a:pt x="5084980" y="501094"/>
                  <a:pt x="5145680" y="420309"/>
                  <a:pt x="5145680" y="321634"/>
                </a:cubicBezTo>
                <a:cubicBezTo>
                  <a:pt x="5145680" y="222959"/>
                  <a:pt x="5084980" y="142174"/>
                  <a:pt x="4975471" y="142174"/>
                </a:cubicBezTo>
                <a:moveTo>
                  <a:pt x="5377257" y="142174"/>
                </a:moveTo>
                <a:cubicBezTo>
                  <a:pt x="5325595" y="142174"/>
                  <a:pt x="5297052" y="164301"/>
                  <a:pt x="5280973" y="192547"/>
                </a:cubicBezTo>
                <a:lnTo>
                  <a:pt x="5276787" y="192547"/>
                </a:lnTo>
                <a:lnTo>
                  <a:pt x="5276787" y="149048"/>
                </a:lnTo>
                <a:lnTo>
                  <a:pt x="5194488" y="149048"/>
                </a:lnTo>
                <a:lnTo>
                  <a:pt x="5194488" y="494221"/>
                </a:lnTo>
                <a:lnTo>
                  <a:pt x="5276787" y="494221"/>
                </a:lnTo>
                <a:lnTo>
                  <a:pt x="5276787" y="271261"/>
                </a:lnTo>
                <a:cubicBezTo>
                  <a:pt x="5276787" y="220229"/>
                  <a:pt x="5303331" y="190476"/>
                  <a:pt x="5345860" y="190476"/>
                </a:cubicBezTo>
                <a:cubicBezTo>
                  <a:pt x="5387057" y="190476"/>
                  <a:pt x="5405134" y="217404"/>
                  <a:pt x="5405134" y="258173"/>
                </a:cubicBezTo>
                <a:lnTo>
                  <a:pt x="5405134" y="494221"/>
                </a:lnTo>
                <a:lnTo>
                  <a:pt x="5487432" y="494221"/>
                </a:lnTo>
                <a:lnTo>
                  <a:pt x="5487432" y="257420"/>
                </a:lnTo>
                <a:cubicBezTo>
                  <a:pt x="5487432" y="186333"/>
                  <a:pt x="5449755" y="142174"/>
                  <a:pt x="5377257" y="142174"/>
                </a:cubicBezTo>
                <a:moveTo>
                  <a:pt x="323674" y="11016"/>
                </a:moveTo>
                <a:lnTo>
                  <a:pt x="237190" y="11016"/>
                </a:lnTo>
                <a:lnTo>
                  <a:pt x="237190" y="367864"/>
                </a:lnTo>
                <a:cubicBezTo>
                  <a:pt x="237190" y="425864"/>
                  <a:pt x="214831" y="460325"/>
                  <a:pt x="161837" y="460325"/>
                </a:cubicBezTo>
                <a:cubicBezTo>
                  <a:pt x="109509" y="460325"/>
                  <a:pt x="86484" y="423698"/>
                  <a:pt x="86484" y="360897"/>
                </a:cubicBezTo>
                <a:lnTo>
                  <a:pt x="86484" y="294612"/>
                </a:lnTo>
                <a:lnTo>
                  <a:pt x="0" y="315985"/>
                </a:lnTo>
                <a:lnTo>
                  <a:pt x="0" y="345644"/>
                </a:lnTo>
                <a:cubicBezTo>
                  <a:pt x="0" y="436033"/>
                  <a:pt x="45383" y="505143"/>
                  <a:pt x="161837" y="505143"/>
                </a:cubicBezTo>
                <a:cubicBezTo>
                  <a:pt x="278291" y="505143"/>
                  <a:pt x="323674" y="436127"/>
                  <a:pt x="323674" y="345644"/>
                </a:cubicBezTo>
                <a:lnTo>
                  <a:pt x="323674" y="11016"/>
                </a:lnTo>
                <a:moveTo>
                  <a:pt x="844008" y="11016"/>
                </a:moveTo>
                <a:lnTo>
                  <a:pt x="761710" y="11016"/>
                </a:lnTo>
                <a:lnTo>
                  <a:pt x="761710" y="494221"/>
                </a:lnTo>
                <a:lnTo>
                  <a:pt x="844008" y="494221"/>
                </a:lnTo>
                <a:lnTo>
                  <a:pt x="844008" y="271261"/>
                </a:lnTo>
                <a:cubicBezTo>
                  <a:pt x="844008" y="220229"/>
                  <a:pt x="870553" y="190476"/>
                  <a:pt x="913081" y="190476"/>
                </a:cubicBezTo>
                <a:cubicBezTo>
                  <a:pt x="954278" y="190476"/>
                  <a:pt x="972355" y="217404"/>
                  <a:pt x="972355" y="258173"/>
                </a:cubicBezTo>
                <a:lnTo>
                  <a:pt x="972355" y="494221"/>
                </a:lnTo>
                <a:lnTo>
                  <a:pt x="1054653" y="494221"/>
                </a:lnTo>
                <a:lnTo>
                  <a:pt x="1054653" y="257420"/>
                </a:lnTo>
                <a:cubicBezTo>
                  <a:pt x="1054653" y="186333"/>
                  <a:pt x="1016977" y="142174"/>
                  <a:pt x="944478" y="142174"/>
                </a:cubicBezTo>
                <a:cubicBezTo>
                  <a:pt x="892816" y="142174"/>
                  <a:pt x="864273" y="164301"/>
                  <a:pt x="848194" y="192547"/>
                </a:cubicBezTo>
                <a:lnTo>
                  <a:pt x="844008" y="192547"/>
                </a:lnTo>
                <a:lnTo>
                  <a:pt x="844008" y="11016"/>
                </a:lnTo>
                <a:moveTo>
                  <a:pt x="3352342" y="11016"/>
                </a:moveTo>
                <a:lnTo>
                  <a:pt x="3265857" y="11016"/>
                </a:lnTo>
                <a:lnTo>
                  <a:pt x="3265857" y="367864"/>
                </a:lnTo>
                <a:cubicBezTo>
                  <a:pt x="3265857" y="425864"/>
                  <a:pt x="3243499" y="460325"/>
                  <a:pt x="3190504" y="460325"/>
                </a:cubicBezTo>
                <a:cubicBezTo>
                  <a:pt x="3138176" y="460325"/>
                  <a:pt x="3115152" y="423698"/>
                  <a:pt x="3115152" y="360897"/>
                </a:cubicBezTo>
                <a:lnTo>
                  <a:pt x="3115152" y="294612"/>
                </a:lnTo>
                <a:lnTo>
                  <a:pt x="3028667" y="315985"/>
                </a:lnTo>
                <a:lnTo>
                  <a:pt x="3028667" y="345644"/>
                </a:lnTo>
                <a:cubicBezTo>
                  <a:pt x="3028667" y="436033"/>
                  <a:pt x="3074050" y="505143"/>
                  <a:pt x="3190504" y="505143"/>
                </a:cubicBezTo>
                <a:cubicBezTo>
                  <a:pt x="3306959" y="505143"/>
                  <a:pt x="3352342" y="436127"/>
                  <a:pt x="3352342" y="345644"/>
                </a:cubicBezTo>
                <a:lnTo>
                  <a:pt x="3352342" y="11016"/>
                </a:lnTo>
                <a:moveTo>
                  <a:pt x="3872675" y="11016"/>
                </a:moveTo>
                <a:lnTo>
                  <a:pt x="3790377" y="11016"/>
                </a:lnTo>
                <a:lnTo>
                  <a:pt x="3790377" y="494221"/>
                </a:lnTo>
                <a:lnTo>
                  <a:pt x="3872675" y="494221"/>
                </a:lnTo>
                <a:lnTo>
                  <a:pt x="3872675" y="271261"/>
                </a:lnTo>
                <a:cubicBezTo>
                  <a:pt x="3872675" y="220229"/>
                  <a:pt x="3899220" y="190476"/>
                  <a:pt x="3941749" y="190476"/>
                </a:cubicBezTo>
                <a:cubicBezTo>
                  <a:pt x="3982945" y="190476"/>
                  <a:pt x="4001022" y="217404"/>
                  <a:pt x="4001022" y="258173"/>
                </a:cubicBezTo>
                <a:lnTo>
                  <a:pt x="4001022" y="494221"/>
                </a:lnTo>
                <a:lnTo>
                  <a:pt x="4083320" y="494221"/>
                </a:lnTo>
                <a:lnTo>
                  <a:pt x="4083320" y="257420"/>
                </a:lnTo>
                <a:cubicBezTo>
                  <a:pt x="4083320" y="186333"/>
                  <a:pt x="4045644" y="142174"/>
                  <a:pt x="3973146" y="142174"/>
                </a:cubicBezTo>
                <a:cubicBezTo>
                  <a:pt x="3921483" y="142174"/>
                  <a:pt x="3892941" y="164301"/>
                  <a:pt x="3876861" y="192547"/>
                </a:cubicBezTo>
                <a:lnTo>
                  <a:pt x="3872675" y="192547"/>
                </a:lnTo>
                <a:lnTo>
                  <a:pt x="3872675" y="11016"/>
                </a:lnTo>
                <a:moveTo>
                  <a:pt x="2730110" y="454864"/>
                </a:moveTo>
                <a:cubicBezTo>
                  <a:pt x="2663130" y="454864"/>
                  <a:pt x="2622029" y="401007"/>
                  <a:pt x="2622029" y="343761"/>
                </a:cubicBezTo>
                <a:cubicBezTo>
                  <a:pt x="2622029" y="307887"/>
                  <a:pt x="2638108" y="274745"/>
                  <a:pt x="2664557" y="256102"/>
                </a:cubicBezTo>
                <a:lnTo>
                  <a:pt x="2822208" y="426617"/>
                </a:lnTo>
                <a:cubicBezTo>
                  <a:pt x="2792904" y="443848"/>
                  <a:pt x="2760080" y="454864"/>
                  <a:pt x="2730110" y="454864"/>
                </a:cubicBezTo>
                <a:moveTo>
                  <a:pt x="2883575" y="369936"/>
                </a:moveTo>
                <a:lnTo>
                  <a:pt x="2746856" y="220794"/>
                </a:lnTo>
                <a:cubicBezTo>
                  <a:pt x="2771307" y="211096"/>
                  <a:pt x="2794998" y="207706"/>
                  <a:pt x="2814502" y="207706"/>
                </a:cubicBezTo>
                <a:cubicBezTo>
                  <a:pt x="2871016" y="207706"/>
                  <a:pt x="2905838" y="240190"/>
                  <a:pt x="2905838" y="296118"/>
                </a:cubicBezTo>
                <a:cubicBezTo>
                  <a:pt x="2905934" y="320975"/>
                  <a:pt x="2898893" y="346491"/>
                  <a:pt x="2883575" y="369936"/>
                </a:cubicBezTo>
                <a:moveTo>
                  <a:pt x="2728017" y="200833"/>
                </a:moveTo>
                <a:lnTo>
                  <a:pt x="2698047" y="167690"/>
                </a:lnTo>
                <a:cubicBezTo>
                  <a:pt x="2671503" y="138691"/>
                  <a:pt x="2663891" y="120707"/>
                  <a:pt x="2663891" y="99334"/>
                </a:cubicBezTo>
                <a:cubicBezTo>
                  <a:pt x="2663891" y="59318"/>
                  <a:pt x="2689675" y="36532"/>
                  <a:pt x="2730110" y="36532"/>
                </a:cubicBezTo>
                <a:cubicBezTo>
                  <a:pt x="2771307" y="36532"/>
                  <a:pt x="2795664" y="59977"/>
                  <a:pt x="2795664" y="102817"/>
                </a:cubicBezTo>
                <a:cubicBezTo>
                  <a:pt x="2795664" y="142174"/>
                  <a:pt x="2776159" y="179460"/>
                  <a:pt x="2728017" y="200833"/>
                </a:cubicBezTo>
                <a:moveTo>
                  <a:pt x="2732204" y="0"/>
                </a:moveTo>
                <a:cubicBezTo>
                  <a:pt x="2635920" y="0"/>
                  <a:pt x="2588539" y="53198"/>
                  <a:pt x="2588539" y="119389"/>
                </a:cubicBezTo>
                <a:cubicBezTo>
                  <a:pt x="2588539" y="155262"/>
                  <a:pt x="2603857" y="191229"/>
                  <a:pt x="2644387" y="234635"/>
                </a:cubicBezTo>
                <a:lnTo>
                  <a:pt x="2645053" y="236047"/>
                </a:lnTo>
                <a:cubicBezTo>
                  <a:pt x="2576741" y="268531"/>
                  <a:pt x="2545344" y="320975"/>
                  <a:pt x="2545344" y="374832"/>
                </a:cubicBezTo>
                <a:cubicBezTo>
                  <a:pt x="2545344" y="445919"/>
                  <a:pt x="2600432" y="505331"/>
                  <a:pt x="2685584" y="505331"/>
                </a:cubicBezTo>
                <a:cubicBezTo>
                  <a:pt x="2734392" y="505331"/>
                  <a:pt x="2791573" y="485276"/>
                  <a:pt x="2843235" y="449403"/>
                </a:cubicBezTo>
                <a:lnTo>
                  <a:pt x="2885097" y="494315"/>
                </a:lnTo>
                <a:lnTo>
                  <a:pt x="2994606" y="494315"/>
                </a:lnTo>
                <a:lnTo>
                  <a:pt x="2994606" y="490831"/>
                </a:lnTo>
                <a:lnTo>
                  <a:pt x="2905363" y="393474"/>
                </a:lnTo>
                <a:cubicBezTo>
                  <a:pt x="2943039" y="349316"/>
                  <a:pt x="2964637" y="301014"/>
                  <a:pt x="2964637" y="258833"/>
                </a:cubicBezTo>
                <a:cubicBezTo>
                  <a:pt x="2964637" y="206388"/>
                  <a:pt x="2929053" y="171174"/>
                  <a:pt x="2873300" y="171174"/>
                </a:cubicBezTo>
                <a:cubicBezTo>
                  <a:pt x="2843996" y="171174"/>
                  <a:pt x="2811172" y="179460"/>
                  <a:pt x="2789574" y="187745"/>
                </a:cubicBezTo>
                <a:lnTo>
                  <a:pt x="2788147" y="185015"/>
                </a:lnTo>
                <a:cubicBezTo>
                  <a:pt x="2841142" y="156674"/>
                  <a:pt x="2863500" y="130499"/>
                  <a:pt x="2863500" y="93873"/>
                </a:cubicBezTo>
                <a:cubicBezTo>
                  <a:pt x="2863310" y="41428"/>
                  <a:pt x="2815929" y="0"/>
                  <a:pt x="2732204" y="0"/>
                </a:cubicBezTo>
              </a:path>
            </a:pathLst>
          </a:custGeom>
          <a:solidFill>
            <a:schemeClr val="bg1"/>
          </a:solidFill>
          <a:ln w="9509" cap="flat">
            <a:noFill/>
            <a:prstDash val="solid"/>
            <a:miter/>
          </a:ln>
        </p:spPr>
        <p:txBody>
          <a:bodyPr rtlCol="0" anchor="ctr"/>
          <a:lstStyle/>
          <a:p>
            <a:endParaRPr lang="en-GB"/>
          </a:p>
        </p:txBody>
      </p:sp>
      <p:sp>
        <p:nvSpPr>
          <p:cNvPr id="3" name="Footer Placeholder 4">
            <a:extLst>
              <a:ext uri="{FF2B5EF4-FFF2-40B4-BE49-F238E27FC236}">
                <a16:creationId xmlns:a16="http://schemas.microsoft.com/office/drawing/2014/main" id="{0AB8E24E-E435-1D31-7801-FC2E55A29FFB}"/>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bg1"/>
                </a:solidFill>
                <a:latin typeface="+mn-lt"/>
              </a:defRPr>
            </a:lvl1pPr>
          </a:lstStyle>
          <a:p>
            <a:endParaRPr lang="en-US"/>
          </a:p>
        </p:txBody>
      </p:sp>
      <p:sp>
        <p:nvSpPr>
          <p:cNvPr id="4" name="TextBox 3">
            <a:extLst>
              <a:ext uri="{FF2B5EF4-FFF2-40B4-BE49-F238E27FC236}">
                <a16:creationId xmlns:a16="http://schemas.microsoft.com/office/drawing/2014/main" id="{810024F5-8149-5166-0958-7A010143FEC1}"/>
              </a:ext>
            </a:extLst>
          </p:cNvPr>
          <p:cNvSpPr txBox="1"/>
          <p:nvPr/>
        </p:nvSpPr>
        <p:spPr>
          <a:xfrm>
            <a:off x="8638050" y="6432550"/>
            <a:ext cx="3260725" cy="183393"/>
          </a:xfrm>
          <a:prstGeom prst="rect">
            <a:avLst/>
          </a:prstGeom>
          <a:noFill/>
        </p:spPr>
        <p:txBody>
          <a:bodyPr wrap="square" lIns="0" tIns="0" rIns="0" bIns="0" rtlCol="0" anchor="b" anchorCtr="0">
            <a:noAutofit/>
          </a:bodyPr>
          <a:lstStyle/>
          <a:p>
            <a:pPr algn="r"/>
            <a:r>
              <a:rPr lang="en-US" sz="1500" kern="1200" dirty="0">
                <a:solidFill>
                  <a:schemeClr val="bg1"/>
                </a:solidFill>
                <a:latin typeface="+mn-lt"/>
                <a:ea typeface="+mn-ea"/>
                <a:cs typeface="+mn-cs"/>
              </a:rPr>
              <a:t>Core program name</a:t>
            </a:r>
          </a:p>
        </p:txBody>
      </p:sp>
    </p:spTree>
    <p:extLst>
      <p:ext uri="{BB962C8B-B14F-4D97-AF65-F5344CB8AC3E}">
        <p14:creationId xmlns:p14="http://schemas.microsoft.com/office/powerpoint/2010/main" val="20430485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Accessible Vers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97A17AB-0114-CDE0-D80E-3AAA53BE4837}"/>
              </a:ext>
            </a:extLst>
          </p:cNvPr>
          <p:cNvSpPr>
            <a:spLocks noGrp="1"/>
          </p:cNvSpPr>
          <p:nvPr>
            <p:ph type="ctrTitle" hasCustomPrompt="1"/>
          </p:nvPr>
        </p:nvSpPr>
        <p:spPr>
          <a:xfrm>
            <a:off x="284805" y="261082"/>
            <a:ext cx="8676633" cy="3930563"/>
          </a:xfrm>
        </p:spPr>
        <p:txBody>
          <a:bodyPr anchor="t">
            <a:normAutofit/>
          </a:bodyPr>
          <a:lstStyle>
            <a:lvl1pPr algn="l">
              <a:lnSpc>
                <a:spcPct val="80000"/>
              </a:lnSpc>
              <a:defRPr sz="8000" b="0" i="0" spc="0" baseline="0">
                <a:solidFill>
                  <a:schemeClr val="accent1"/>
                </a:solidFill>
                <a:latin typeface="+mj-lt"/>
              </a:defRPr>
            </a:lvl1pPr>
          </a:lstStyle>
          <a:p>
            <a:r>
              <a:rPr lang="en-GB" dirty="0"/>
              <a:t>Longer titles will shrink automatically</a:t>
            </a:r>
          </a:p>
        </p:txBody>
      </p:sp>
      <p:sp>
        <p:nvSpPr>
          <p:cNvPr id="6" name="Subtitle 2">
            <a:extLst>
              <a:ext uri="{FF2B5EF4-FFF2-40B4-BE49-F238E27FC236}">
                <a16:creationId xmlns:a16="http://schemas.microsoft.com/office/drawing/2014/main" id="{CA32A6B3-A100-17C8-83CF-514F06C3D029}"/>
              </a:ext>
            </a:extLst>
          </p:cNvPr>
          <p:cNvSpPr>
            <a:spLocks noGrp="1"/>
          </p:cNvSpPr>
          <p:nvPr>
            <p:ph type="subTitle" idx="1" hasCustomPrompt="1"/>
          </p:nvPr>
        </p:nvSpPr>
        <p:spPr>
          <a:xfrm>
            <a:off x="284805" y="4889500"/>
            <a:ext cx="4536000" cy="865834"/>
          </a:xfrm>
        </p:spPr>
        <p:txBody>
          <a:bodyPr anchor="b"/>
          <a:lstStyle>
            <a:lvl1pPr marL="0" indent="0" algn="l">
              <a:lnSpc>
                <a:spcPct val="100000"/>
              </a:lnSpc>
              <a:spcBef>
                <a:spcPts val="0"/>
              </a:spcBef>
              <a:spcAft>
                <a:spcPts val="0"/>
              </a:spcAft>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Supporting details. Delete if not required.</a:t>
            </a:r>
          </a:p>
        </p:txBody>
      </p:sp>
      <p:sp>
        <p:nvSpPr>
          <p:cNvPr id="4" name="Graphic 2">
            <a:extLst>
              <a:ext uri="{FF2B5EF4-FFF2-40B4-BE49-F238E27FC236}">
                <a16:creationId xmlns:a16="http://schemas.microsoft.com/office/drawing/2014/main" id="{0C91DE01-8580-80A7-12D8-EA90EF5CA36F}"/>
              </a:ext>
            </a:extLst>
          </p:cNvPr>
          <p:cNvSpPr>
            <a:spLocks noChangeAspect="1"/>
          </p:cNvSpPr>
          <p:nvPr/>
        </p:nvSpPr>
        <p:spPr>
          <a:xfrm>
            <a:off x="290513" y="6377853"/>
            <a:ext cx="2034000" cy="187309"/>
          </a:xfrm>
          <a:custGeom>
            <a:avLst/>
            <a:gdLst>
              <a:gd name="connsiteX0" fmla="*/ 542692 w 5487431"/>
              <a:gd name="connsiteY0" fmla="*/ 463149 h 505330"/>
              <a:gd name="connsiteX1" fmla="*/ 458967 w 5487431"/>
              <a:gd name="connsiteY1" fmla="*/ 321634 h 505330"/>
              <a:gd name="connsiteX2" fmla="*/ 542692 w 5487431"/>
              <a:gd name="connsiteY2" fmla="*/ 180119 h 505330"/>
              <a:gd name="connsiteX3" fmla="*/ 626417 w 5487431"/>
              <a:gd name="connsiteY3" fmla="*/ 321634 h 505330"/>
              <a:gd name="connsiteX4" fmla="*/ 542692 w 5487431"/>
              <a:gd name="connsiteY4" fmla="*/ 463149 h 505330"/>
              <a:gd name="connsiteX5" fmla="*/ 542692 w 5487431"/>
              <a:gd name="connsiteY5" fmla="*/ 142174 h 505330"/>
              <a:gd name="connsiteX6" fmla="*/ 372482 w 5487431"/>
              <a:gd name="connsiteY6" fmla="*/ 321634 h 505330"/>
              <a:gd name="connsiteX7" fmla="*/ 542692 w 5487431"/>
              <a:gd name="connsiteY7" fmla="*/ 501094 h 505330"/>
              <a:gd name="connsiteX8" fmla="*/ 712902 w 5487431"/>
              <a:gd name="connsiteY8" fmla="*/ 321634 h 505330"/>
              <a:gd name="connsiteX9" fmla="*/ 542692 w 5487431"/>
              <a:gd name="connsiteY9" fmla="*/ 142174 h 505330"/>
              <a:gd name="connsiteX10" fmla="*/ 1303641 w 5487431"/>
              <a:gd name="connsiteY10" fmla="*/ 142174 h 505330"/>
              <a:gd name="connsiteX11" fmla="*/ 1207357 w 5487431"/>
              <a:gd name="connsiteY11" fmla="*/ 192547 h 505330"/>
              <a:gd name="connsiteX12" fmla="*/ 1203170 w 5487431"/>
              <a:gd name="connsiteY12" fmla="*/ 192547 h 505330"/>
              <a:gd name="connsiteX13" fmla="*/ 1203170 w 5487431"/>
              <a:gd name="connsiteY13" fmla="*/ 149048 h 505330"/>
              <a:gd name="connsiteX14" fmla="*/ 1120872 w 5487431"/>
              <a:gd name="connsiteY14" fmla="*/ 149048 h 505330"/>
              <a:gd name="connsiteX15" fmla="*/ 1120872 w 5487431"/>
              <a:gd name="connsiteY15" fmla="*/ 494221 h 505330"/>
              <a:gd name="connsiteX16" fmla="*/ 1203170 w 5487431"/>
              <a:gd name="connsiteY16" fmla="*/ 494221 h 505330"/>
              <a:gd name="connsiteX17" fmla="*/ 1203170 w 5487431"/>
              <a:gd name="connsiteY17" fmla="*/ 271261 h 505330"/>
              <a:gd name="connsiteX18" fmla="*/ 1272244 w 5487431"/>
              <a:gd name="connsiteY18" fmla="*/ 190476 h 505330"/>
              <a:gd name="connsiteX19" fmla="*/ 1331518 w 5487431"/>
              <a:gd name="connsiteY19" fmla="*/ 258173 h 505330"/>
              <a:gd name="connsiteX20" fmla="*/ 1331518 w 5487431"/>
              <a:gd name="connsiteY20" fmla="*/ 494221 h 505330"/>
              <a:gd name="connsiteX21" fmla="*/ 1413816 w 5487431"/>
              <a:gd name="connsiteY21" fmla="*/ 494221 h 505330"/>
              <a:gd name="connsiteX22" fmla="*/ 1413816 w 5487431"/>
              <a:gd name="connsiteY22" fmla="*/ 257420 h 505330"/>
              <a:gd name="connsiteX23" fmla="*/ 1303641 w 5487431"/>
              <a:gd name="connsiteY23" fmla="*/ 142174 h 505330"/>
              <a:gd name="connsiteX24" fmla="*/ 1600771 w 5487431"/>
              <a:gd name="connsiteY24" fmla="*/ 142174 h 505330"/>
              <a:gd name="connsiteX25" fmla="*/ 1467571 w 5487431"/>
              <a:gd name="connsiteY25" fmla="*/ 241602 h 505330"/>
              <a:gd name="connsiteX26" fmla="*/ 1551962 w 5487431"/>
              <a:gd name="connsiteY26" fmla="*/ 341030 h 505330"/>
              <a:gd name="connsiteX27" fmla="*/ 1621702 w 5487431"/>
              <a:gd name="connsiteY27" fmla="*/ 358260 h 505330"/>
              <a:gd name="connsiteX28" fmla="*/ 1675457 w 5487431"/>
              <a:gd name="connsiteY28" fmla="*/ 409387 h 505330"/>
              <a:gd name="connsiteX29" fmla="*/ 1606384 w 5487431"/>
              <a:gd name="connsiteY29" fmla="*/ 464656 h 505330"/>
              <a:gd name="connsiteX30" fmla="*/ 1526845 w 5487431"/>
              <a:gd name="connsiteY30" fmla="*/ 384624 h 505330"/>
              <a:gd name="connsiteX31" fmla="*/ 1452919 w 5487431"/>
              <a:gd name="connsiteY31" fmla="*/ 405338 h 505330"/>
              <a:gd name="connsiteX32" fmla="*/ 1597345 w 5487431"/>
              <a:gd name="connsiteY32" fmla="*/ 501282 h 505330"/>
              <a:gd name="connsiteX33" fmla="*/ 1742438 w 5487431"/>
              <a:gd name="connsiteY33" fmla="*/ 388767 h 505330"/>
              <a:gd name="connsiteX34" fmla="*/ 1649674 w 5487431"/>
              <a:gd name="connsiteY34" fmla="*/ 285196 h 505330"/>
              <a:gd name="connsiteX35" fmla="*/ 1582693 w 5487431"/>
              <a:gd name="connsiteY35" fmla="*/ 268625 h 505330"/>
              <a:gd name="connsiteX36" fmla="*/ 1534551 w 5487431"/>
              <a:gd name="connsiteY36" fmla="*/ 223054 h 505330"/>
              <a:gd name="connsiteX37" fmla="*/ 1593825 w 5487431"/>
              <a:gd name="connsiteY37" fmla="*/ 178895 h 505330"/>
              <a:gd name="connsiteX38" fmla="*/ 1664992 w 5487431"/>
              <a:gd name="connsiteY38" fmla="*/ 245180 h 505330"/>
              <a:gd name="connsiteX39" fmla="*/ 1734731 w 5487431"/>
              <a:gd name="connsiteY39" fmla="*/ 224466 h 505330"/>
              <a:gd name="connsiteX40" fmla="*/ 1600771 w 5487431"/>
              <a:gd name="connsiteY40" fmla="*/ 142174 h 505330"/>
              <a:gd name="connsiteX41" fmla="*/ 1946803 w 5487431"/>
              <a:gd name="connsiteY41" fmla="*/ 463149 h 505330"/>
              <a:gd name="connsiteX42" fmla="*/ 1863078 w 5487431"/>
              <a:gd name="connsiteY42" fmla="*/ 321634 h 505330"/>
              <a:gd name="connsiteX43" fmla="*/ 1946803 w 5487431"/>
              <a:gd name="connsiteY43" fmla="*/ 180119 h 505330"/>
              <a:gd name="connsiteX44" fmla="*/ 2030529 w 5487431"/>
              <a:gd name="connsiteY44" fmla="*/ 321634 h 505330"/>
              <a:gd name="connsiteX45" fmla="*/ 1946803 w 5487431"/>
              <a:gd name="connsiteY45" fmla="*/ 463149 h 505330"/>
              <a:gd name="connsiteX46" fmla="*/ 1946803 w 5487431"/>
              <a:gd name="connsiteY46" fmla="*/ 142174 h 505330"/>
              <a:gd name="connsiteX47" fmla="*/ 1776594 w 5487431"/>
              <a:gd name="connsiteY47" fmla="*/ 321634 h 505330"/>
              <a:gd name="connsiteX48" fmla="*/ 1946803 w 5487431"/>
              <a:gd name="connsiteY48" fmla="*/ 501094 h 505330"/>
              <a:gd name="connsiteX49" fmla="*/ 2117013 w 5487431"/>
              <a:gd name="connsiteY49" fmla="*/ 321634 h 505330"/>
              <a:gd name="connsiteX50" fmla="*/ 1946803 w 5487431"/>
              <a:gd name="connsiteY50" fmla="*/ 142174 h 505330"/>
              <a:gd name="connsiteX51" fmla="*/ 2348590 w 5487431"/>
              <a:gd name="connsiteY51" fmla="*/ 142174 h 505330"/>
              <a:gd name="connsiteX52" fmla="*/ 2252306 w 5487431"/>
              <a:gd name="connsiteY52" fmla="*/ 192547 h 505330"/>
              <a:gd name="connsiteX53" fmla="*/ 2248119 w 5487431"/>
              <a:gd name="connsiteY53" fmla="*/ 192547 h 505330"/>
              <a:gd name="connsiteX54" fmla="*/ 2248119 w 5487431"/>
              <a:gd name="connsiteY54" fmla="*/ 149048 h 505330"/>
              <a:gd name="connsiteX55" fmla="*/ 2165821 w 5487431"/>
              <a:gd name="connsiteY55" fmla="*/ 149048 h 505330"/>
              <a:gd name="connsiteX56" fmla="*/ 2165821 w 5487431"/>
              <a:gd name="connsiteY56" fmla="*/ 494221 h 505330"/>
              <a:gd name="connsiteX57" fmla="*/ 2248119 w 5487431"/>
              <a:gd name="connsiteY57" fmla="*/ 494221 h 505330"/>
              <a:gd name="connsiteX58" fmla="*/ 2248119 w 5487431"/>
              <a:gd name="connsiteY58" fmla="*/ 271261 h 505330"/>
              <a:gd name="connsiteX59" fmla="*/ 2317193 w 5487431"/>
              <a:gd name="connsiteY59" fmla="*/ 190476 h 505330"/>
              <a:gd name="connsiteX60" fmla="*/ 2376466 w 5487431"/>
              <a:gd name="connsiteY60" fmla="*/ 258173 h 505330"/>
              <a:gd name="connsiteX61" fmla="*/ 2376466 w 5487431"/>
              <a:gd name="connsiteY61" fmla="*/ 494221 h 505330"/>
              <a:gd name="connsiteX62" fmla="*/ 2458764 w 5487431"/>
              <a:gd name="connsiteY62" fmla="*/ 494221 h 505330"/>
              <a:gd name="connsiteX63" fmla="*/ 2458764 w 5487431"/>
              <a:gd name="connsiteY63" fmla="*/ 257420 h 505330"/>
              <a:gd name="connsiteX64" fmla="*/ 2348590 w 5487431"/>
              <a:gd name="connsiteY64" fmla="*/ 142174 h 505330"/>
              <a:gd name="connsiteX65" fmla="*/ 3571359 w 5487431"/>
              <a:gd name="connsiteY65" fmla="*/ 463149 h 505330"/>
              <a:gd name="connsiteX66" fmla="*/ 3487634 w 5487431"/>
              <a:gd name="connsiteY66" fmla="*/ 321634 h 505330"/>
              <a:gd name="connsiteX67" fmla="*/ 3571359 w 5487431"/>
              <a:gd name="connsiteY67" fmla="*/ 180119 h 505330"/>
              <a:gd name="connsiteX68" fmla="*/ 3655085 w 5487431"/>
              <a:gd name="connsiteY68" fmla="*/ 321634 h 505330"/>
              <a:gd name="connsiteX69" fmla="*/ 3571359 w 5487431"/>
              <a:gd name="connsiteY69" fmla="*/ 463149 h 505330"/>
              <a:gd name="connsiteX70" fmla="*/ 3571359 w 5487431"/>
              <a:gd name="connsiteY70" fmla="*/ 142174 h 505330"/>
              <a:gd name="connsiteX71" fmla="*/ 3401150 w 5487431"/>
              <a:gd name="connsiteY71" fmla="*/ 321634 h 505330"/>
              <a:gd name="connsiteX72" fmla="*/ 3571359 w 5487431"/>
              <a:gd name="connsiteY72" fmla="*/ 501094 h 505330"/>
              <a:gd name="connsiteX73" fmla="*/ 3741569 w 5487431"/>
              <a:gd name="connsiteY73" fmla="*/ 321634 h 505330"/>
              <a:gd name="connsiteX74" fmla="*/ 3571359 w 5487431"/>
              <a:gd name="connsiteY74" fmla="*/ 142174 h 505330"/>
              <a:gd name="connsiteX75" fmla="*/ 4332308 w 5487431"/>
              <a:gd name="connsiteY75" fmla="*/ 142174 h 505330"/>
              <a:gd name="connsiteX76" fmla="*/ 4236024 w 5487431"/>
              <a:gd name="connsiteY76" fmla="*/ 192547 h 505330"/>
              <a:gd name="connsiteX77" fmla="*/ 4231838 w 5487431"/>
              <a:gd name="connsiteY77" fmla="*/ 192547 h 505330"/>
              <a:gd name="connsiteX78" fmla="*/ 4231838 w 5487431"/>
              <a:gd name="connsiteY78" fmla="*/ 149048 h 505330"/>
              <a:gd name="connsiteX79" fmla="*/ 4149539 w 5487431"/>
              <a:gd name="connsiteY79" fmla="*/ 149048 h 505330"/>
              <a:gd name="connsiteX80" fmla="*/ 4149539 w 5487431"/>
              <a:gd name="connsiteY80" fmla="*/ 494221 h 505330"/>
              <a:gd name="connsiteX81" fmla="*/ 4231838 w 5487431"/>
              <a:gd name="connsiteY81" fmla="*/ 494221 h 505330"/>
              <a:gd name="connsiteX82" fmla="*/ 4231838 w 5487431"/>
              <a:gd name="connsiteY82" fmla="*/ 271261 h 505330"/>
              <a:gd name="connsiteX83" fmla="*/ 4300911 w 5487431"/>
              <a:gd name="connsiteY83" fmla="*/ 190476 h 505330"/>
              <a:gd name="connsiteX84" fmla="*/ 4360185 w 5487431"/>
              <a:gd name="connsiteY84" fmla="*/ 258173 h 505330"/>
              <a:gd name="connsiteX85" fmla="*/ 4360185 w 5487431"/>
              <a:gd name="connsiteY85" fmla="*/ 494221 h 505330"/>
              <a:gd name="connsiteX86" fmla="*/ 4442483 w 5487431"/>
              <a:gd name="connsiteY86" fmla="*/ 494221 h 505330"/>
              <a:gd name="connsiteX87" fmla="*/ 4442483 w 5487431"/>
              <a:gd name="connsiteY87" fmla="*/ 257420 h 505330"/>
              <a:gd name="connsiteX88" fmla="*/ 4332308 w 5487431"/>
              <a:gd name="connsiteY88" fmla="*/ 142174 h 505330"/>
              <a:gd name="connsiteX89" fmla="*/ 4629533 w 5487431"/>
              <a:gd name="connsiteY89" fmla="*/ 142174 h 505330"/>
              <a:gd name="connsiteX90" fmla="*/ 4496334 w 5487431"/>
              <a:gd name="connsiteY90" fmla="*/ 241602 h 505330"/>
              <a:gd name="connsiteX91" fmla="*/ 4580725 w 5487431"/>
              <a:gd name="connsiteY91" fmla="*/ 341030 h 505330"/>
              <a:gd name="connsiteX92" fmla="*/ 4650464 w 5487431"/>
              <a:gd name="connsiteY92" fmla="*/ 358260 h 505330"/>
              <a:gd name="connsiteX93" fmla="*/ 4704220 w 5487431"/>
              <a:gd name="connsiteY93" fmla="*/ 409387 h 505330"/>
              <a:gd name="connsiteX94" fmla="*/ 4635146 w 5487431"/>
              <a:gd name="connsiteY94" fmla="*/ 464656 h 505330"/>
              <a:gd name="connsiteX95" fmla="*/ 4555607 w 5487431"/>
              <a:gd name="connsiteY95" fmla="*/ 384624 h 505330"/>
              <a:gd name="connsiteX96" fmla="*/ 4481682 w 5487431"/>
              <a:gd name="connsiteY96" fmla="*/ 405338 h 505330"/>
              <a:gd name="connsiteX97" fmla="*/ 4626108 w 5487431"/>
              <a:gd name="connsiteY97" fmla="*/ 501282 h 505330"/>
              <a:gd name="connsiteX98" fmla="*/ 4771200 w 5487431"/>
              <a:gd name="connsiteY98" fmla="*/ 388767 h 505330"/>
              <a:gd name="connsiteX99" fmla="*/ 4678436 w 5487431"/>
              <a:gd name="connsiteY99" fmla="*/ 285196 h 505330"/>
              <a:gd name="connsiteX100" fmla="*/ 4611456 w 5487431"/>
              <a:gd name="connsiteY100" fmla="*/ 268625 h 505330"/>
              <a:gd name="connsiteX101" fmla="*/ 4563314 w 5487431"/>
              <a:gd name="connsiteY101" fmla="*/ 223054 h 505330"/>
              <a:gd name="connsiteX102" fmla="*/ 4622588 w 5487431"/>
              <a:gd name="connsiteY102" fmla="*/ 178895 h 505330"/>
              <a:gd name="connsiteX103" fmla="*/ 4693754 w 5487431"/>
              <a:gd name="connsiteY103" fmla="*/ 245180 h 505330"/>
              <a:gd name="connsiteX104" fmla="*/ 4763493 w 5487431"/>
              <a:gd name="connsiteY104" fmla="*/ 224466 h 505330"/>
              <a:gd name="connsiteX105" fmla="*/ 4629533 w 5487431"/>
              <a:gd name="connsiteY105" fmla="*/ 142174 h 505330"/>
              <a:gd name="connsiteX106" fmla="*/ 4975471 w 5487431"/>
              <a:gd name="connsiteY106" fmla="*/ 463149 h 505330"/>
              <a:gd name="connsiteX107" fmla="*/ 4891745 w 5487431"/>
              <a:gd name="connsiteY107" fmla="*/ 321634 h 505330"/>
              <a:gd name="connsiteX108" fmla="*/ 4975471 w 5487431"/>
              <a:gd name="connsiteY108" fmla="*/ 180119 h 505330"/>
              <a:gd name="connsiteX109" fmla="*/ 5059196 w 5487431"/>
              <a:gd name="connsiteY109" fmla="*/ 321634 h 505330"/>
              <a:gd name="connsiteX110" fmla="*/ 4975471 w 5487431"/>
              <a:gd name="connsiteY110" fmla="*/ 463149 h 505330"/>
              <a:gd name="connsiteX111" fmla="*/ 4975471 w 5487431"/>
              <a:gd name="connsiteY111" fmla="*/ 142174 h 505330"/>
              <a:gd name="connsiteX112" fmla="*/ 4805261 w 5487431"/>
              <a:gd name="connsiteY112" fmla="*/ 321634 h 505330"/>
              <a:gd name="connsiteX113" fmla="*/ 4975471 w 5487431"/>
              <a:gd name="connsiteY113" fmla="*/ 501094 h 505330"/>
              <a:gd name="connsiteX114" fmla="*/ 5145680 w 5487431"/>
              <a:gd name="connsiteY114" fmla="*/ 321634 h 505330"/>
              <a:gd name="connsiteX115" fmla="*/ 4975471 w 5487431"/>
              <a:gd name="connsiteY115" fmla="*/ 142174 h 505330"/>
              <a:gd name="connsiteX116" fmla="*/ 5377257 w 5487431"/>
              <a:gd name="connsiteY116" fmla="*/ 142174 h 505330"/>
              <a:gd name="connsiteX117" fmla="*/ 5280973 w 5487431"/>
              <a:gd name="connsiteY117" fmla="*/ 192547 h 505330"/>
              <a:gd name="connsiteX118" fmla="*/ 5276787 w 5487431"/>
              <a:gd name="connsiteY118" fmla="*/ 192547 h 505330"/>
              <a:gd name="connsiteX119" fmla="*/ 5276787 w 5487431"/>
              <a:gd name="connsiteY119" fmla="*/ 149048 h 505330"/>
              <a:gd name="connsiteX120" fmla="*/ 5194488 w 5487431"/>
              <a:gd name="connsiteY120" fmla="*/ 149048 h 505330"/>
              <a:gd name="connsiteX121" fmla="*/ 5194488 w 5487431"/>
              <a:gd name="connsiteY121" fmla="*/ 494221 h 505330"/>
              <a:gd name="connsiteX122" fmla="*/ 5276787 w 5487431"/>
              <a:gd name="connsiteY122" fmla="*/ 494221 h 505330"/>
              <a:gd name="connsiteX123" fmla="*/ 5276787 w 5487431"/>
              <a:gd name="connsiteY123" fmla="*/ 271261 h 505330"/>
              <a:gd name="connsiteX124" fmla="*/ 5345860 w 5487431"/>
              <a:gd name="connsiteY124" fmla="*/ 190476 h 505330"/>
              <a:gd name="connsiteX125" fmla="*/ 5405134 w 5487431"/>
              <a:gd name="connsiteY125" fmla="*/ 258173 h 505330"/>
              <a:gd name="connsiteX126" fmla="*/ 5405134 w 5487431"/>
              <a:gd name="connsiteY126" fmla="*/ 494221 h 505330"/>
              <a:gd name="connsiteX127" fmla="*/ 5487432 w 5487431"/>
              <a:gd name="connsiteY127" fmla="*/ 494221 h 505330"/>
              <a:gd name="connsiteX128" fmla="*/ 5487432 w 5487431"/>
              <a:gd name="connsiteY128" fmla="*/ 257420 h 505330"/>
              <a:gd name="connsiteX129" fmla="*/ 5377257 w 5487431"/>
              <a:gd name="connsiteY129" fmla="*/ 142174 h 505330"/>
              <a:gd name="connsiteX130" fmla="*/ 323674 w 5487431"/>
              <a:gd name="connsiteY130" fmla="*/ 11016 h 505330"/>
              <a:gd name="connsiteX131" fmla="*/ 237190 w 5487431"/>
              <a:gd name="connsiteY131" fmla="*/ 11016 h 505330"/>
              <a:gd name="connsiteX132" fmla="*/ 237190 w 5487431"/>
              <a:gd name="connsiteY132" fmla="*/ 367864 h 505330"/>
              <a:gd name="connsiteX133" fmla="*/ 161837 w 5487431"/>
              <a:gd name="connsiteY133" fmla="*/ 460325 h 505330"/>
              <a:gd name="connsiteX134" fmla="*/ 86484 w 5487431"/>
              <a:gd name="connsiteY134" fmla="*/ 360897 h 505330"/>
              <a:gd name="connsiteX135" fmla="*/ 86484 w 5487431"/>
              <a:gd name="connsiteY135" fmla="*/ 294612 h 505330"/>
              <a:gd name="connsiteX136" fmla="*/ 0 w 5487431"/>
              <a:gd name="connsiteY136" fmla="*/ 315985 h 505330"/>
              <a:gd name="connsiteX137" fmla="*/ 0 w 5487431"/>
              <a:gd name="connsiteY137" fmla="*/ 345644 h 505330"/>
              <a:gd name="connsiteX138" fmla="*/ 161837 w 5487431"/>
              <a:gd name="connsiteY138" fmla="*/ 505143 h 505330"/>
              <a:gd name="connsiteX139" fmla="*/ 323674 w 5487431"/>
              <a:gd name="connsiteY139" fmla="*/ 345644 h 505330"/>
              <a:gd name="connsiteX140" fmla="*/ 323674 w 5487431"/>
              <a:gd name="connsiteY140" fmla="*/ 11016 h 505330"/>
              <a:gd name="connsiteX141" fmla="*/ 844008 w 5487431"/>
              <a:gd name="connsiteY141" fmla="*/ 11016 h 505330"/>
              <a:gd name="connsiteX142" fmla="*/ 761710 w 5487431"/>
              <a:gd name="connsiteY142" fmla="*/ 11016 h 505330"/>
              <a:gd name="connsiteX143" fmla="*/ 761710 w 5487431"/>
              <a:gd name="connsiteY143" fmla="*/ 494221 h 505330"/>
              <a:gd name="connsiteX144" fmla="*/ 844008 w 5487431"/>
              <a:gd name="connsiteY144" fmla="*/ 494221 h 505330"/>
              <a:gd name="connsiteX145" fmla="*/ 844008 w 5487431"/>
              <a:gd name="connsiteY145" fmla="*/ 271261 h 505330"/>
              <a:gd name="connsiteX146" fmla="*/ 913081 w 5487431"/>
              <a:gd name="connsiteY146" fmla="*/ 190476 h 505330"/>
              <a:gd name="connsiteX147" fmla="*/ 972355 w 5487431"/>
              <a:gd name="connsiteY147" fmla="*/ 258173 h 505330"/>
              <a:gd name="connsiteX148" fmla="*/ 972355 w 5487431"/>
              <a:gd name="connsiteY148" fmla="*/ 494221 h 505330"/>
              <a:gd name="connsiteX149" fmla="*/ 1054653 w 5487431"/>
              <a:gd name="connsiteY149" fmla="*/ 494221 h 505330"/>
              <a:gd name="connsiteX150" fmla="*/ 1054653 w 5487431"/>
              <a:gd name="connsiteY150" fmla="*/ 257420 h 505330"/>
              <a:gd name="connsiteX151" fmla="*/ 944478 w 5487431"/>
              <a:gd name="connsiteY151" fmla="*/ 142174 h 505330"/>
              <a:gd name="connsiteX152" fmla="*/ 848194 w 5487431"/>
              <a:gd name="connsiteY152" fmla="*/ 192547 h 505330"/>
              <a:gd name="connsiteX153" fmla="*/ 844008 w 5487431"/>
              <a:gd name="connsiteY153" fmla="*/ 192547 h 505330"/>
              <a:gd name="connsiteX154" fmla="*/ 844008 w 5487431"/>
              <a:gd name="connsiteY154" fmla="*/ 11016 h 505330"/>
              <a:gd name="connsiteX155" fmla="*/ 3352342 w 5487431"/>
              <a:gd name="connsiteY155" fmla="*/ 11016 h 505330"/>
              <a:gd name="connsiteX156" fmla="*/ 3265857 w 5487431"/>
              <a:gd name="connsiteY156" fmla="*/ 11016 h 505330"/>
              <a:gd name="connsiteX157" fmla="*/ 3265857 w 5487431"/>
              <a:gd name="connsiteY157" fmla="*/ 367864 h 505330"/>
              <a:gd name="connsiteX158" fmla="*/ 3190504 w 5487431"/>
              <a:gd name="connsiteY158" fmla="*/ 460325 h 505330"/>
              <a:gd name="connsiteX159" fmla="*/ 3115152 w 5487431"/>
              <a:gd name="connsiteY159" fmla="*/ 360897 h 505330"/>
              <a:gd name="connsiteX160" fmla="*/ 3115152 w 5487431"/>
              <a:gd name="connsiteY160" fmla="*/ 294612 h 505330"/>
              <a:gd name="connsiteX161" fmla="*/ 3028667 w 5487431"/>
              <a:gd name="connsiteY161" fmla="*/ 315985 h 505330"/>
              <a:gd name="connsiteX162" fmla="*/ 3028667 w 5487431"/>
              <a:gd name="connsiteY162" fmla="*/ 345644 h 505330"/>
              <a:gd name="connsiteX163" fmla="*/ 3190504 w 5487431"/>
              <a:gd name="connsiteY163" fmla="*/ 505143 h 505330"/>
              <a:gd name="connsiteX164" fmla="*/ 3352342 w 5487431"/>
              <a:gd name="connsiteY164" fmla="*/ 345644 h 505330"/>
              <a:gd name="connsiteX165" fmla="*/ 3352342 w 5487431"/>
              <a:gd name="connsiteY165" fmla="*/ 11016 h 505330"/>
              <a:gd name="connsiteX166" fmla="*/ 3872675 w 5487431"/>
              <a:gd name="connsiteY166" fmla="*/ 11016 h 505330"/>
              <a:gd name="connsiteX167" fmla="*/ 3790377 w 5487431"/>
              <a:gd name="connsiteY167" fmla="*/ 11016 h 505330"/>
              <a:gd name="connsiteX168" fmla="*/ 3790377 w 5487431"/>
              <a:gd name="connsiteY168" fmla="*/ 494221 h 505330"/>
              <a:gd name="connsiteX169" fmla="*/ 3872675 w 5487431"/>
              <a:gd name="connsiteY169" fmla="*/ 494221 h 505330"/>
              <a:gd name="connsiteX170" fmla="*/ 3872675 w 5487431"/>
              <a:gd name="connsiteY170" fmla="*/ 271261 h 505330"/>
              <a:gd name="connsiteX171" fmla="*/ 3941749 w 5487431"/>
              <a:gd name="connsiteY171" fmla="*/ 190476 h 505330"/>
              <a:gd name="connsiteX172" fmla="*/ 4001022 w 5487431"/>
              <a:gd name="connsiteY172" fmla="*/ 258173 h 505330"/>
              <a:gd name="connsiteX173" fmla="*/ 4001022 w 5487431"/>
              <a:gd name="connsiteY173" fmla="*/ 494221 h 505330"/>
              <a:gd name="connsiteX174" fmla="*/ 4083320 w 5487431"/>
              <a:gd name="connsiteY174" fmla="*/ 494221 h 505330"/>
              <a:gd name="connsiteX175" fmla="*/ 4083320 w 5487431"/>
              <a:gd name="connsiteY175" fmla="*/ 257420 h 505330"/>
              <a:gd name="connsiteX176" fmla="*/ 3973146 w 5487431"/>
              <a:gd name="connsiteY176" fmla="*/ 142174 h 505330"/>
              <a:gd name="connsiteX177" fmla="*/ 3876861 w 5487431"/>
              <a:gd name="connsiteY177" fmla="*/ 192547 h 505330"/>
              <a:gd name="connsiteX178" fmla="*/ 3872675 w 5487431"/>
              <a:gd name="connsiteY178" fmla="*/ 192547 h 505330"/>
              <a:gd name="connsiteX179" fmla="*/ 3872675 w 5487431"/>
              <a:gd name="connsiteY179" fmla="*/ 11016 h 505330"/>
              <a:gd name="connsiteX180" fmla="*/ 2730110 w 5487431"/>
              <a:gd name="connsiteY180" fmla="*/ 454864 h 505330"/>
              <a:gd name="connsiteX181" fmla="*/ 2622029 w 5487431"/>
              <a:gd name="connsiteY181" fmla="*/ 343761 h 505330"/>
              <a:gd name="connsiteX182" fmla="*/ 2664557 w 5487431"/>
              <a:gd name="connsiteY182" fmla="*/ 256102 h 505330"/>
              <a:gd name="connsiteX183" fmla="*/ 2822208 w 5487431"/>
              <a:gd name="connsiteY183" fmla="*/ 426617 h 505330"/>
              <a:gd name="connsiteX184" fmla="*/ 2730110 w 5487431"/>
              <a:gd name="connsiteY184" fmla="*/ 454864 h 505330"/>
              <a:gd name="connsiteX185" fmla="*/ 2883575 w 5487431"/>
              <a:gd name="connsiteY185" fmla="*/ 369936 h 505330"/>
              <a:gd name="connsiteX186" fmla="*/ 2746856 w 5487431"/>
              <a:gd name="connsiteY186" fmla="*/ 220794 h 505330"/>
              <a:gd name="connsiteX187" fmla="*/ 2814502 w 5487431"/>
              <a:gd name="connsiteY187" fmla="*/ 207706 h 505330"/>
              <a:gd name="connsiteX188" fmla="*/ 2905838 w 5487431"/>
              <a:gd name="connsiteY188" fmla="*/ 296118 h 505330"/>
              <a:gd name="connsiteX189" fmla="*/ 2883575 w 5487431"/>
              <a:gd name="connsiteY189" fmla="*/ 369936 h 505330"/>
              <a:gd name="connsiteX190" fmla="*/ 2728017 w 5487431"/>
              <a:gd name="connsiteY190" fmla="*/ 200833 h 505330"/>
              <a:gd name="connsiteX191" fmla="*/ 2698047 w 5487431"/>
              <a:gd name="connsiteY191" fmla="*/ 167690 h 505330"/>
              <a:gd name="connsiteX192" fmla="*/ 2663891 w 5487431"/>
              <a:gd name="connsiteY192" fmla="*/ 99334 h 505330"/>
              <a:gd name="connsiteX193" fmla="*/ 2730110 w 5487431"/>
              <a:gd name="connsiteY193" fmla="*/ 36532 h 505330"/>
              <a:gd name="connsiteX194" fmla="*/ 2795664 w 5487431"/>
              <a:gd name="connsiteY194" fmla="*/ 102817 h 505330"/>
              <a:gd name="connsiteX195" fmla="*/ 2728017 w 5487431"/>
              <a:gd name="connsiteY195" fmla="*/ 200833 h 505330"/>
              <a:gd name="connsiteX196" fmla="*/ 2732204 w 5487431"/>
              <a:gd name="connsiteY196" fmla="*/ 0 h 505330"/>
              <a:gd name="connsiteX197" fmla="*/ 2588539 w 5487431"/>
              <a:gd name="connsiteY197" fmla="*/ 119389 h 505330"/>
              <a:gd name="connsiteX198" fmla="*/ 2644387 w 5487431"/>
              <a:gd name="connsiteY198" fmla="*/ 234635 h 505330"/>
              <a:gd name="connsiteX199" fmla="*/ 2645053 w 5487431"/>
              <a:gd name="connsiteY199" fmla="*/ 236047 h 505330"/>
              <a:gd name="connsiteX200" fmla="*/ 2545344 w 5487431"/>
              <a:gd name="connsiteY200" fmla="*/ 374832 h 505330"/>
              <a:gd name="connsiteX201" fmla="*/ 2685584 w 5487431"/>
              <a:gd name="connsiteY201" fmla="*/ 505331 h 505330"/>
              <a:gd name="connsiteX202" fmla="*/ 2843235 w 5487431"/>
              <a:gd name="connsiteY202" fmla="*/ 449403 h 505330"/>
              <a:gd name="connsiteX203" fmla="*/ 2885097 w 5487431"/>
              <a:gd name="connsiteY203" fmla="*/ 494315 h 505330"/>
              <a:gd name="connsiteX204" fmla="*/ 2994606 w 5487431"/>
              <a:gd name="connsiteY204" fmla="*/ 494315 h 505330"/>
              <a:gd name="connsiteX205" fmla="*/ 2994606 w 5487431"/>
              <a:gd name="connsiteY205" fmla="*/ 490831 h 505330"/>
              <a:gd name="connsiteX206" fmla="*/ 2905363 w 5487431"/>
              <a:gd name="connsiteY206" fmla="*/ 393474 h 505330"/>
              <a:gd name="connsiteX207" fmla="*/ 2964637 w 5487431"/>
              <a:gd name="connsiteY207" fmla="*/ 258833 h 505330"/>
              <a:gd name="connsiteX208" fmla="*/ 2873300 w 5487431"/>
              <a:gd name="connsiteY208" fmla="*/ 171174 h 505330"/>
              <a:gd name="connsiteX209" fmla="*/ 2789574 w 5487431"/>
              <a:gd name="connsiteY209" fmla="*/ 187745 h 505330"/>
              <a:gd name="connsiteX210" fmla="*/ 2788147 w 5487431"/>
              <a:gd name="connsiteY210" fmla="*/ 185015 h 505330"/>
              <a:gd name="connsiteX211" fmla="*/ 2863500 w 5487431"/>
              <a:gd name="connsiteY211" fmla="*/ 93873 h 505330"/>
              <a:gd name="connsiteX212" fmla="*/ 2732204 w 5487431"/>
              <a:gd name="connsiteY212" fmla="*/ 0 h 50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5487431" h="505330">
                <a:moveTo>
                  <a:pt x="542692" y="463149"/>
                </a:moveTo>
                <a:cubicBezTo>
                  <a:pt x="488937" y="463149"/>
                  <a:pt x="458967" y="412776"/>
                  <a:pt x="458967" y="321634"/>
                </a:cubicBezTo>
                <a:cubicBezTo>
                  <a:pt x="458967" y="229080"/>
                  <a:pt x="488937" y="180119"/>
                  <a:pt x="542692" y="180119"/>
                </a:cubicBezTo>
                <a:cubicBezTo>
                  <a:pt x="596448" y="180119"/>
                  <a:pt x="626417" y="229833"/>
                  <a:pt x="626417" y="321634"/>
                </a:cubicBezTo>
                <a:cubicBezTo>
                  <a:pt x="626322" y="414189"/>
                  <a:pt x="596352" y="463149"/>
                  <a:pt x="542692" y="463149"/>
                </a:cubicBezTo>
                <a:moveTo>
                  <a:pt x="542692" y="142174"/>
                </a:moveTo>
                <a:cubicBezTo>
                  <a:pt x="433183" y="142174"/>
                  <a:pt x="372482" y="222959"/>
                  <a:pt x="372482" y="321634"/>
                </a:cubicBezTo>
                <a:cubicBezTo>
                  <a:pt x="372482" y="420309"/>
                  <a:pt x="433183" y="501094"/>
                  <a:pt x="542692" y="501094"/>
                </a:cubicBezTo>
                <a:cubicBezTo>
                  <a:pt x="652201" y="501094"/>
                  <a:pt x="712902" y="420309"/>
                  <a:pt x="712902" y="321634"/>
                </a:cubicBezTo>
                <a:cubicBezTo>
                  <a:pt x="712902" y="222959"/>
                  <a:pt x="652201" y="142174"/>
                  <a:pt x="542692" y="142174"/>
                </a:cubicBezTo>
                <a:moveTo>
                  <a:pt x="1303641" y="142174"/>
                </a:moveTo>
                <a:cubicBezTo>
                  <a:pt x="1251979" y="142174"/>
                  <a:pt x="1223436" y="164301"/>
                  <a:pt x="1207357" y="192547"/>
                </a:cubicBezTo>
                <a:lnTo>
                  <a:pt x="1203170" y="192547"/>
                </a:lnTo>
                <a:lnTo>
                  <a:pt x="1203170" y="149048"/>
                </a:lnTo>
                <a:lnTo>
                  <a:pt x="1120872" y="149048"/>
                </a:lnTo>
                <a:lnTo>
                  <a:pt x="1120872" y="494221"/>
                </a:lnTo>
                <a:lnTo>
                  <a:pt x="1203170" y="494221"/>
                </a:lnTo>
                <a:lnTo>
                  <a:pt x="1203170" y="271261"/>
                </a:lnTo>
                <a:cubicBezTo>
                  <a:pt x="1203170" y="220229"/>
                  <a:pt x="1229715" y="190476"/>
                  <a:pt x="1272244" y="190476"/>
                </a:cubicBezTo>
                <a:cubicBezTo>
                  <a:pt x="1313440" y="190476"/>
                  <a:pt x="1331518" y="217404"/>
                  <a:pt x="1331518" y="258173"/>
                </a:cubicBezTo>
                <a:lnTo>
                  <a:pt x="1331518" y="494221"/>
                </a:lnTo>
                <a:lnTo>
                  <a:pt x="1413816" y="494221"/>
                </a:lnTo>
                <a:lnTo>
                  <a:pt x="1413816" y="257420"/>
                </a:lnTo>
                <a:cubicBezTo>
                  <a:pt x="1413911" y="186333"/>
                  <a:pt x="1376234" y="142174"/>
                  <a:pt x="1303641" y="142174"/>
                </a:cubicBezTo>
                <a:moveTo>
                  <a:pt x="1600771" y="142174"/>
                </a:moveTo>
                <a:cubicBezTo>
                  <a:pt x="1524752" y="142174"/>
                  <a:pt x="1467571" y="173905"/>
                  <a:pt x="1467571" y="241602"/>
                </a:cubicBezTo>
                <a:cubicBezTo>
                  <a:pt x="1467571" y="298943"/>
                  <a:pt x="1507341" y="330014"/>
                  <a:pt x="1551962" y="341030"/>
                </a:cubicBezTo>
                <a:lnTo>
                  <a:pt x="1621702" y="358260"/>
                </a:lnTo>
                <a:cubicBezTo>
                  <a:pt x="1658712" y="367205"/>
                  <a:pt x="1675457" y="380387"/>
                  <a:pt x="1675457" y="409387"/>
                </a:cubicBezTo>
                <a:cubicBezTo>
                  <a:pt x="1675457" y="444601"/>
                  <a:pt x="1650340" y="464656"/>
                  <a:pt x="1606384" y="464656"/>
                </a:cubicBezTo>
                <a:cubicBezTo>
                  <a:pt x="1558908" y="464656"/>
                  <a:pt x="1534551" y="441870"/>
                  <a:pt x="1526845" y="384624"/>
                </a:cubicBezTo>
                <a:lnTo>
                  <a:pt x="1452919" y="405338"/>
                </a:lnTo>
                <a:cubicBezTo>
                  <a:pt x="1457106" y="464750"/>
                  <a:pt x="1512954" y="501282"/>
                  <a:pt x="1597345" y="501282"/>
                </a:cubicBezTo>
                <a:cubicBezTo>
                  <a:pt x="1691536" y="501282"/>
                  <a:pt x="1742438" y="457782"/>
                  <a:pt x="1742438" y="388767"/>
                </a:cubicBezTo>
                <a:cubicBezTo>
                  <a:pt x="1742438" y="323894"/>
                  <a:pt x="1697055" y="296965"/>
                  <a:pt x="1649674" y="285196"/>
                </a:cubicBezTo>
                <a:lnTo>
                  <a:pt x="1582693" y="268625"/>
                </a:lnTo>
                <a:cubicBezTo>
                  <a:pt x="1549203" y="260339"/>
                  <a:pt x="1534551" y="245180"/>
                  <a:pt x="1534551" y="223054"/>
                </a:cubicBezTo>
                <a:cubicBezTo>
                  <a:pt x="1534551" y="195466"/>
                  <a:pt x="1558242" y="178895"/>
                  <a:pt x="1593825" y="178895"/>
                </a:cubicBezTo>
                <a:cubicBezTo>
                  <a:pt x="1635688" y="178895"/>
                  <a:pt x="1661471" y="201680"/>
                  <a:pt x="1664992" y="245180"/>
                </a:cubicBezTo>
                <a:lnTo>
                  <a:pt x="1734731" y="224466"/>
                </a:lnTo>
                <a:cubicBezTo>
                  <a:pt x="1726358" y="175976"/>
                  <a:pt x="1678216" y="142174"/>
                  <a:pt x="1600771" y="142174"/>
                </a:cubicBezTo>
                <a:moveTo>
                  <a:pt x="1946803" y="463149"/>
                </a:moveTo>
                <a:cubicBezTo>
                  <a:pt x="1893048" y="463149"/>
                  <a:pt x="1863078" y="412776"/>
                  <a:pt x="1863078" y="321634"/>
                </a:cubicBezTo>
                <a:cubicBezTo>
                  <a:pt x="1863078" y="229080"/>
                  <a:pt x="1893048" y="180119"/>
                  <a:pt x="1946803" y="180119"/>
                </a:cubicBezTo>
                <a:cubicBezTo>
                  <a:pt x="2000559" y="180119"/>
                  <a:pt x="2030529" y="229833"/>
                  <a:pt x="2030529" y="321634"/>
                </a:cubicBezTo>
                <a:cubicBezTo>
                  <a:pt x="2030529" y="414189"/>
                  <a:pt x="2000464" y="463149"/>
                  <a:pt x="1946803" y="463149"/>
                </a:cubicBezTo>
                <a:moveTo>
                  <a:pt x="1946803" y="142174"/>
                </a:moveTo>
                <a:cubicBezTo>
                  <a:pt x="1837294" y="142174"/>
                  <a:pt x="1776594" y="222959"/>
                  <a:pt x="1776594" y="321634"/>
                </a:cubicBezTo>
                <a:cubicBezTo>
                  <a:pt x="1776594" y="420309"/>
                  <a:pt x="1837294" y="501094"/>
                  <a:pt x="1946803" y="501094"/>
                </a:cubicBezTo>
                <a:cubicBezTo>
                  <a:pt x="2056312" y="501094"/>
                  <a:pt x="2117013" y="420309"/>
                  <a:pt x="2117013" y="321634"/>
                </a:cubicBezTo>
                <a:cubicBezTo>
                  <a:pt x="2117013" y="222959"/>
                  <a:pt x="2056312" y="142174"/>
                  <a:pt x="1946803" y="142174"/>
                </a:cubicBezTo>
                <a:moveTo>
                  <a:pt x="2348590" y="142174"/>
                </a:moveTo>
                <a:cubicBezTo>
                  <a:pt x="2296927" y="142174"/>
                  <a:pt x="2268385" y="164301"/>
                  <a:pt x="2252306" y="192547"/>
                </a:cubicBezTo>
                <a:lnTo>
                  <a:pt x="2248119" y="192547"/>
                </a:lnTo>
                <a:lnTo>
                  <a:pt x="2248119" y="149048"/>
                </a:lnTo>
                <a:lnTo>
                  <a:pt x="2165821" y="149048"/>
                </a:lnTo>
                <a:lnTo>
                  <a:pt x="2165821" y="494221"/>
                </a:lnTo>
                <a:lnTo>
                  <a:pt x="2248119" y="494221"/>
                </a:lnTo>
                <a:lnTo>
                  <a:pt x="2248119" y="271261"/>
                </a:lnTo>
                <a:cubicBezTo>
                  <a:pt x="2248119" y="220229"/>
                  <a:pt x="2274664" y="190476"/>
                  <a:pt x="2317193" y="190476"/>
                </a:cubicBezTo>
                <a:cubicBezTo>
                  <a:pt x="2358389" y="190476"/>
                  <a:pt x="2376466" y="217404"/>
                  <a:pt x="2376466" y="258173"/>
                </a:cubicBezTo>
                <a:lnTo>
                  <a:pt x="2376466" y="494221"/>
                </a:lnTo>
                <a:lnTo>
                  <a:pt x="2458764" y="494221"/>
                </a:lnTo>
                <a:lnTo>
                  <a:pt x="2458764" y="257420"/>
                </a:lnTo>
                <a:cubicBezTo>
                  <a:pt x="2458764" y="186333"/>
                  <a:pt x="2421088" y="142174"/>
                  <a:pt x="2348590" y="142174"/>
                </a:cubicBezTo>
                <a:moveTo>
                  <a:pt x="3571359" y="463149"/>
                </a:moveTo>
                <a:cubicBezTo>
                  <a:pt x="3517604" y="463149"/>
                  <a:pt x="3487634" y="412776"/>
                  <a:pt x="3487634" y="321634"/>
                </a:cubicBezTo>
                <a:cubicBezTo>
                  <a:pt x="3487634" y="229080"/>
                  <a:pt x="3517604" y="180119"/>
                  <a:pt x="3571359" y="180119"/>
                </a:cubicBezTo>
                <a:cubicBezTo>
                  <a:pt x="3625115" y="180119"/>
                  <a:pt x="3655085" y="229833"/>
                  <a:pt x="3655085" y="321634"/>
                </a:cubicBezTo>
                <a:cubicBezTo>
                  <a:pt x="3655085" y="414189"/>
                  <a:pt x="3625020" y="463149"/>
                  <a:pt x="3571359" y="463149"/>
                </a:cubicBezTo>
                <a:moveTo>
                  <a:pt x="3571359" y="142174"/>
                </a:moveTo>
                <a:cubicBezTo>
                  <a:pt x="3461850" y="142174"/>
                  <a:pt x="3401150" y="222959"/>
                  <a:pt x="3401150" y="321634"/>
                </a:cubicBezTo>
                <a:cubicBezTo>
                  <a:pt x="3401150" y="420309"/>
                  <a:pt x="3461850" y="501094"/>
                  <a:pt x="3571359" y="501094"/>
                </a:cubicBezTo>
                <a:cubicBezTo>
                  <a:pt x="3680868" y="501094"/>
                  <a:pt x="3741569" y="420309"/>
                  <a:pt x="3741569" y="321634"/>
                </a:cubicBezTo>
                <a:cubicBezTo>
                  <a:pt x="3741569" y="222959"/>
                  <a:pt x="3680868" y="142174"/>
                  <a:pt x="3571359" y="142174"/>
                </a:cubicBezTo>
                <a:moveTo>
                  <a:pt x="4332308" y="142174"/>
                </a:moveTo>
                <a:cubicBezTo>
                  <a:pt x="4280646" y="142174"/>
                  <a:pt x="4252103" y="164301"/>
                  <a:pt x="4236024" y="192547"/>
                </a:cubicBezTo>
                <a:lnTo>
                  <a:pt x="4231838" y="192547"/>
                </a:lnTo>
                <a:lnTo>
                  <a:pt x="4231838" y="149048"/>
                </a:lnTo>
                <a:lnTo>
                  <a:pt x="4149539" y="149048"/>
                </a:lnTo>
                <a:lnTo>
                  <a:pt x="4149539" y="494221"/>
                </a:lnTo>
                <a:lnTo>
                  <a:pt x="4231838" y="494221"/>
                </a:lnTo>
                <a:lnTo>
                  <a:pt x="4231838" y="271261"/>
                </a:lnTo>
                <a:cubicBezTo>
                  <a:pt x="4231838" y="220229"/>
                  <a:pt x="4258383" y="190476"/>
                  <a:pt x="4300911" y="190476"/>
                </a:cubicBezTo>
                <a:cubicBezTo>
                  <a:pt x="4342108" y="190476"/>
                  <a:pt x="4360185" y="217404"/>
                  <a:pt x="4360185" y="258173"/>
                </a:cubicBezTo>
                <a:lnTo>
                  <a:pt x="4360185" y="494221"/>
                </a:lnTo>
                <a:lnTo>
                  <a:pt x="4442483" y="494221"/>
                </a:lnTo>
                <a:lnTo>
                  <a:pt x="4442483" y="257420"/>
                </a:lnTo>
                <a:cubicBezTo>
                  <a:pt x="4442578" y="186333"/>
                  <a:pt x="4404902" y="142174"/>
                  <a:pt x="4332308" y="142174"/>
                </a:cubicBezTo>
                <a:moveTo>
                  <a:pt x="4629533" y="142174"/>
                </a:moveTo>
                <a:cubicBezTo>
                  <a:pt x="4553514" y="142174"/>
                  <a:pt x="4496334" y="173905"/>
                  <a:pt x="4496334" y="241602"/>
                </a:cubicBezTo>
                <a:cubicBezTo>
                  <a:pt x="4496334" y="298943"/>
                  <a:pt x="4536103" y="330014"/>
                  <a:pt x="4580725" y="341030"/>
                </a:cubicBezTo>
                <a:lnTo>
                  <a:pt x="4650464" y="358260"/>
                </a:lnTo>
                <a:cubicBezTo>
                  <a:pt x="4687475" y="367205"/>
                  <a:pt x="4704220" y="380387"/>
                  <a:pt x="4704220" y="409387"/>
                </a:cubicBezTo>
                <a:cubicBezTo>
                  <a:pt x="4704220" y="444601"/>
                  <a:pt x="4679102" y="464656"/>
                  <a:pt x="4635146" y="464656"/>
                </a:cubicBezTo>
                <a:cubicBezTo>
                  <a:pt x="4587670" y="464656"/>
                  <a:pt x="4563314" y="441870"/>
                  <a:pt x="4555607" y="384624"/>
                </a:cubicBezTo>
                <a:lnTo>
                  <a:pt x="4481682" y="405338"/>
                </a:lnTo>
                <a:cubicBezTo>
                  <a:pt x="4485868" y="464750"/>
                  <a:pt x="4541716" y="501282"/>
                  <a:pt x="4626108" y="501282"/>
                </a:cubicBezTo>
                <a:cubicBezTo>
                  <a:pt x="4720299" y="501282"/>
                  <a:pt x="4771200" y="457782"/>
                  <a:pt x="4771200" y="388767"/>
                </a:cubicBezTo>
                <a:cubicBezTo>
                  <a:pt x="4771200" y="323894"/>
                  <a:pt x="4725817" y="296965"/>
                  <a:pt x="4678436" y="285196"/>
                </a:cubicBezTo>
                <a:lnTo>
                  <a:pt x="4611456" y="268625"/>
                </a:lnTo>
                <a:cubicBezTo>
                  <a:pt x="4577966" y="260339"/>
                  <a:pt x="4563314" y="245180"/>
                  <a:pt x="4563314" y="223054"/>
                </a:cubicBezTo>
                <a:cubicBezTo>
                  <a:pt x="4563314" y="195466"/>
                  <a:pt x="4587004" y="178895"/>
                  <a:pt x="4622588" y="178895"/>
                </a:cubicBezTo>
                <a:cubicBezTo>
                  <a:pt x="4664450" y="178895"/>
                  <a:pt x="4690234" y="201680"/>
                  <a:pt x="4693754" y="245180"/>
                </a:cubicBezTo>
                <a:lnTo>
                  <a:pt x="4763493" y="224466"/>
                </a:lnTo>
                <a:cubicBezTo>
                  <a:pt x="4755026" y="175976"/>
                  <a:pt x="4706884" y="142174"/>
                  <a:pt x="4629533" y="142174"/>
                </a:cubicBezTo>
                <a:moveTo>
                  <a:pt x="4975471" y="463149"/>
                </a:moveTo>
                <a:cubicBezTo>
                  <a:pt x="4921715" y="463149"/>
                  <a:pt x="4891745" y="412776"/>
                  <a:pt x="4891745" y="321634"/>
                </a:cubicBezTo>
                <a:cubicBezTo>
                  <a:pt x="4891745" y="229080"/>
                  <a:pt x="4921715" y="180119"/>
                  <a:pt x="4975471" y="180119"/>
                </a:cubicBezTo>
                <a:cubicBezTo>
                  <a:pt x="5029226" y="180119"/>
                  <a:pt x="5059196" y="229833"/>
                  <a:pt x="5059196" y="321634"/>
                </a:cubicBezTo>
                <a:cubicBezTo>
                  <a:pt x="5059196" y="414189"/>
                  <a:pt x="5029131" y="463149"/>
                  <a:pt x="4975471" y="463149"/>
                </a:cubicBezTo>
                <a:moveTo>
                  <a:pt x="4975471" y="142174"/>
                </a:moveTo>
                <a:cubicBezTo>
                  <a:pt x="4865962" y="142174"/>
                  <a:pt x="4805261" y="222959"/>
                  <a:pt x="4805261" y="321634"/>
                </a:cubicBezTo>
                <a:cubicBezTo>
                  <a:pt x="4805261" y="420309"/>
                  <a:pt x="4865962" y="501094"/>
                  <a:pt x="4975471" y="501094"/>
                </a:cubicBezTo>
                <a:cubicBezTo>
                  <a:pt x="5084980" y="501094"/>
                  <a:pt x="5145680" y="420309"/>
                  <a:pt x="5145680" y="321634"/>
                </a:cubicBezTo>
                <a:cubicBezTo>
                  <a:pt x="5145680" y="222959"/>
                  <a:pt x="5084980" y="142174"/>
                  <a:pt x="4975471" y="142174"/>
                </a:cubicBezTo>
                <a:moveTo>
                  <a:pt x="5377257" y="142174"/>
                </a:moveTo>
                <a:cubicBezTo>
                  <a:pt x="5325595" y="142174"/>
                  <a:pt x="5297052" y="164301"/>
                  <a:pt x="5280973" y="192547"/>
                </a:cubicBezTo>
                <a:lnTo>
                  <a:pt x="5276787" y="192547"/>
                </a:lnTo>
                <a:lnTo>
                  <a:pt x="5276787" y="149048"/>
                </a:lnTo>
                <a:lnTo>
                  <a:pt x="5194488" y="149048"/>
                </a:lnTo>
                <a:lnTo>
                  <a:pt x="5194488" y="494221"/>
                </a:lnTo>
                <a:lnTo>
                  <a:pt x="5276787" y="494221"/>
                </a:lnTo>
                <a:lnTo>
                  <a:pt x="5276787" y="271261"/>
                </a:lnTo>
                <a:cubicBezTo>
                  <a:pt x="5276787" y="220229"/>
                  <a:pt x="5303331" y="190476"/>
                  <a:pt x="5345860" y="190476"/>
                </a:cubicBezTo>
                <a:cubicBezTo>
                  <a:pt x="5387057" y="190476"/>
                  <a:pt x="5405134" y="217404"/>
                  <a:pt x="5405134" y="258173"/>
                </a:cubicBezTo>
                <a:lnTo>
                  <a:pt x="5405134" y="494221"/>
                </a:lnTo>
                <a:lnTo>
                  <a:pt x="5487432" y="494221"/>
                </a:lnTo>
                <a:lnTo>
                  <a:pt x="5487432" y="257420"/>
                </a:lnTo>
                <a:cubicBezTo>
                  <a:pt x="5487432" y="186333"/>
                  <a:pt x="5449755" y="142174"/>
                  <a:pt x="5377257" y="142174"/>
                </a:cubicBezTo>
                <a:moveTo>
                  <a:pt x="323674" y="11016"/>
                </a:moveTo>
                <a:lnTo>
                  <a:pt x="237190" y="11016"/>
                </a:lnTo>
                <a:lnTo>
                  <a:pt x="237190" y="367864"/>
                </a:lnTo>
                <a:cubicBezTo>
                  <a:pt x="237190" y="425864"/>
                  <a:pt x="214831" y="460325"/>
                  <a:pt x="161837" y="460325"/>
                </a:cubicBezTo>
                <a:cubicBezTo>
                  <a:pt x="109509" y="460325"/>
                  <a:pt x="86484" y="423698"/>
                  <a:pt x="86484" y="360897"/>
                </a:cubicBezTo>
                <a:lnTo>
                  <a:pt x="86484" y="294612"/>
                </a:lnTo>
                <a:lnTo>
                  <a:pt x="0" y="315985"/>
                </a:lnTo>
                <a:lnTo>
                  <a:pt x="0" y="345644"/>
                </a:lnTo>
                <a:cubicBezTo>
                  <a:pt x="0" y="436033"/>
                  <a:pt x="45383" y="505143"/>
                  <a:pt x="161837" y="505143"/>
                </a:cubicBezTo>
                <a:cubicBezTo>
                  <a:pt x="278291" y="505143"/>
                  <a:pt x="323674" y="436127"/>
                  <a:pt x="323674" y="345644"/>
                </a:cubicBezTo>
                <a:lnTo>
                  <a:pt x="323674" y="11016"/>
                </a:lnTo>
                <a:moveTo>
                  <a:pt x="844008" y="11016"/>
                </a:moveTo>
                <a:lnTo>
                  <a:pt x="761710" y="11016"/>
                </a:lnTo>
                <a:lnTo>
                  <a:pt x="761710" y="494221"/>
                </a:lnTo>
                <a:lnTo>
                  <a:pt x="844008" y="494221"/>
                </a:lnTo>
                <a:lnTo>
                  <a:pt x="844008" y="271261"/>
                </a:lnTo>
                <a:cubicBezTo>
                  <a:pt x="844008" y="220229"/>
                  <a:pt x="870553" y="190476"/>
                  <a:pt x="913081" y="190476"/>
                </a:cubicBezTo>
                <a:cubicBezTo>
                  <a:pt x="954278" y="190476"/>
                  <a:pt x="972355" y="217404"/>
                  <a:pt x="972355" y="258173"/>
                </a:cubicBezTo>
                <a:lnTo>
                  <a:pt x="972355" y="494221"/>
                </a:lnTo>
                <a:lnTo>
                  <a:pt x="1054653" y="494221"/>
                </a:lnTo>
                <a:lnTo>
                  <a:pt x="1054653" y="257420"/>
                </a:lnTo>
                <a:cubicBezTo>
                  <a:pt x="1054653" y="186333"/>
                  <a:pt x="1016977" y="142174"/>
                  <a:pt x="944478" y="142174"/>
                </a:cubicBezTo>
                <a:cubicBezTo>
                  <a:pt x="892816" y="142174"/>
                  <a:pt x="864273" y="164301"/>
                  <a:pt x="848194" y="192547"/>
                </a:cubicBezTo>
                <a:lnTo>
                  <a:pt x="844008" y="192547"/>
                </a:lnTo>
                <a:lnTo>
                  <a:pt x="844008" y="11016"/>
                </a:lnTo>
                <a:moveTo>
                  <a:pt x="3352342" y="11016"/>
                </a:moveTo>
                <a:lnTo>
                  <a:pt x="3265857" y="11016"/>
                </a:lnTo>
                <a:lnTo>
                  <a:pt x="3265857" y="367864"/>
                </a:lnTo>
                <a:cubicBezTo>
                  <a:pt x="3265857" y="425864"/>
                  <a:pt x="3243499" y="460325"/>
                  <a:pt x="3190504" y="460325"/>
                </a:cubicBezTo>
                <a:cubicBezTo>
                  <a:pt x="3138176" y="460325"/>
                  <a:pt x="3115152" y="423698"/>
                  <a:pt x="3115152" y="360897"/>
                </a:cubicBezTo>
                <a:lnTo>
                  <a:pt x="3115152" y="294612"/>
                </a:lnTo>
                <a:lnTo>
                  <a:pt x="3028667" y="315985"/>
                </a:lnTo>
                <a:lnTo>
                  <a:pt x="3028667" y="345644"/>
                </a:lnTo>
                <a:cubicBezTo>
                  <a:pt x="3028667" y="436033"/>
                  <a:pt x="3074050" y="505143"/>
                  <a:pt x="3190504" y="505143"/>
                </a:cubicBezTo>
                <a:cubicBezTo>
                  <a:pt x="3306959" y="505143"/>
                  <a:pt x="3352342" y="436127"/>
                  <a:pt x="3352342" y="345644"/>
                </a:cubicBezTo>
                <a:lnTo>
                  <a:pt x="3352342" y="11016"/>
                </a:lnTo>
                <a:moveTo>
                  <a:pt x="3872675" y="11016"/>
                </a:moveTo>
                <a:lnTo>
                  <a:pt x="3790377" y="11016"/>
                </a:lnTo>
                <a:lnTo>
                  <a:pt x="3790377" y="494221"/>
                </a:lnTo>
                <a:lnTo>
                  <a:pt x="3872675" y="494221"/>
                </a:lnTo>
                <a:lnTo>
                  <a:pt x="3872675" y="271261"/>
                </a:lnTo>
                <a:cubicBezTo>
                  <a:pt x="3872675" y="220229"/>
                  <a:pt x="3899220" y="190476"/>
                  <a:pt x="3941749" y="190476"/>
                </a:cubicBezTo>
                <a:cubicBezTo>
                  <a:pt x="3982945" y="190476"/>
                  <a:pt x="4001022" y="217404"/>
                  <a:pt x="4001022" y="258173"/>
                </a:cubicBezTo>
                <a:lnTo>
                  <a:pt x="4001022" y="494221"/>
                </a:lnTo>
                <a:lnTo>
                  <a:pt x="4083320" y="494221"/>
                </a:lnTo>
                <a:lnTo>
                  <a:pt x="4083320" y="257420"/>
                </a:lnTo>
                <a:cubicBezTo>
                  <a:pt x="4083320" y="186333"/>
                  <a:pt x="4045644" y="142174"/>
                  <a:pt x="3973146" y="142174"/>
                </a:cubicBezTo>
                <a:cubicBezTo>
                  <a:pt x="3921483" y="142174"/>
                  <a:pt x="3892941" y="164301"/>
                  <a:pt x="3876861" y="192547"/>
                </a:cubicBezTo>
                <a:lnTo>
                  <a:pt x="3872675" y="192547"/>
                </a:lnTo>
                <a:lnTo>
                  <a:pt x="3872675" y="11016"/>
                </a:lnTo>
                <a:moveTo>
                  <a:pt x="2730110" y="454864"/>
                </a:moveTo>
                <a:cubicBezTo>
                  <a:pt x="2663130" y="454864"/>
                  <a:pt x="2622029" y="401007"/>
                  <a:pt x="2622029" y="343761"/>
                </a:cubicBezTo>
                <a:cubicBezTo>
                  <a:pt x="2622029" y="307887"/>
                  <a:pt x="2638108" y="274745"/>
                  <a:pt x="2664557" y="256102"/>
                </a:cubicBezTo>
                <a:lnTo>
                  <a:pt x="2822208" y="426617"/>
                </a:lnTo>
                <a:cubicBezTo>
                  <a:pt x="2792904" y="443848"/>
                  <a:pt x="2760080" y="454864"/>
                  <a:pt x="2730110" y="454864"/>
                </a:cubicBezTo>
                <a:moveTo>
                  <a:pt x="2883575" y="369936"/>
                </a:moveTo>
                <a:lnTo>
                  <a:pt x="2746856" y="220794"/>
                </a:lnTo>
                <a:cubicBezTo>
                  <a:pt x="2771307" y="211096"/>
                  <a:pt x="2794998" y="207706"/>
                  <a:pt x="2814502" y="207706"/>
                </a:cubicBezTo>
                <a:cubicBezTo>
                  <a:pt x="2871016" y="207706"/>
                  <a:pt x="2905838" y="240190"/>
                  <a:pt x="2905838" y="296118"/>
                </a:cubicBezTo>
                <a:cubicBezTo>
                  <a:pt x="2905934" y="320975"/>
                  <a:pt x="2898893" y="346491"/>
                  <a:pt x="2883575" y="369936"/>
                </a:cubicBezTo>
                <a:moveTo>
                  <a:pt x="2728017" y="200833"/>
                </a:moveTo>
                <a:lnTo>
                  <a:pt x="2698047" y="167690"/>
                </a:lnTo>
                <a:cubicBezTo>
                  <a:pt x="2671503" y="138691"/>
                  <a:pt x="2663891" y="120707"/>
                  <a:pt x="2663891" y="99334"/>
                </a:cubicBezTo>
                <a:cubicBezTo>
                  <a:pt x="2663891" y="59318"/>
                  <a:pt x="2689675" y="36532"/>
                  <a:pt x="2730110" y="36532"/>
                </a:cubicBezTo>
                <a:cubicBezTo>
                  <a:pt x="2771307" y="36532"/>
                  <a:pt x="2795664" y="59977"/>
                  <a:pt x="2795664" y="102817"/>
                </a:cubicBezTo>
                <a:cubicBezTo>
                  <a:pt x="2795664" y="142174"/>
                  <a:pt x="2776159" y="179460"/>
                  <a:pt x="2728017" y="200833"/>
                </a:cubicBezTo>
                <a:moveTo>
                  <a:pt x="2732204" y="0"/>
                </a:moveTo>
                <a:cubicBezTo>
                  <a:pt x="2635920" y="0"/>
                  <a:pt x="2588539" y="53198"/>
                  <a:pt x="2588539" y="119389"/>
                </a:cubicBezTo>
                <a:cubicBezTo>
                  <a:pt x="2588539" y="155262"/>
                  <a:pt x="2603857" y="191229"/>
                  <a:pt x="2644387" y="234635"/>
                </a:cubicBezTo>
                <a:lnTo>
                  <a:pt x="2645053" y="236047"/>
                </a:lnTo>
                <a:cubicBezTo>
                  <a:pt x="2576741" y="268531"/>
                  <a:pt x="2545344" y="320975"/>
                  <a:pt x="2545344" y="374832"/>
                </a:cubicBezTo>
                <a:cubicBezTo>
                  <a:pt x="2545344" y="445919"/>
                  <a:pt x="2600432" y="505331"/>
                  <a:pt x="2685584" y="505331"/>
                </a:cubicBezTo>
                <a:cubicBezTo>
                  <a:pt x="2734392" y="505331"/>
                  <a:pt x="2791573" y="485276"/>
                  <a:pt x="2843235" y="449403"/>
                </a:cubicBezTo>
                <a:lnTo>
                  <a:pt x="2885097" y="494315"/>
                </a:lnTo>
                <a:lnTo>
                  <a:pt x="2994606" y="494315"/>
                </a:lnTo>
                <a:lnTo>
                  <a:pt x="2994606" y="490831"/>
                </a:lnTo>
                <a:lnTo>
                  <a:pt x="2905363" y="393474"/>
                </a:lnTo>
                <a:cubicBezTo>
                  <a:pt x="2943039" y="349316"/>
                  <a:pt x="2964637" y="301014"/>
                  <a:pt x="2964637" y="258833"/>
                </a:cubicBezTo>
                <a:cubicBezTo>
                  <a:pt x="2964637" y="206388"/>
                  <a:pt x="2929053" y="171174"/>
                  <a:pt x="2873300" y="171174"/>
                </a:cubicBezTo>
                <a:cubicBezTo>
                  <a:pt x="2843996" y="171174"/>
                  <a:pt x="2811172" y="179460"/>
                  <a:pt x="2789574" y="187745"/>
                </a:cubicBezTo>
                <a:lnTo>
                  <a:pt x="2788147" y="185015"/>
                </a:lnTo>
                <a:cubicBezTo>
                  <a:pt x="2841142" y="156674"/>
                  <a:pt x="2863500" y="130499"/>
                  <a:pt x="2863500" y="93873"/>
                </a:cubicBezTo>
                <a:cubicBezTo>
                  <a:pt x="2863310" y="41428"/>
                  <a:pt x="2815929" y="0"/>
                  <a:pt x="2732204" y="0"/>
                </a:cubicBezTo>
              </a:path>
            </a:pathLst>
          </a:custGeom>
          <a:solidFill>
            <a:schemeClr val="accent1"/>
          </a:solidFill>
          <a:ln w="9509" cap="flat">
            <a:noFill/>
            <a:prstDash val="solid"/>
            <a:miter/>
          </a:ln>
        </p:spPr>
        <p:txBody>
          <a:bodyPr rtlCol="0" anchor="ctr"/>
          <a:lstStyle/>
          <a:p>
            <a:endParaRPr lang="en-GB"/>
          </a:p>
        </p:txBody>
      </p:sp>
      <p:sp>
        <p:nvSpPr>
          <p:cNvPr id="2" name="Footer Placeholder 4">
            <a:extLst>
              <a:ext uri="{FF2B5EF4-FFF2-40B4-BE49-F238E27FC236}">
                <a16:creationId xmlns:a16="http://schemas.microsoft.com/office/drawing/2014/main" id="{3576F35B-873D-7A43-23A2-6F342CC816B8}"/>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
        <p:nvSpPr>
          <p:cNvPr id="3" name="TextBox 2">
            <a:extLst>
              <a:ext uri="{FF2B5EF4-FFF2-40B4-BE49-F238E27FC236}">
                <a16:creationId xmlns:a16="http://schemas.microsoft.com/office/drawing/2014/main" id="{DF4C245A-1454-1940-9CD3-8D0F30EBD3F5}"/>
              </a:ext>
            </a:extLst>
          </p:cNvPr>
          <p:cNvSpPr txBox="1"/>
          <p:nvPr/>
        </p:nvSpPr>
        <p:spPr>
          <a:xfrm>
            <a:off x="8638050" y="6432550"/>
            <a:ext cx="3260725" cy="183393"/>
          </a:xfrm>
          <a:prstGeom prst="rect">
            <a:avLst/>
          </a:prstGeom>
          <a:noFill/>
        </p:spPr>
        <p:txBody>
          <a:bodyPr wrap="square" lIns="0" tIns="0" rIns="0" bIns="0" rtlCol="0" anchor="b" anchorCtr="0">
            <a:noAutofit/>
          </a:bodyPr>
          <a:lstStyle/>
          <a:p>
            <a:pPr algn="r"/>
            <a:r>
              <a:rPr lang="en-US" sz="1500" kern="1200" dirty="0">
                <a:solidFill>
                  <a:schemeClr val="accent1"/>
                </a:solidFill>
                <a:latin typeface="+mn-lt"/>
                <a:ea typeface="+mn-ea"/>
                <a:cs typeface="+mn-cs"/>
              </a:rPr>
              <a:t>Core program name</a:t>
            </a:r>
          </a:p>
        </p:txBody>
      </p:sp>
    </p:spTree>
    <p:extLst>
      <p:ext uri="{BB962C8B-B14F-4D97-AF65-F5344CB8AC3E}">
        <p14:creationId xmlns:p14="http://schemas.microsoft.com/office/powerpoint/2010/main" val="41846971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Slide with Image - Long titles ">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F71E3-AC39-2207-0CC4-1E2486610795}"/>
              </a:ext>
            </a:extLst>
          </p:cNvPr>
          <p:cNvSpPr>
            <a:spLocks noGrp="1"/>
          </p:cNvSpPr>
          <p:nvPr>
            <p:ph type="ctrTitle" hasCustomPrompt="1"/>
          </p:nvPr>
        </p:nvSpPr>
        <p:spPr>
          <a:xfrm>
            <a:off x="285980" y="266955"/>
            <a:ext cx="5734050" cy="3482172"/>
          </a:xfrm>
        </p:spPr>
        <p:txBody>
          <a:bodyPr wrap="square" anchor="t">
            <a:normAutofit/>
          </a:bodyPr>
          <a:lstStyle>
            <a:lvl1pPr algn="l">
              <a:lnSpc>
                <a:spcPct val="80000"/>
              </a:lnSpc>
              <a:defRPr sz="7000" b="0" i="0" spc="0" baseline="0">
                <a:solidFill>
                  <a:schemeClr val="bg1"/>
                </a:solidFill>
                <a:latin typeface="+mj-lt"/>
              </a:defRPr>
            </a:lvl1pPr>
          </a:lstStyle>
          <a:p>
            <a:r>
              <a:rPr lang="en-GB" dirty="0"/>
              <a:t>Longer titles will shrink automatically</a:t>
            </a:r>
            <a:br>
              <a:rPr lang="en-GB" dirty="0"/>
            </a:br>
            <a:endParaRPr lang="en-GB" dirty="0"/>
          </a:p>
        </p:txBody>
      </p:sp>
      <p:sp>
        <p:nvSpPr>
          <p:cNvPr id="9" name="Subtitle 2">
            <a:extLst>
              <a:ext uri="{FF2B5EF4-FFF2-40B4-BE49-F238E27FC236}">
                <a16:creationId xmlns:a16="http://schemas.microsoft.com/office/drawing/2014/main" id="{52CA5BFA-B5A6-B786-4C05-6FD9C9E49AB2}"/>
              </a:ext>
            </a:extLst>
          </p:cNvPr>
          <p:cNvSpPr>
            <a:spLocks noGrp="1"/>
          </p:cNvSpPr>
          <p:nvPr>
            <p:ph type="subTitle" idx="1" hasCustomPrompt="1"/>
          </p:nvPr>
        </p:nvSpPr>
        <p:spPr>
          <a:xfrm>
            <a:off x="284806" y="4889500"/>
            <a:ext cx="5738042" cy="865834"/>
          </a:xfrm>
        </p:spPr>
        <p:txBody>
          <a:bodyPr anchor="b"/>
          <a:lstStyle>
            <a:lvl1pPr marL="0" indent="0" algn="l">
              <a:lnSpc>
                <a:spcPct val="100000"/>
              </a:lnSpc>
              <a:spcBef>
                <a:spcPts val="0"/>
              </a:spcBef>
              <a:spcAft>
                <a:spcPts val="0"/>
              </a:spcAft>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Supporting details. Delete if not required.</a:t>
            </a:r>
          </a:p>
        </p:txBody>
      </p:sp>
      <p:sp>
        <p:nvSpPr>
          <p:cNvPr id="11" name="Picture Placeholder 3">
            <a:extLst>
              <a:ext uri="{FF2B5EF4-FFF2-40B4-BE49-F238E27FC236}">
                <a16:creationId xmlns:a16="http://schemas.microsoft.com/office/drawing/2014/main" id="{E1BD3F77-9A53-CD01-DCF8-3C90891AE6D0}"/>
              </a:ext>
            </a:extLst>
          </p:cNvPr>
          <p:cNvSpPr>
            <a:spLocks noGrp="1"/>
          </p:cNvSpPr>
          <p:nvPr>
            <p:ph type="pic" sz="quarter" idx="11" hasCustomPrompt="1"/>
          </p:nvPr>
        </p:nvSpPr>
        <p:spPr>
          <a:xfrm>
            <a:off x="6562381" y="0"/>
            <a:ext cx="5629619" cy="6858000"/>
          </a:xfrm>
          <a:solidFill>
            <a:srgbClr val="F6F3F2"/>
          </a:solidFill>
        </p:spPr>
        <p:txBody>
          <a:bodyPr/>
          <a:lstStyle>
            <a:lvl1pPr>
              <a:defRPr lang="en-US"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p:txBody>
      </p:sp>
      <p:sp>
        <p:nvSpPr>
          <p:cNvPr id="4" name="Graphic 2">
            <a:extLst>
              <a:ext uri="{FF2B5EF4-FFF2-40B4-BE49-F238E27FC236}">
                <a16:creationId xmlns:a16="http://schemas.microsoft.com/office/drawing/2014/main" id="{1457E6FC-210A-4A04-1640-ED8A61457C29}"/>
              </a:ext>
            </a:extLst>
          </p:cNvPr>
          <p:cNvSpPr>
            <a:spLocks noChangeAspect="1"/>
          </p:cNvSpPr>
          <p:nvPr/>
        </p:nvSpPr>
        <p:spPr>
          <a:xfrm>
            <a:off x="290513" y="6377853"/>
            <a:ext cx="2034000" cy="187309"/>
          </a:xfrm>
          <a:custGeom>
            <a:avLst/>
            <a:gdLst>
              <a:gd name="connsiteX0" fmla="*/ 542692 w 5487431"/>
              <a:gd name="connsiteY0" fmla="*/ 463149 h 505330"/>
              <a:gd name="connsiteX1" fmla="*/ 458967 w 5487431"/>
              <a:gd name="connsiteY1" fmla="*/ 321634 h 505330"/>
              <a:gd name="connsiteX2" fmla="*/ 542692 w 5487431"/>
              <a:gd name="connsiteY2" fmla="*/ 180119 h 505330"/>
              <a:gd name="connsiteX3" fmla="*/ 626417 w 5487431"/>
              <a:gd name="connsiteY3" fmla="*/ 321634 h 505330"/>
              <a:gd name="connsiteX4" fmla="*/ 542692 w 5487431"/>
              <a:gd name="connsiteY4" fmla="*/ 463149 h 505330"/>
              <a:gd name="connsiteX5" fmla="*/ 542692 w 5487431"/>
              <a:gd name="connsiteY5" fmla="*/ 142174 h 505330"/>
              <a:gd name="connsiteX6" fmla="*/ 372482 w 5487431"/>
              <a:gd name="connsiteY6" fmla="*/ 321634 h 505330"/>
              <a:gd name="connsiteX7" fmla="*/ 542692 w 5487431"/>
              <a:gd name="connsiteY7" fmla="*/ 501094 h 505330"/>
              <a:gd name="connsiteX8" fmla="*/ 712902 w 5487431"/>
              <a:gd name="connsiteY8" fmla="*/ 321634 h 505330"/>
              <a:gd name="connsiteX9" fmla="*/ 542692 w 5487431"/>
              <a:gd name="connsiteY9" fmla="*/ 142174 h 505330"/>
              <a:gd name="connsiteX10" fmla="*/ 1303641 w 5487431"/>
              <a:gd name="connsiteY10" fmla="*/ 142174 h 505330"/>
              <a:gd name="connsiteX11" fmla="*/ 1207357 w 5487431"/>
              <a:gd name="connsiteY11" fmla="*/ 192547 h 505330"/>
              <a:gd name="connsiteX12" fmla="*/ 1203170 w 5487431"/>
              <a:gd name="connsiteY12" fmla="*/ 192547 h 505330"/>
              <a:gd name="connsiteX13" fmla="*/ 1203170 w 5487431"/>
              <a:gd name="connsiteY13" fmla="*/ 149048 h 505330"/>
              <a:gd name="connsiteX14" fmla="*/ 1120872 w 5487431"/>
              <a:gd name="connsiteY14" fmla="*/ 149048 h 505330"/>
              <a:gd name="connsiteX15" fmla="*/ 1120872 w 5487431"/>
              <a:gd name="connsiteY15" fmla="*/ 494221 h 505330"/>
              <a:gd name="connsiteX16" fmla="*/ 1203170 w 5487431"/>
              <a:gd name="connsiteY16" fmla="*/ 494221 h 505330"/>
              <a:gd name="connsiteX17" fmla="*/ 1203170 w 5487431"/>
              <a:gd name="connsiteY17" fmla="*/ 271261 h 505330"/>
              <a:gd name="connsiteX18" fmla="*/ 1272244 w 5487431"/>
              <a:gd name="connsiteY18" fmla="*/ 190476 h 505330"/>
              <a:gd name="connsiteX19" fmla="*/ 1331518 w 5487431"/>
              <a:gd name="connsiteY19" fmla="*/ 258173 h 505330"/>
              <a:gd name="connsiteX20" fmla="*/ 1331518 w 5487431"/>
              <a:gd name="connsiteY20" fmla="*/ 494221 h 505330"/>
              <a:gd name="connsiteX21" fmla="*/ 1413816 w 5487431"/>
              <a:gd name="connsiteY21" fmla="*/ 494221 h 505330"/>
              <a:gd name="connsiteX22" fmla="*/ 1413816 w 5487431"/>
              <a:gd name="connsiteY22" fmla="*/ 257420 h 505330"/>
              <a:gd name="connsiteX23" fmla="*/ 1303641 w 5487431"/>
              <a:gd name="connsiteY23" fmla="*/ 142174 h 505330"/>
              <a:gd name="connsiteX24" fmla="*/ 1600771 w 5487431"/>
              <a:gd name="connsiteY24" fmla="*/ 142174 h 505330"/>
              <a:gd name="connsiteX25" fmla="*/ 1467571 w 5487431"/>
              <a:gd name="connsiteY25" fmla="*/ 241602 h 505330"/>
              <a:gd name="connsiteX26" fmla="*/ 1551962 w 5487431"/>
              <a:gd name="connsiteY26" fmla="*/ 341030 h 505330"/>
              <a:gd name="connsiteX27" fmla="*/ 1621702 w 5487431"/>
              <a:gd name="connsiteY27" fmla="*/ 358260 h 505330"/>
              <a:gd name="connsiteX28" fmla="*/ 1675457 w 5487431"/>
              <a:gd name="connsiteY28" fmla="*/ 409387 h 505330"/>
              <a:gd name="connsiteX29" fmla="*/ 1606384 w 5487431"/>
              <a:gd name="connsiteY29" fmla="*/ 464656 h 505330"/>
              <a:gd name="connsiteX30" fmla="*/ 1526845 w 5487431"/>
              <a:gd name="connsiteY30" fmla="*/ 384624 h 505330"/>
              <a:gd name="connsiteX31" fmla="*/ 1452919 w 5487431"/>
              <a:gd name="connsiteY31" fmla="*/ 405338 h 505330"/>
              <a:gd name="connsiteX32" fmla="*/ 1597345 w 5487431"/>
              <a:gd name="connsiteY32" fmla="*/ 501282 h 505330"/>
              <a:gd name="connsiteX33" fmla="*/ 1742438 w 5487431"/>
              <a:gd name="connsiteY33" fmla="*/ 388767 h 505330"/>
              <a:gd name="connsiteX34" fmla="*/ 1649674 w 5487431"/>
              <a:gd name="connsiteY34" fmla="*/ 285196 h 505330"/>
              <a:gd name="connsiteX35" fmla="*/ 1582693 w 5487431"/>
              <a:gd name="connsiteY35" fmla="*/ 268625 h 505330"/>
              <a:gd name="connsiteX36" fmla="*/ 1534551 w 5487431"/>
              <a:gd name="connsiteY36" fmla="*/ 223054 h 505330"/>
              <a:gd name="connsiteX37" fmla="*/ 1593825 w 5487431"/>
              <a:gd name="connsiteY37" fmla="*/ 178895 h 505330"/>
              <a:gd name="connsiteX38" fmla="*/ 1664992 w 5487431"/>
              <a:gd name="connsiteY38" fmla="*/ 245180 h 505330"/>
              <a:gd name="connsiteX39" fmla="*/ 1734731 w 5487431"/>
              <a:gd name="connsiteY39" fmla="*/ 224466 h 505330"/>
              <a:gd name="connsiteX40" fmla="*/ 1600771 w 5487431"/>
              <a:gd name="connsiteY40" fmla="*/ 142174 h 505330"/>
              <a:gd name="connsiteX41" fmla="*/ 1946803 w 5487431"/>
              <a:gd name="connsiteY41" fmla="*/ 463149 h 505330"/>
              <a:gd name="connsiteX42" fmla="*/ 1863078 w 5487431"/>
              <a:gd name="connsiteY42" fmla="*/ 321634 h 505330"/>
              <a:gd name="connsiteX43" fmla="*/ 1946803 w 5487431"/>
              <a:gd name="connsiteY43" fmla="*/ 180119 h 505330"/>
              <a:gd name="connsiteX44" fmla="*/ 2030529 w 5487431"/>
              <a:gd name="connsiteY44" fmla="*/ 321634 h 505330"/>
              <a:gd name="connsiteX45" fmla="*/ 1946803 w 5487431"/>
              <a:gd name="connsiteY45" fmla="*/ 463149 h 505330"/>
              <a:gd name="connsiteX46" fmla="*/ 1946803 w 5487431"/>
              <a:gd name="connsiteY46" fmla="*/ 142174 h 505330"/>
              <a:gd name="connsiteX47" fmla="*/ 1776594 w 5487431"/>
              <a:gd name="connsiteY47" fmla="*/ 321634 h 505330"/>
              <a:gd name="connsiteX48" fmla="*/ 1946803 w 5487431"/>
              <a:gd name="connsiteY48" fmla="*/ 501094 h 505330"/>
              <a:gd name="connsiteX49" fmla="*/ 2117013 w 5487431"/>
              <a:gd name="connsiteY49" fmla="*/ 321634 h 505330"/>
              <a:gd name="connsiteX50" fmla="*/ 1946803 w 5487431"/>
              <a:gd name="connsiteY50" fmla="*/ 142174 h 505330"/>
              <a:gd name="connsiteX51" fmla="*/ 2348590 w 5487431"/>
              <a:gd name="connsiteY51" fmla="*/ 142174 h 505330"/>
              <a:gd name="connsiteX52" fmla="*/ 2252306 w 5487431"/>
              <a:gd name="connsiteY52" fmla="*/ 192547 h 505330"/>
              <a:gd name="connsiteX53" fmla="*/ 2248119 w 5487431"/>
              <a:gd name="connsiteY53" fmla="*/ 192547 h 505330"/>
              <a:gd name="connsiteX54" fmla="*/ 2248119 w 5487431"/>
              <a:gd name="connsiteY54" fmla="*/ 149048 h 505330"/>
              <a:gd name="connsiteX55" fmla="*/ 2165821 w 5487431"/>
              <a:gd name="connsiteY55" fmla="*/ 149048 h 505330"/>
              <a:gd name="connsiteX56" fmla="*/ 2165821 w 5487431"/>
              <a:gd name="connsiteY56" fmla="*/ 494221 h 505330"/>
              <a:gd name="connsiteX57" fmla="*/ 2248119 w 5487431"/>
              <a:gd name="connsiteY57" fmla="*/ 494221 h 505330"/>
              <a:gd name="connsiteX58" fmla="*/ 2248119 w 5487431"/>
              <a:gd name="connsiteY58" fmla="*/ 271261 h 505330"/>
              <a:gd name="connsiteX59" fmla="*/ 2317193 w 5487431"/>
              <a:gd name="connsiteY59" fmla="*/ 190476 h 505330"/>
              <a:gd name="connsiteX60" fmla="*/ 2376466 w 5487431"/>
              <a:gd name="connsiteY60" fmla="*/ 258173 h 505330"/>
              <a:gd name="connsiteX61" fmla="*/ 2376466 w 5487431"/>
              <a:gd name="connsiteY61" fmla="*/ 494221 h 505330"/>
              <a:gd name="connsiteX62" fmla="*/ 2458764 w 5487431"/>
              <a:gd name="connsiteY62" fmla="*/ 494221 h 505330"/>
              <a:gd name="connsiteX63" fmla="*/ 2458764 w 5487431"/>
              <a:gd name="connsiteY63" fmla="*/ 257420 h 505330"/>
              <a:gd name="connsiteX64" fmla="*/ 2348590 w 5487431"/>
              <a:gd name="connsiteY64" fmla="*/ 142174 h 505330"/>
              <a:gd name="connsiteX65" fmla="*/ 3571359 w 5487431"/>
              <a:gd name="connsiteY65" fmla="*/ 463149 h 505330"/>
              <a:gd name="connsiteX66" fmla="*/ 3487634 w 5487431"/>
              <a:gd name="connsiteY66" fmla="*/ 321634 h 505330"/>
              <a:gd name="connsiteX67" fmla="*/ 3571359 w 5487431"/>
              <a:gd name="connsiteY67" fmla="*/ 180119 h 505330"/>
              <a:gd name="connsiteX68" fmla="*/ 3655085 w 5487431"/>
              <a:gd name="connsiteY68" fmla="*/ 321634 h 505330"/>
              <a:gd name="connsiteX69" fmla="*/ 3571359 w 5487431"/>
              <a:gd name="connsiteY69" fmla="*/ 463149 h 505330"/>
              <a:gd name="connsiteX70" fmla="*/ 3571359 w 5487431"/>
              <a:gd name="connsiteY70" fmla="*/ 142174 h 505330"/>
              <a:gd name="connsiteX71" fmla="*/ 3401150 w 5487431"/>
              <a:gd name="connsiteY71" fmla="*/ 321634 h 505330"/>
              <a:gd name="connsiteX72" fmla="*/ 3571359 w 5487431"/>
              <a:gd name="connsiteY72" fmla="*/ 501094 h 505330"/>
              <a:gd name="connsiteX73" fmla="*/ 3741569 w 5487431"/>
              <a:gd name="connsiteY73" fmla="*/ 321634 h 505330"/>
              <a:gd name="connsiteX74" fmla="*/ 3571359 w 5487431"/>
              <a:gd name="connsiteY74" fmla="*/ 142174 h 505330"/>
              <a:gd name="connsiteX75" fmla="*/ 4332308 w 5487431"/>
              <a:gd name="connsiteY75" fmla="*/ 142174 h 505330"/>
              <a:gd name="connsiteX76" fmla="*/ 4236024 w 5487431"/>
              <a:gd name="connsiteY76" fmla="*/ 192547 h 505330"/>
              <a:gd name="connsiteX77" fmla="*/ 4231838 w 5487431"/>
              <a:gd name="connsiteY77" fmla="*/ 192547 h 505330"/>
              <a:gd name="connsiteX78" fmla="*/ 4231838 w 5487431"/>
              <a:gd name="connsiteY78" fmla="*/ 149048 h 505330"/>
              <a:gd name="connsiteX79" fmla="*/ 4149539 w 5487431"/>
              <a:gd name="connsiteY79" fmla="*/ 149048 h 505330"/>
              <a:gd name="connsiteX80" fmla="*/ 4149539 w 5487431"/>
              <a:gd name="connsiteY80" fmla="*/ 494221 h 505330"/>
              <a:gd name="connsiteX81" fmla="*/ 4231838 w 5487431"/>
              <a:gd name="connsiteY81" fmla="*/ 494221 h 505330"/>
              <a:gd name="connsiteX82" fmla="*/ 4231838 w 5487431"/>
              <a:gd name="connsiteY82" fmla="*/ 271261 h 505330"/>
              <a:gd name="connsiteX83" fmla="*/ 4300911 w 5487431"/>
              <a:gd name="connsiteY83" fmla="*/ 190476 h 505330"/>
              <a:gd name="connsiteX84" fmla="*/ 4360185 w 5487431"/>
              <a:gd name="connsiteY84" fmla="*/ 258173 h 505330"/>
              <a:gd name="connsiteX85" fmla="*/ 4360185 w 5487431"/>
              <a:gd name="connsiteY85" fmla="*/ 494221 h 505330"/>
              <a:gd name="connsiteX86" fmla="*/ 4442483 w 5487431"/>
              <a:gd name="connsiteY86" fmla="*/ 494221 h 505330"/>
              <a:gd name="connsiteX87" fmla="*/ 4442483 w 5487431"/>
              <a:gd name="connsiteY87" fmla="*/ 257420 h 505330"/>
              <a:gd name="connsiteX88" fmla="*/ 4332308 w 5487431"/>
              <a:gd name="connsiteY88" fmla="*/ 142174 h 505330"/>
              <a:gd name="connsiteX89" fmla="*/ 4629533 w 5487431"/>
              <a:gd name="connsiteY89" fmla="*/ 142174 h 505330"/>
              <a:gd name="connsiteX90" fmla="*/ 4496334 w 5487431"/>
              <a:gd name="connsiteY90" fmla="*/ 241602 h 505330"/>
              <a:gd name="connsiteX91" fmla="*/ 4580725 w 5487431"/>
              <a:gd name="connsiteY91" fmla="*/ 341030 h 505330"/>
              <a:gd name="connsiteX92" fmla="*/ 4650464 w 5487431"/>
              <a:gd name="connsiteY92" fmla="*/ 358260 h 505330"/>
              <a:gd name="connsiteX93" fmla="*/ 4704220 w 5487431"/>
              <a:gd name="connsiteY93" fmla="*/ 409387 h 505330"/>
              <a:gd name="connsiteX94" fmla="*/ 4635146 w 5487431"/>
              <a:gd name="connsiteY94" fmla="*/ 464656 h 505330"/>
              <a:gd name="connsiteX95" fmla="*/ 4555607 w 5487431"/>
              <a:gd name="connsiteY95" fmla="*/ 384624 h 505330"/>
              <a:gd name="connsiteX96" fmla="*/ 4481682 w 5487431"/>
              <a:gd name="connsiteY96" fmla="*/ 405338 h 505330"/>
              <a:gd name="connsiteX97" fmla="*/ 4626108 w 5487431"/>
              <a:gd name="connsiteY97" fmla="*/ 501282 h 505330"/>
              <a:gd name="connsiteX98" fmla="*/ 4771200 w 5487431"/>
              <a:gd name="connsiteY98" fmla="*/ 388767 h 505330"/>
              <a:gd name="connsiteX99" fmla="*/ 4678436 w 5487431"/>
              <a:gd name="connsiteY99" fmla="*/ 285196 h 505330"/>
              <a:gd name="connsiteX100" fmla="*/ 4611456 w 5487431"/>
              <a:gd name="connsiteY100" fmla="*/ 268625 h 505330"/>
              <a:gd name="connsiteX101" fmla="*/ 4563314 w 5487431"/>
              <a:gd name="connsiteY101" fmla="*/ 223054 h 505330"/>
              <a:gd name="connsiteX102" fmla="*/ 4622588 w 5487431"/>
              <a:gd name="connsiteY102" fmla="*/ 178895 h 505330"/>
              <a:gd name="connsiteX103" fmla="*/ 4693754 w 5487431"/>
              <a:gd name="connsiteY103" fmla="*/ 245180 h 505330"/>
              <a:gd name="connsiteX104" fmla="*/ 4763493 w 5487431"/>
              <a:gd name="connsiteY104" fmla="*/ 224466 h 505330"/>
              <a:gd name="connsiteX105" fmla="*/ 4629533 w 5487431"/>
              <a:gd name="connsiteY105" fmla="*/ 142174 h 505330"/>
              <a:gd name="connsiteX106" fmla="*/ 4975471 w 5487431"/>
              <a:gd name="connsiteY106" fmla="*/ 463149 h 505330"/>
              <a:gd name="connsiteX107" fmla="*/ 4891745 w 5487431"/>
              <a:gd name="connsiteY107" fmla="*/ 321634 h 505330"/>
              <a:gd name="connsiteX108" fmla="*/ 4975471 w 5487431"/>
              <a:gd name="connsiteY108" fmla="*/ 180119 h 505330"/>
              <a:gd name="connsiteX109" fmla="*/ 5059196 w 5487431"/>
              <a:gd name="connsiteY109" fmla="*/ 321634 h 505330"/>
              <a:gd name="connsiteX110" fmla="*/ 4975471 w 5487431"/>
              <a:gd name="connsiteY110" fmla="*/ 463149 h 505330"/>
              <a:gd name="connsiteX111" fmla="*/ 4975471 w 5487431"/>
              <a:gd name="connsiteY111" fmla="*/ 142174 h 505330"/>
              <a:gd name="connsiteX112" fmla="*/ 4805261 w 5487431"/>
              <a:gd name="connsiteY112" fmla="*/ 321634 h 505330"/>
              <a:gd name="connsiteX113" fmla="*/ 4975471 w 5487431"/>
              <a:gd name="connsiteY113" fmla="*/ 501094 h 505330"/>
              <a:gd name="connsiteX114" fmla="*/ 5145680 w 5487431"/>
              <a:gd name="connsiteY114" fmla="*/ 321634 h 505330"/>
              <a:gd name="connsiteX115" fmla="*/ 4975471 w 5487431"/>
              <a:gd name="connsiteY115" fmla="*/ 142174 h 505330"/>
              <a:gd name="connsiteX116" fmla="*/ 5377257 w 5487431"/>
              <a:gd name="connsiteY116" fmla="*/ 142174 h 505330"/>
              <a:gd name="connsiteX117" fmla="*/ 5280973 w 5487431"/>
              <a:gd name="connsiteY117" fmla="*/ 192547 h 505330"/>
              <a:gd name="connsiteX118" fmla="*/ 5276787 w 5487431"/>
              <a:gd name="connsiteY118" fmla="*/ 192547 h 505330"/>
              <a:gd name="connsiteX119" fmla="*/ 5276787 w 5487431"/>
              <a:gd name="connsiteY119" fmla="*/ 149048 h 505330"/>
              <a:gd name="connsiteX120" fmla="*/ 5194488 w 5487431"/>
              <a:gd name="connsiteY120" fmla="*/ 149048 h 505330"/>
              <a:gd name="connsiteX121" fmla="*/ 5194488 w 5487431"/>
              <a:gd name="connsiteY121" fmla="*/ 494221 h 505330"/>
              <a:gd name="connsiteX122" fmla="*/ 5276787 w 5487431"/>
              <a:gd name="connsiteY122" fmla="*/ 494221 h 505330"/>
              <a:gd name="connsiteX123" fmla="*/ 5276787 w 5487431"/>
              <a:gd name="connsiteY123" fmla="*/ 271261 h 505330"/>
              <a:gd name="connsiteX124" fmla="*/ 5345860 w 5487431"/>
              <a:gd name="connsiteY124" fmla="*/ 190476 h 505330"/>
              <a:gd name="connsiteX125" fmla="*/ 5405134 w 5487431"/>
              <a:gd name="connsiteY125" fmla="*/ 258173 h 505330"/>
              <a:gd name="connsiteX126" fmla="*/ 5405134 w 5487431"/>
              <a:gd name="connsiteY126" fmla="*/ 494221 h 505330"/>
              <a:gd name="connsiteX127" fmla="*/ 5487432 w 5487431"/>
              <a:gd name="connsiteY127" fmla="*/ 494221 h 505330"/>
              <a:gd name="connsiteX128" fmla="*/ 5487432 w 5487431"/>
              <a:gd name="connsiteY128" fmla="*/ 257420 h 505330"/>
              <a:gd name="connsiteX129" fmla="*/ 5377257 w 5487431"/>
              <a:gd name="connsiteY129" fmla="*/ 142174 h 505330"/>
              <a:gd name="connsiteX130" fmla="*/ 323674 w 5487431"/>
              <a:gd name="connsiteY130" fmla="*/ 11016 h 505330"/>
              <a:gd name="connsiteX131" fmla="*/ 237190 w 5487431"/>
              <a:gd name="connsiteY131" fmla="*/ 11016 h 505330"/>
              <a:gd name="connsiteX132" fmla="*/ 237190 w 5487431"/>
              <a:gd name="connsiteY132" fmla="*/ 367864 h 505330"/>
              <a:gd name="connsiteX133" fmla="*/ 161837 w 5487431"/>
              <a:gd name="connsiteY133" fmla="*/ 460325 h 505330"/>
              <a:gd name="connsiteX134" fmla="*/ 86484 w 5487431"/>
              <a:gd name="connsiteY134" fmla="*/ 360897 h 505330"/>
              <a:gd name="connsiteX135" fmla="*/ 86484 w 5487431"/>
              <a:gd name="connsiteY135" fmla="*/ 294612 h 505330"/>
              <a:gd name="connsiteX136" fmla="*/ 0 w 5487431"/>
              <a:gd name="connsiteY136" fmla="*/ 315985 h 505330"/>
              <a:gd name="connsiteX137" fmla="*/ 0 w 5487431"/>
              <a:gd name="connsiteY137" fmla="*/ 345644 h 505330"/>
              <a:gd name="connsiteX138" fmla="*/ 161837 w 5487431"/>
              <a:gd name="connsiteY138" fmla="*/ 505143 h 505330"/>
              <a:gd name="connsiteX139" fmla="*/ 323674 w 5487431"/>
              <a:gd name="connsiteY139" fmla="*/ 345644 h 505330"/>
              <a:gd name="connsiteX140" fmla="*/ 323674 w 5487431"/>
              <a:gd name="connsiteY140" fmla="*/ 11016 h 505330"/>
              <a:gd name="connsiteX141" fmla="*/ 844008 w 5487431"/>
              <a:gd name="connsiteY141" fmla="*/ 11016 h 505330"/>
              <a:gd name="connsiteX142" fmla="*/ 761710 w 5487431"/>
              <a:gd name="connsiteY142" fmla="*/ 11016 h 505330"/>
              <a:gd name="connsiteX143" fmla="*/ 761710 w 5487431"/>
              <a:gd name="connsiteY143" fmla="*/ 494221 h 505330"/>
              <a:gd name="connsiteX144" fmla="*/ 844008 w 5487431"/>
              <a:gd name="connsiteY144" fmla="*/ 494221 h 505330"/>
              <a:gd name="connsiteX145" fmla="*/ 844008 w 5487431"/>
              <a:gd name="connsiteY145" fmla="*/ 271261 h 505330"/>
              <a:gd name="connsiteX146" fmla="*/ 913081 w 5487431"/>
              <a:gd name="connsiteY146" fmla="*/ 190476 h 505330"/>
              <a:gd name="connsiteX147" fmla="*/ 972355 w 5487431"/>
              <a:gd name="connsiteY147" fmla="*/ 258173 h 505330"/>
              <a:gd name="connsiteX148" fmla="*/ 972355 w 5487431"/>
              <a:gd name="connsiteY148" fmla="*/ 494221 h 505330"/>
              <a:gd name="connsiteX149" fmla="*/ 1054653 w 5487431"/>
              <a:gd name="connsiteY149" fmla="*/ 494221 h 505330"/>
              <a:gd name="connsiteX150" fmla="*/ 1054653 w 5487431"/>
              <a:gd name="connsiteY150" fmla="*/ 257420 h 505330"/>
              <a:gd name="connsiteX151" fmla="*/ 944478 w 5487431"/>
              <a:gd name="connsiteY151" fmla="*/ 142174 h 505330"/>
              <a:gd name="connsiteX152" fmla="*/ 848194 w 5487431"/>
              <a:gd name="connsiteY152" fmla="*/ 192547 h 505330"/>
              <a:gd name="connsiteX153" fmla="*/ 844008 w 5487431"/>
              <a:gd name="connsiteY153" fmla="*/ 192547 h 505330"/>
              <a:gd name="connsiteX154" fmla="*/ 844008 w 5487431"/>
              <a:gd name="connsiteY154" fmla="*/ 11016 h 505330"/>
              <a:gd name="connsiteX155" fmla="*/ 3352342 w 5487431"/>
              <a:gd name="connsiteY155" fmla="*/ 11016 h 505330"/>
              <a:gd name="connsiteX156" fmla="*/ 3265857 w 5487431"/>
              <a:gd name="connsiteY156" fmla="*/ 11016 h 505330"/>
              <a:gd name="connsiteX157" fmla="*/ 3265857 w 5487431"/>
              <a:gd name="connsiteY157" fmla="*/ 367864 h 505330"/>
              <a:gd name="connsiteX158" fmla="*/ 3190504 w 5487431"/>
              <a:gd name="connsiteY158" fmla="*/ 460325 h 505330"/>
              <a:gd name="connsiteX159" fmla="*/ 3115152 w 5487431"/>
              <a:gd name="connsiteY159" fmla="*/ 360897 h 505330"/>
              <a:gd name="connsiteX160" fmla="*/ 3115152 w 5487431"/>
              <a:gd name="connsiteY160" fmla="*/ 294612 h 505330"/>
              <a:gd name="connsiteX161" fmla="*/ 3028667 w 5487431"/>
              <a:gd name="connsiteY161" fmla="*/ 315985 h 505330"/>
              <a:gd name="connsiteX162" fmla="*/ 3028667 w 5487431"/>
              <a:gd name="connsiteY162" fmla="*/ 345644 h 505330"/>
              <a:gd name="connsiteX163" fmla="*/ 3190504 w 5487431"/>
              <a:gd name="connsiteY163" fmla="*/ 505143 h 505330"/>
              <a:gd name="connsiteX164" fmla="*/ 3352342 w 5487431"/>
              <a:gd name="connsiteY164" fmla="*/ 345644 h 505330"/>
              <a:gd name="connsiteX165" fmla="*/ 3352342 w 5487431"/>
              <a:gd name="connsiteY165" fmla="*/ 11016 h 505330"/>
              <a:gd name="connsiteX166" fmla="*/ 3872675 w 5487431"/>
              <a:gd name="connsiteY166" fmla="*/ 11016 h 505330"/>
              <a:gd name="connsiteX167" fmla="*/ 3790377 w 5487431"/>
              <a:gd name="connsiteY167" fmla="*/ 11016 h 505330"/>
              <a:gd name="connsiteX168" fmla="*/ 3790377 w 5487431"/>
              <a:gd name="connsiteY168" fmla="*/ 494221 h 505330"/>
              <a:gd name="connsiteX169" fmla="*/ 3872675 w 5487431"/>
              <a:gd name="connsiteY169" fmla="*/ 494221 h 505330"/>
              <a:gd name="connsiteX170" fmla="*/ 3872675 w 5487431"/>
              <a:gd name="connsiteY170" fmla="*/ 271261 h 505330"/>
              <a:gd name="connsiteX171" fmla="*/ 3941749 w 5487431"/>
              <a:gd name="connsiteY171" fmla="*/ 190476 h 505330"/>
              <a:gd name="connsiteX172" fmla="*/ 4001022 w 5487431"/>
              <a:gd name="connsiteY172" fmla="*/ 258173 h 505330"/>
              <a:gd name="connsiteX173" fmla="*/ 4001022 w 5487431"/>
              <a:gd name="connsiteY173" fmla="*/ 494221 h 505330"/>
              <a:gd name="connsiteX174" fmla="*/ 4083320 w 5487431"/>
              <a:gd name="connsiteY174" fmla="*/ 494221 h 505330"/>
              <a:gd name="connsiteX175" fmla="*/ 4083320 w 5487431"/>
              <a:gd name="connsiteY175" fmla="*/ 257420 h 505330"/>
              <a:gd name="connsiteX176" fmla="*/ 3973146 w 5487431"/>
              <a:gd name="connsiteY176" fmla="*/ 142174 h 505330"/>
              <a:gd name="connsiteX177" fmla="*/ 3876861 w 5487431"/>
              <a:gd name="connsiteY177" fmla="*/ 192547 h 505330"/>
              <a:gd name="connsiteX178" fmla="*/ 3872675 w 5487431"/>
              <a:gd name="connsiteY178" fmla="*/ 192547 h 505330"/>
              <a:gd name="connsiteX179" fmla="*/ 3872675 w 5487431"/>
              <a:gd name="connsiteY179" fmla="*/ 11016 h 505330"/>
              <a:gd name="connsiteX180" fmla="*/ 2730110 w 5487431"/>
              <a:gd name="connsiteY180" fmla="*/ 454864 h 505330"/>
              <a:gd name="connsiteX181" fmla="*/ 2622029 w 5487431"/>
              <a:gd name="connsiteY181" fmla="*/ 343761 h 505330"/>
              <a:gd name="connsiteX182" fmla="*/ 2664557 w 5487431"/>
              <a:gd name="connsiteY182" fmla="*/ 256102 h 505330"/>
              <a:gd name="connsiteX183" fmla="*/ 2822208 w 5487431"/>
              <a:gd name="connsiteY183" fmla="*/ 426617 h 505330"/>
              <a:gd name="connsiteX184" fmla="*/ 2730110 w 5487431"/>
              <a:gd name="connsiteY184" fmla="*/ 454864 h 505330"/>
              <a:gd name="connsiteX185" fmla="*/ 2883575 w 5487431"/>
              <a:gd name="connsiteY185" fmla="*/ 369936 h 505330"/>
              <a:gd name="connsiteX186" fmla="*/ 2746856 w 5487431"/>
              <a:gd name="connsiteY186" fmla="*/ 220794 h 505330"/>
              <a:gd name="connsiteX187" fmla="*/ 2814502 w 5487431"/>
              <a:gd name="connsiteY187" fmla="*/ 207706 h 505330"/>
              <a:gd name="connsiteX188" fmla="*/ 2905838 w 5487431"/>
              <a:gd name="connsiteY188" fmla="*/ 296118 h 505330"/>
              <a:gd name="connsiteX189" fmla="*/ 2883575 w 5487431"/>
              <a:gd name="connsiteY189" fmla="*/ 369936 h 505330"/>
              <a:gd name="connsiteX190" fmla="*/ 2728017 w 5487431"/>
              <a:gd name="connsiteY190" fmla="*/ 200833 h 505330"/>
              <a:gd name="connsiteX191" fmla="*/ 2698047 w 5487431"/>
              <a:gd name="connsiteY191" fmla="*/ 167690 h 505330"/>
              <a:gd name="connsiteX192" fmla="*/ 2663891 w 5487431"/>
              <a:gd name="connsiteY192" fmla="*/ 99334 h 505330"/>
              <a:gd name="connsiteX193" fmla="*/ 2730110 w 5487431"/>
              <a:gd name="connsiteY193" fmla="*/ 36532 h 505330"/>
              <a:gd name="connsiteX194" fmla="*/ 2795664 w 5487431"/>
              <a:gd name="connsiteY194" fmla="*/ 102817 h 505330"/>
              <a:gd name="connsiteX195" fmla="*/ 2728017 w 5487431"/>
              <a:gd name="connsiteY195" fmla="*/ 200833 h 505330"/>
              <a:gd name="connsiteX196" fmla="*/ 2732204 w 5487431"/>
              <a:gd name="connsiteY196" fmla="*/ 0 h 505330"/>
              <a:gd name="connsiteX197" fmla="*/ 2588539 w 5487431"/>
              <a:gd name="connsiteY197" fmla="*/ 119389 h 505330"/>
              <a:gd name="connsiteX198" fmla="*/ 2644387 w 5487431"/>
              <a:gd name="connsiteY198" fmla="*/ 234635 h 505330"/>
              <a:gd name="connsiteX199" fmla="*/ 2645053 w 5487431"/>
              <a:gd name="connsiteY199" fmla="*/ 236047 h 505330"/>
              <a:gd name="connsiteX200" fmla="*/ 2545344 w 5487431"/>
              <a:gd name="connsiteY200" fmla="*/ 374832 h 505330"/>
              <a:gd name="connsiteX201" fmla="*/ 2685584 w 5487431"/>
              <a:gd name="connsiteY201" fmla="*/ 505331 h 505330"/>
              <a:gd name="connsiteX202" fmla="*/ 2843235 w 5487431"/>
              <a:gd name="connsiteY202" fmla="*/ 449403 h 505330"/>
              <a:gd name="connsiteX203" fmla="*/ 2885097 w 5487431"/>
              <a:gd name="connsiteY203" fmla="*/ 494315 h 505330"/>
              <a:gd name="connsiteX204" fmla="*/ 2994606 w 5487431"/>
              <a:gd name="connsiteY204" fmla="*/ 494315 h 505330"/>
              <a:gd name="connsiteX205" fmla="*/ 2994606 w 5487431"/>
              <a:gd name="connsiteY205" fmla="*/ 490831 h 505330"/>
              <a:gd name="connsiteX206" fmla="*/ 2905363 w 5487431"/>
              <a:gd name="connsiteY206" fmla="*/ 393474 h 505330"/>
              <a:gd name="connsiteX207" fmla="*/ 2964637 w 5487431"/>
              <a:gd name="connsiteY207" fmla="*/ 258833 h 505330"/>
              <a:gd name="connsiteX208" fmla="*/ 2873300 w 5487431"/>
              <a:gd name="connsiteY208" fmla="*/ 171174 h 505330"/>
              <a:gd name="connsiteX209" fmla="*/ 2789574 w 5487431"/>
              <a:gd name="connsiteY209" fmla="*/ 187745 h 505330"/>
              <a:gd name="connsiteX210" fmla="*/ 2788147 w 5487431"/>
              <a:gd name="connsiteY210" fmla="*/ 185015 h 505330"/>
              <a:gd name="connsiteX211" fmla="*/ 2863500 w 5487431"/>
              <a:gd name="connsiteY211" fmla="*/ 93873 h 505330"/>
              <a:gd name="connsiteX212" fmla="*/ 2732204 w 5487431"/>
              <a:gd name="connsiteY212" fmla="*/ 0 h 50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5487431" h="505330">
                <a:moveTo>
                  <a:pt x="542692" y="463149"/>
                </a:moveTo>
                <a:cubicBezTo>
                  <a:pt x="488937" y="463149"/>
                  <a:pt x="458967" y="412776"/>
                  <a:pt x="458967" y="321634"/>
                </a:cubicBezTo>
                <a:cubicBezTo>
                  <a:pt x="458967" y="229080"/>
                  <a:pt x="488937" y="180119"/>
                  <a:pt x="542692" y="180119"/>
                </a:cubicBezTo>
                <a:cubicBezTo>
                  <a:pt x="596448" y="180119"/>
                  <a:pt x="626417" y="229833"/>
                  <a:pt x="626417" y="321634"/>
                </a:cubicBezTo>
                <a:cubicBezTo>
                  <a:pt x="626322" y="414189"/>
                  <a:pt x="596352" y="463149"/>
                  <a:pt x="542692" y="463149"/>
                </a:cubicBezTo>
                <a:moveTo>
                  <a:pt x="542692" y="142174"/>
                </a:moveTo>
                <a:cubicBezTo>
                  <a:pt x="433183" y="142174"/>
                  <a:pt x="372482" y="222959"/>
                  <a:pt x="372482" y="321634"/>
                </a:cubicBezTo>
                <a:cubicBezTo>
                  <a:pt x="372482" y="420309"/>
                  <a:pt x="433183" y="501094"/>
                  <a:pt x="542692" y="501094"/>
                </a:cubicBezTo>
                <a:cubicBezTo>
                  <a:pt x="652201" y="501094"/>
                  <a:pt x="712902" y="420309"/>
                  <a:pt x="712902" y="321634"/>
                </a:cubicBezTo>
                <a:cubicBezTo>
                  <a:pt x="712902" y="222959"/>
                  <a:pt x="652201" y="142174"/>
                  <a:pt x="542692" y="142174"/>
                </a:cubicBezTo>
                <a:moveTo>
                  <a:pt x="1303641" y="142174"/>
                </a:moveTo>
                <a:cubicBezTo>
                  <a:pt x="1251979" y="142174"/>
                  <a:pt x="1223436" y="164301"/>
                  <a:pt x="1207357" y="192547"/>
                </a:cubicBezTo>
                <a:lnTo>
                  <a:pt x="1203170" y="192547"/>
                </a:lnTo>
                <a:lnTo>
                  <a:pt x="1203170" y="149048"/>
                </a:lnTo>
                <a:lnTo>
                  <a:pt x="1120872" y="149048"/>
                </a:lnTo>
                <a:lnTo>
                  <a:pt x="1120872" y="494221"/>
                </a:lnTo>
                <a:lnTo>
                  <a:pt x="1203170" y="494221"/>
                </a:lnTo>
                <a:lnTo>
                  <a:pt x="1203170" y="271261"/>
                </a:lnTo>
                <a:cubicBezTo>
                  <a:pt x="1203170" y="220229"/>
                  <a:pt x="1229715" y="190476"/>
                  <a:pt x="1272244" y="190476"/>
                </a:cubicBezTo>
                <a:cubicBezTo>
                  <a:pt x="1313440" y="190476"/>
                  <a:pt x="1331518" y="217404"/>
                  <a:pt x="1331518" y="258173"/>
                </a:cubicBezTo>
                <a:lnTo>
                  <a:pt x="1331518" y="494221"/>
                </a:lnTo>
                <a:lnTo>
                  <a:pt x="1413816" y="494221"/>
                </a:lnTo>
                <a:lnTo>
                  <a:pt x="1413816" y="257420"/>
                </a:lnTo>
                <a:cubicBezTo>
                  <a:pt x="1413911" y="186333"/>
                  <a:pt x="1376234" y="142174"/>
                  <a:pt x="1303641" y="142174"/>
                </a:cubicBezTo>
                <a:moveTo>
                  <a:pt x="1600771" y="142174"/>
                </a:moveTo>
                <a:cubicBezTo>
                  <a:pt x="1524752" y="142174"/>
                  <a:pt x="1467571" y="173905"/>
                  <a:pt x="1467571" y="241602"/>
                </a:cubicBezTo>
                <a:cubicBezTo>
                  <a:pt x="1467571" y="298943"/>
                  <a:pt x="1507341" y="330014"/>
                  <a:pt x="1551962" y="341030"/>
                </a:cubicBezTo>
                <a:lnTo>
                  <a:pt x="1621702" y="358260"/>
                </a:lnTo>
                <a:cubicBezTo>
                  <a:pt x="1658712" y="367205"/>
                  <a:pt x="1675457" y="380387"/>
                  <a:pt x="1675457" y="409387"/>
                </a:cubicBezTo>
                <a:cubicBezTo>
                  <a:pt x="1675457" y="444601"/>
                  <a:pt x="1650340" y="464656"/>
                  <a:pt x="1606384" y="464656"/>
                </a:cubicBezTo>
                <a:cubicBezTo>
                  <a:pt x="1558908" y="464656"/>
                  <a:pt x="1534551" y="441870"/>
                  <a:pt x="1526845" y="384624"/>
                </a:cubicBezTo>
                <a:lnTo>
                  <a:pt x="1452919" y="405338"/>
                </a:lnTo>
                <a:cubicBezTo>
                  <a:pt x="1457106" y="464750"/>
                  <a:pt x="1512954" y="501282"/>
                  <a:pt x="1597345" y="501282"/>
                </a:cubicBezTo>
                <a:cubicBezTo>
                  <a:pt x="1691536" y="501282"/>
                  <a:pt x="1742438" y="457782"/>
                  <a:pt x="1742438" y="388767"/>
                </a:cubicBezTo>
                <a:cubicBezTo>
                  <a:pt x="1742438" y="323894"/>
                  <a:pt x="1697055" y="296965"/>
                  <a:pt x="1649674" y="285196"/>
                </a:cubicBezTo>
                <a:lnTo>
                  <a:pt x="1582693" y="268625"/>
                </a:lnTo>
                <a:cubicBezTo>
                  <a:pt x="1549203" y="260339"/>
                  <a:pt x="1534551" y="245180"/>
                  <a:pt x="1534551" y="223054"/>
                </a:cubicBezTo>
                <a:cubicBezTo>
                  <a:pt x="1534551" y="195466"/>
                  <a:pt x="1558242" y="178895"/>
                  <a:pt x="1593825" y="178895"/>
                </a:cubicBezTo>
                <a:cubicBezTo>
                  <a:pt x="1635688" y="178895"/>
                  <a:pt x="1661471" y="201680"/>
                  <a:pt x="1664992" y="245180"/>
                </a:cubicBezTo>
                <a:lnTo>
                  <a:pt x="1734731" y="224466"/>
                </a:lnTo>
                <a:cubicBezTo>
                  <a:pt x="1726358" y="175976"/>
                  <a:pt x="1678216" y="142174"/>
                  <a:pt x="1600771" y="142174"/>
                </a:cubicBezTo>
                <a:moveTo>
                  <a:pt x="1946803" y="463149"/>
                </a:moveTo>
                <a:cubicBezTo>
                  <a:pt x="1893048" y="463149"/>
                  <a:pt x="1863078" y="412776"/>
                  <a:pt x="1863078" y="321634"/>
                </a:cubicBezTo>
                <a:cubicBezTo>
                  <a:pt x="1863078" y="229080"/>
                  <a:pt x="1893048" y="180119"/>
                  <a:pt x="1946803" y="180119"/>
                </a:cubicBezTo>
                <a:cubicBezTo>
                  <a:pt x="2000559" y="180119"/>
                  <a:pt x="2030529" y="229833"/>
                  <a:pt x="2030529" y="321634"/>
                </a:cubicBezTo>
                <a:cubicBezTo>
                  <a:pt x="2030529" y="414189"/>
                  <a:pt x="2000464" y="463149"/>
                  <a:pt x="1946803" y="463149"/>
                </a:cubicBezTo>
                <a:moveTo>
                  <a:pt x="1946803" y="142174"/>
                </a:moveTo>
                <a:cubicBezTo>
                  <a:pt x="1837294" y="142174"/>
                  <a:pt x="1776594" y="222959"/>
                  <a:pt x="1776594" y="321634"/>
                </a:cubicBezTo>
                <a:cubicBezTo>
                  <a:pt x="1776594" y="420309"/>
                  <a:pt x="1837294" y="501094"/>
                  <a:pt x="1946803" y="501094"/>
                </a:cubicBezTo>
                <a:cubicBezTo>
                  <a:pt x="2056312" y="501094"/>
                  <a:pt x="2117013" y="420309"/>
                  <a:pt x="2117013" y="321634"/>
                </a:cubicBezTo>
                <a:cubicBezTo>
                  <a:pt x="2117013" y="222959"/>
                  <a:pt x="2056312" y="142174"/>
                  <a:pt x="1946803" y="142174"/>
                </a:cubicBezTo>
                <a:moveTo>
                  <a:pt x="2348590" y="142174"/>
                </a:moveTo>
                <a:cubicBezTo>
                  <a:pt x="2296927" y="142174"/>
                  <a:pt x="2268385" y="164301"/>
                  <a:pt x="2252306" y="192547"/>
                </a:cubicBezTo>
                <a:lnTo>
                  <a:pt x="2248119" y="192547"/>
                </a:lnTo>
                <a:lnTo>
                  <a:pt x="2248119" y="149048"/>
                </a:lnTo>
                <a:lnTo>
                  <a:pt x="2165821" y="149048"/>
                </a:lnTo>
                <a:lnTo>
                  <a:pt x="2165821" y="494221"/>
                </a:lnTo>
                <a:lnTo>
                  <a:pt x="2248119" y="494221"/>
                </a:lnTo>
                <a:lnTo>
                  <a:pt x="2248119" y="271261"/>
                </a:lnTo>
                <a:cubicBezTo>
                  <a:pt x="2248119" y="220229"/>
                  <a:pt x="2274664" y="190476"/>
                  <a:pt x="2317193" y="190476"/>
                </a:cubicBezTo>
                <a:cubicBezTo>
                  <a:pt x="2358389" y="190476"/>
                  <a:pt x="2376466" y="217404"/>
                  <a:pt x="2376466" y="258173"/>
                </a:cubicBezTo>
                <a:lnTo>
                  <a:pt x="2376466" y="494221"/>
                </a:lnTo>
                <a:lnTo>
                  <a:pt x="2458764" y="494221"/>
                </a:lnTo>
                <a:lnTo>
                  <a:pt x="2458764" y="257420"/>
                </a:lnTo>
                <a:cubicBezTo>
                  <a:pt x="2458764" y="186333"/>
                  <a:pt x="2421088" y="142174"/>
                  <a:pt x="2348590" y="142174"/>
                </a:cubicBezTo>
                <a:moveTo>
                  <a:pt x="3571359" y="463149"/>
                </a:moveTo>
                <a:cubicBezTo>
                  <a:pt x="3517604" y="463149"/>
                  <a:pt x="3487634" y="412776"/>
                  <a:pt x="3487634" y="321634"/>
                </a:cubicBezTo>
                <a:cubicBezTo>
                  <a:pt x="3487634" y="229080"/>
                  <a:pt x="3517604" y="180119"/>
                  <a:pt x="3571359" y="180119"/>
                </a:cubicBezTo>
                <a:cubicBezTo>
                  <a:pt x="3625115" y="180119"/>
                  <a:pt x="3655085" y="229833"/>
                  <a:pt x="3655085" y="321634"/>
                </a:cubicBezTo>
                <a:cubicBezTo>
                  <a:pt x="3655085" y="414189"/>
                  <a:pt x="3625020" y="463149"/>
                  <a:pt x="3571359" y="463149"/>
                </a:cubicBezTo>
                <a:moveTo>
                  <a:pt x="3571359" y="142174"/>
                </a:moveTo>
                <a:cubicBezTo>
                  <a:pt x="3461850" y="142174"/>
                  <a:pt x="3401150" y="222959"/>
                  <a:pt x="3401150" y="321634"/>
                </a:cubicBezTo>
                <a:cubicBezTo>
                  <a:pt x="3401150" y="420309"/>
                  <a:pt x="3461850" y="501094"/>
                  <a:pt x="3571359" y="501094"/>
                </a:cubicBezTo>
                <a:cubicBezTo>
                  <a:pt x="3680868" y="501094"/>
                  <a:pt x="3741569" y="420309"/>
                  <a:pt x="3741569" y="321634"/>
                </a:cubicBezTo>
                <a:cubicBezTo>
                  <a:pt x="3741569" y="222959"/>
                  <a:pt x="3680868" y="142174"/>
                  <a:pt x="3571359" y="142174"/>
                </a:cubicBezTo>
                <a:moveTo>
                  <a:pt x="4332308" y="142174"/>
                </a:moveTo>
                <a:cubicBezTo>
                  <a:pt x="4280646" y="142174"/>
                  <a:pt x="4252103" y="164301"/>
                  <a:pt x="4236024" y="192547"/>
                </a:cubicBezTo>
                <a:lnTo>
                  <a:pt x="4231838" y="192547"/>
                </a:lnTo>
                <a:lnTo>
                  <a:pt x="4231838" y="149048"/>
                </a:lnTo>
                <a:lnTo>
                  <a:pt x="4149539" y="149048"/>
                </a:lnTo>
                <a:lnTo>
                  <a:pt x="4149539" y="494221"/>
                </a:lnTo>
                <a:lnTo>
                  <a:pt x="4231838" y="494221"/>
                </a:lnTo>
                <a:lnTo>
                  <a:pt x="4231838" y="271261"/>
                </a:lnTo>
                <a:cubicBezTo>
                  <a:pt x="4231838" y="220229"/>
                  <a:pt x="4258383" y="190476"/>
                  <a:pt x="4300911" y="190476"/>
                </a:cubicBezTo>
                <a:cubicBezTo>
                  <a:pt x="4342108" y="190476"/>
                  <a:pt x="4360185" y="217404"/>
                  <a:pt x="4360185" y="258173"/>
                </a:cubicBezTo>
                <a:lnTo>
                  <a:pt x="4360185" y="494221"/>
                </a:lnTo>
                <a:lnTo>
                  <a:pt x="4442483" y="494221"/>
                </a:lnTo>
                <a:lnTo>
                  <a:pt x="4442483" y="257420"/>
                </a:lnTo>
                <a:cubicBezTo>
                  <a:pt x="4442578" y="186333"/>
                  <a:pt x="4404902" y="142174"/>
                  <a:pt x="4332308" y="142174"/>
                </a:cubicBezTo>
                <a:moveTo>
                  <a:pt x="4629533" y="142174"/>
                </a:moveTo>
                <a:cubicBezTo>
                  <a:pt x="4553514" y="142174"/>
                  <a:pt x="4496334" y="173905"/>
                  <a:pt x="4496334" y="241602"/>
                </a:cubicBezTo>
                <a:cubicBezTo>
                  <a:pt x="4496334" y="298943"/>
                  <a:pt x="4536103" y="330014"/>
                  <a:pt x="4580725" y="341030"/>
                </a:cubicBezTo>
                <a:lnTo>
                  <a:pt x="4650464" y="358260"/>
                </a:lnTo>
                <a:cubicBezTo>
                  <a:pt x="4687475" y="367205"/>
                  <a:pt x="4704220" y="380387"/>
                  <a:pt x="4704220" y="409387"/>
                </a:cubicBezTo>
                <a:cubicBezTo>
                  <a:pt x="4704220" y="444601"/>
                  <a:pt x="4679102" y="464656"/>
                  <a:pt x="4635146" y="464656"/>
                </a:cubicBezTo>
                <a:cubicBezTo>
                  <a:pt x="4587670" y="464656"/>
                  <a:pt x="4563314" y="441870"/>
                  <a:pt x="4555607" y="384624"/>
                </a:cubicBezTo>
                <a:lnTo>
                  <a:pt x="4481682" y="405338"/>
                </a:lnTo>
                <a:cubicBezTo>
                  <a:pt x="4485868" y="464750"/>
                  <a:pt x="4541716" y="501282"/>
                  <a:pt x="4626108" y="501282"/>
                </a:cubicBezTo>
                <a:cubicBezTo>
                  <a:pt x="4720299" y="501282"/>
                  <a:pt x="4771200" y="457782"/>
                  <a:pt x="4771200" y="388767"/>
                </a:cubicBezTo>
                <a:cubicBezTo>
                  <a:pt x="4771200" y="323894"/>
                  <a:pt x="4725817" y="296965"/>
                  <a:pt x="4678436" y="285196"/>
                </a:cubicBezTo>
                <a:lnTo>
                  <a:pt x="4611456" y="268625"/>
                </a:lnTo>
                <a:cubicBezTo>
                  <a:pt x="4577966" y="260339"/>
                  <a:pt x="4563314" y="245180"/>
                  <a:pt x="4563314" y="223054"/>
                </a:cubicBezTo>
                <a:cubicBezTo>
                  <a:pt x="4563314" y="195466"/>
                  <a:pt x="4587004" y="178895"/>
                  <a:pt x="4622588" y="178895"/>
                </a:cubicBezTo>
                <a:cubicBezTo>
                  <a:pt x="4664450" y="178895"/>
                  <a:pt x="4690234" y="201680"/>
                  <a:pt x="4693754" y="245180"/>
                </a:cubicBezTo>
                <a:lnTo>
                  <a:pt x="4763493" y="224466"/>
                </a:lnTo>
                <a:cubicBezTo>
                  <a:pt x="4755026" y="175976"/>
                  <a:pt x="4706884" y="142174"/>
                  <a:pt x="4629533" y="142174"/>
                </a:cubicBezTo>
                <a:moveTo>
                  <a:pt x="4975471" y="463149"/>
                </a:moveTo>
                <a:cubicBezTo>
                  <a:pt x="4921715" y="463149"/>
                  <a:pt x="4891745" y="412776"/>
                  <a:pt x="4891745" y="321634"/>
                </a:cubicBezTo>
                <a:cubicBezTo>
                  <a:pt x="4891745" y="229080"/>
                  <a:pt x="4921715" y="180119"/>
                  <a:pt x="4975471" y="180119"/>
                </a:cubicBezTo>
                <a:cubicBezTo>
                  <a:pt x="5029226" y="180119"/>
                  <a:pt x="5059196" y="229833"/>
                  <a:pt x="5059196" y="321634"/>
                </a:cubicBezTo>
                <a:cubicBezTo>
                  <a:pt x="5059196" y="414189"/>
                  <a:pt x="5029131" y="463149"/>
                  <a:pt x="4975471" y="463149"/>
                </a:cubicBezTo>
                <a:moveTo>
                  <a:pt x="4975471" y="142174"/>
                </a:moveTo>
                <a:cubicBezTo>
                  <a:pt x="4865962" y="142174"/>
                  <a:pt x="4805261" y="222959"/>
                  <a:pt x="4805261" y="321634"/>
                </a:cubicBezTo>
                <a:cubicBezTo>
                  <a:pt x="4805261" y="420309"/>
                  <a:pt x="4865962" y="501094"/>
                  <a:pt x="4975471" y="501094"/>
                </a:cubicBezTo>
                <a:cubicBezTo>
                  <a:pt x="5084980" y="501094"/>
                  <a:pt x="5145680" y="420309"/>
                  <a:pt x="5145680" y="321634"/>
                </a:cubicBezTo>
                <a:cubicBezTo>
                  <a:pt x="5145680" y="222959"/>
                  <a:pt x="5084980" y="142174"/>
                  <a:pt x="4975471" y="142174"/>
                </a:cubicBezTo>
                <a:moveTo>
                  <a:pt x="5377257" y="142174"/>
                </a:moveTo>
                <a:cubicBezTo>
                  <a:pt x="5325595" y="142174"/>
                  <a:pt x="5297052" y="164301"/>
                  <a:pt x="5280973" y="192547"/>
                </a:cubicBezTo>
                <a:lnTo>
                  <a:pt x="5276787" y="192547"/>
                </a:lnTo>
                <a:lnTo>
                  <a:pt x="5276787" y="149048"/>
                </a:lnTo>
                <a:lnTo>
                  <a:pt x="5194488" y="149048"/>
                </a:lnTo>
                <a:lnTo>
                  <a:pt x="5194488" y="494221"/>
                </a:lnTo>
                <a:lnTo>
                  <a:pt x="5276787" y="494221"/>
                </a:lnTo>
                <a:lnTo>
                  <a:pt x="5276787" y="271261"/>
                </a:lnTo>
                <a:cubicBezTo>
                  <a:pt x="5276787" y="220229"/>
                  <a:pt x="5303331" y="190476"/>
                  <a:pt x="5345860" y="190476"/>
                </a:cubicBezTo>
                <a:cubicBezTo>
                  <a:pt x="5387057" y="190476"/>
                  <a:pt x="5405134" y="217404"/>
                  <a:pt x="5405134" y="258173"/>
                </a:cubicBezTo>
                <a:lnTo>
                  <a:pt x="5405134" y="494221"/>
                </a:lnTo>
                <a:lnTo>
                  <a:pt x="5487432" y="494221"/>
                </a:lnTo>
                <a:lnTo>
                  <a:pt x="5487432" y="257420"/>
                </a:lnTo>
                <a:cubicBezTo>
                  <a:pt x="5487432" y="186333"/>
                  <a:pt x="5449755" y="142174"/>
                  <a:pt x="5377257" y="142174"/>
                </a:cubicBezTo>
                <a:moveTo>
                  <a:pt x="323674" y="11016"/>
                </a:moveTo>
                <a:lnTo>
                  <a:pt x="237190" y="11016"/>
                </a:lnTo>
                <a:lnTo>
                  <a:pt x="237190" y="367864"/>
                </a:lnTo>
                <a:cubicBezTo>
                  <a:pt x="237190" y="425864"/>
                  <a:pt x="214831" y="460325"/>
                  <a:pt x="161837" y="460325"/>
                </a:cubicBezTo>
                <a:cubicBezTo>
                  <a:pt x="109509" y="460325"/>
                  <a:pt x="86484" y="423698"/>
                  <a:pt x="86484" y="360897"/>
                </a:cubicBezTo>
                <a:lnTo>
                  <a:pt x="86484" y="294612"/>
                </a:lnTo>
                <a:lnTo>
                  <a:pt x="0" y="315985"/>
                </a:lnTo>
                <a:lnTo>
                  <a:pt x="0" y="345644"/>
                </a:lnTo>
                <a:cubicBezTo>
                  <a:pt x="0" y="436033"/>
                  <a:pt x="45383" y="505143"/>
                  <a:pt x="161837" y="505143"/>
                </a:cubicBezTo>
                <a:cubicBezTo>
                  <a:pt x="278291" y="505143"/>
                  <a:pt x="323674" y="436127"/>
                  <a:pt x="323674" y="345644"/>
                </a:cubicBezTo>
                <a:lnTo>
                  <a:pt x="323674" y="11016"/>
                </a:lnTo>
                <a:moveTo>
                  <a:pt x="844008" y="11016"/>
                </a:moveTo>
                <a:lnTo>
                  <a:pt x="761710" y="11016"/>
                </a:lnTo>
                <a:lnTo>
                  <a:pt x="761710" y="494221"/>
                </a:lnTo>
                <a:lnTo>
                  <a:pt x="844008" y="494221"/>
                </a:lnTo>
                <a:lnTo>
                  <a:pt x="844008" y="271261"/>
                </a:lnTo>
                <a:cubicBezTo>
                  <a:pt x="844008" y="220229"/>
                  <a:pt x="870553" y="190476"/>
                  <a:pt x="913081" y="190476"/>
                </a:cubicBezTo>
                <a:cubicBezTo>
                  <a:pt x="954278" y="190476"/>
                  <a:pt x="972355" y="217404"/>
                  <a:pt x="972355" y="258173"/>
                </a:cubicBezTo>
                <a:lnTo>
                  <a:pt x="972355" y="494221"/>
                </a:lnTo>
                <a:lnTo>
                  <a:pt x="1054653" y="494221"/>
                </a:lnTo>
                <a:lnTo>
                  <a:pt x="1054653" y="257420"/>
                </a:lnTo>
                <a:cubicBezTo>
                  <a:pt x="1054653" y="186333"/>
                  <a:pt x="1016977" y="142174"/>
                  <a:pt x="944478" y="142174"/>
                </a:cubicBezTo>
                <a:cubicBezTo>
                  <a:pt x="892816" y="142174"/>
                  <a:pt x="864273" y="164301"/>
                  <a:pt x="848194" y="192547"/>
                </a:cubicBezTo>
                <a:lnTo>
                  <a:pt x="844008" y="192547"/>
                </a:lnTo>
                <a:lnTo>
                  <a:pt x="844008" y="11016"/>
                </a:lnTo>
                <a:moveTo>
                  <a:pt x="3352342" y="11016"/>
                </a:moveTo>
                <a:lnTo>
                  <a:pt x="3265857" y="11016"/>
                </a:lnTo>
                <a:lnTo>
                  <a:pt x="3265857" y="367864"/>
                </a:lnTo>
                <a:cubicBezTo>
                  <a:pt x="3265857" y="425864"/>
                  <a:pt x="3243499" y="460325"/>
                  <a:pt x="3190504" y="460325"/>
                </a:cubicBezTo>
                <a:cubicBezTo>
                  <a:pt x="3138176" y="460325"/>
                  <a:pt x="3115152" y="423698"/>
                  <a:pt x="3115152" y="360897"/>
                </a:cubicBezTo>
                <a:lnTo>
                  <a:pt x="3115152" y="294612"/>
                </a:lnTo>
                <a:lnTo>
                  <a:pt x="3028667" y="315985"/>
                </a:lnTo>
                <a:lnTo>
                  <a:pt x="3028667" y="345644"/>
                </a:lnTo>
                <a:cubicBezTo>
                  <a:pt x="3028667" y="436033"/>
                  <a:pt x="3074050" y="505143"/>
                  <a:pt x="3190504" y="505143"/>
                </a:cubicBezTo>
                <a:cubicBezTo>
                  <a:pt x="3306959" y="505143"/>
                  <a:pt x="3352342" y="436127"/>
                  <a:pt x="3352342" y="345644"/>
                </a:cubicBezTo>
                <a:lnTo>
                  <a:pt x="3352342" y="11016"/>
                </a:lnTo>
                <a:moveTo>
                  <a:pt x="3872675" y="11016"/>
                </a:moveTo>
                <a:lnTo>
                  <a:pt x="3790377" y="11016"/>
                </a:lnTo>
                <a:lnTo>
                  <a:pt x="3790377" y="494221"/>
                </a:lnTo>
                <a:lnTo>
                  <a:pt x="3872675" y="494221"/>
                </a:lnTo>
                <a:lnTo>
                  <a:pt x="3872675" y="271261"/>
                </a:lnTo>
                <a:cubicBezTo>
                  <a:pt x="3872675" y="220229"/>
                  <a:pt x="3899220" y="190476"/>
                  <a:pt x="3941749" y="190476"/>
                </a:cubicBezTo>
                <a:cubicBezTo>
                  <a:pt x="3982945" y="190476"/>
                  <a:pt x="4001022" y="217404"/>
                  <a:pt x="4001022" y="258173"/>
                </a:cubicBezTo>
                <a:lnTo>
                  <a:pt x="4001022" y="494221"/>
                </a:lnTo>
                <a:lnTo>
                  <a:pt x="4083320" y="494221"/>
                </a:lnTo>
                <a:lnTo>
                  <a:pt x="4083320" y="257420"/>
                </a:lnTo>
                <a:cubicBezTo>
                  <a:pt x="4083320" y="186333"/>
                  <a:pt x="4045644" y="142174"/>
                  <a:pt x="3973146" y="142174"/>
                </a:cubicBezTo>
                <a:cubicBezTo>
                  <a:pt x="3921483" y="142174"/>
                  <a:pt x="3892941" y="164301"/>
                  <a:pt x="3876861" y="192547"/>
                </a:cubicBezTo>
                <a:lnTo>
                  <a:pt x="3872675" y="192547"/>
                </a:lnTo>
                <a:lnTo>
                  <a:pt x="3872675" y="11016"/>
                </a:lnTo>
                <a:moveTo>
                  <a:pt x="2730110" y="454864"/>
                </a:moveTo>
                <a:cubicBezTo>
                  <a:pt x="2663130" y="454864"/>
                  <a:pt x="2622029" y="401007"/>
                  <a:pt x="2622029" y="343761"/>
                </a:cubicBezTo>
                <a:cubicBezTo>
                  <a:pt x="2622029" y="307887"/>
                  <a:pt x="2638108" y="274745"/>
                  <a:pt x="2664557" y="256102"/>
                </a:cubicBezTo>
                <a:lnTo>
                  <a:pt x="2822208" y="426617"/>
                </a:lnTo>
                <a:cubicBezTo>
                  <a:pt x="2792904" y="443848"/>
                  <a:pt x="2760080" y="454864"/>
                  <a:pt x="2730110" y="454864"/>
                </a:cubicBezTo>
                <a:moveTo>
                  <a:pt x="2883575" y="369936"/>
                </a:moveTo>
                <a:lnTo>
                  <a:pt x="2746856" y="220794"/>
                </a:lnTo>
                <a:cubicBezTo>
                  <a:pt x="2771307" y="211096"/>
                  <a:pt x="2794998" y="207706"/>
                  <a:pt x="2814502" y="207706"/>
                </a:cubicBezTo>
                <a:cubicBezTo>
                  <a:pt x="2871016" y="207706"/>
                  <a:pt x="2905838" y="240190"/>
                  <a:pt x="2905838" y="296118"/>
                </a:cubicBezTo>
                <a:cubicBezTo>
                  <a:pt x="2905934" y="320975"/>
                  <a:pt x="2898893" y="346491"/>
                  <a:pt x="2883575" y="369936"/>
                </a:cubicBezTo>
                <a:moveTo>
                  <a:pt x="2728017" y="200833"/>
                </a:moveTo>
                <a:lnTo>
                  <a:pt x="2698047" y="167690"/>
                </a:lnTo>
                <a:cubicBezTo>
                  <a:pt x="2671503" y="138691"/>
                  <a:pt x="2663891" y="120707"/>
                  <a:pt x="2663891" y="99334"/>
                </a:cubicBezTo>
                <a:cubicBezTo>
                  <a:pt x="2663891" y="59318"/>
                  <a:pt x="2689675" y="36532"/>
                  <a:pt x="2730110" y="36532"/>
                </a:cubicBezTo>
                <a:cubicBezTo>
                  <a:pt x="2771307" y="36532"/>
                  <a:pt x="2795664" y="59977"/>
                  <a:pt x="2795664" y="102817"/>
                </a:cubicBezTo>
                <a:cubicBezTo>
                  <a:pt x="2795664" y="142174"/>
                  <a:pt x="2776159" y="179460"/>
                  <a:pt x="2728017" y="200833"/>
                </a:cubicBezTo>
                <a:moveTo>
                  <a:pt x="2732204" y="0"/>
                </a:moveTo>
                <a:cubicBezTo>
                  <a:pt x="2635920" y="0"/>
                  <a:pt x="2588539" y="53198"/>
                  <a:pt x="2588539" y="119389"/>
                </a:cubicBezTo>
                <a:cubicBezTo>
                  <a:pt x="2588539" y="155262"/>
                  <a:pt x="2603857" y="191229"/>
                  <a:pt x="2644387" y="234635"/>
                </a:cubicBezTo>
                <a:lnTo>
                  <a:pt x="2645053" y="236047"/>
                </a:lnTo>
                <a:cubicBezTo>
                  <a:pt x="2576741" y="268531"/>
                  <a:pt x="2545344" y="320975"/>
                  <a:pt x="2545344" y="374832"/>
                </a:cubicBezTo>
                <a:cubicBezTo>
                  <a:pt x="2545344" y="445919"/>
                  <a:pt x="2600432" y="505331"/>
                  <a:pt x="2685584" y="505331"/>
                </a:cubicBezTo>
                <a:cubicBezTo>
                  <a:pt x="2734392" y="505331"/>
                  <a:pt x="2791573" y="485276"/>
                  <a:pt x="2843235" y="449403"/>
                </a:cubicBezTo>
                <a:lnTo>
                  <a:pt x="2885097" y="494315"/>
                </a:lnTo>
                <a:lnTo>
                  <a:pt x="2994606" y="494315"/>
                </a:lnTo>
                <a:lnTo>
                  <a:pt x="2994606" y="490831"/>
                </a:lnTo>
                <a:lnTo>
                  <a:pt x="2905363" y="393474"/>
                </a:lnTo>
                <a:cubicBezTo>
                  <a:pt x="2943039" y="349316"/>
                  <a:pt x="2964637" y="301014"/>
                  <a:pt x="2964637" y="258833"/>
                </a:cubicBezTo>
                <a:cubicBezTo>
                  <a:pt x="2964637" y="206388"/>
                  <a:pt x="2929053" y="171174"/>
                  <a:pt x="2873300" y="171174"/>
                </a:cubicBezTo>
                <a:cubicBezTo>
                  <a:pt x="2843996" y="171174"/>
                  <a:pt x="2811172" y="179460"/>
                  <a:pt x="2789574" y="187745"/>
                </a:cubicBezTo>
                <a:lnTo>
                  <a:pt x="2788147" y="185015"/>
                </a:lnTo>
                <a:cubicBezTo>
                  <a:pt x="2841142" y="156674"/>
                  <a:pt x="2863500" y="130499"/>
                  <a:pt x="2863500" y="93873"/>
                </a:cubicBezTo>
                <a:cubicBezTo>
                  <a:pt x="2863310" y="41428"/>
                  <a:pt x="2815929" y="0"/>
                  <a:pt x="2732204" y="0"/>
                </a:cubicBezTo>
              </a:path>
            </a:pathLst>
          </a:custGeom>
          <a:solidFill>
            <a:schemeClr val="bg1"/>
          </a:solidFill>
          <a:ln w="9509" cap="flat">
            <a:noFill/>
            <a:prstDash val="solid"/>
            <a:miter/>
          </a:ln>
        </p:spPr>
        <p:txBody>
          <a:bodyPr rtlCol="0" anchor="ctr"/>
          <a:lstStyle/>
          <a:p>
            <a:endParaRPr lang="en-GB"/>
          </a:p>
        </p:txBody>
      </p:sp>
      <p:sp>
        <p:nvSpPr>
          <p:cNvPr id="3" name="Footer Placeholder 4">
            <a:extLst>
              <a:ext uri="{FF2B5EF4-FFF2-40B4-BE49-F238E27FC236}">
                <a16:creationId xmlns:a16="http://schemas.microsoft.com/office/drawing/2014/main" id="{5BDD11AC-89D9-1015-8860-013C404015AC}"/>
              </a:ext>
            </a:extLst>
          </p:cNvPr>
          <p:cNvSpPr>
            <a:spLocks noGrp="1"/>
          </p:cNvSpPr>
          <p:nvPr>
            <p:ph type="ftr" sz="quarter" idx="3"/>
          </p:nvPr>
        </p:nvSpPr>
        <p:spPr>
          <a:xfrm>
            <a:off x="288259" y="5868000"/>
            <a:ext cx="5731771"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bg1"/>
                </a:solidFill>
                <a:latin typeface="+mn-lt"/>
              </a:defRPr>
            </a:lvl1pPr>
          </a:lstStyle>
          <a:p>
            <a:endParaRPr lang="en-US"/>
          </a:p>
        </p:txBody>
      </p:sp>
      <p:sp>
        <p:nvSpPr>
          <p:cNvPr id="5" name="TextBox 4">
            <a:extLst>
              <a:ext uri="{FF2B5EF4-FFF2-40B4-BE49-F238E27FC236}">
                <a16:creationId xmlns:a16="http://schemas.microsoft.com/office/drawing/2014/main" id="{7D4A3C03-5E76-2356-EDFA-424D0AAEE26B}"/>
              </a:ext>
            </a:extLst>
          </p:cNvPr>
          <p:cNvSpPr txBox="1"/>
          <p:nvPr/>
        </p:nvSpPr>
        <p:spPr>
          <a:xfrm>
            <a:off x="3016848" y="6432550"/>
            <a:ext cx="3260725" cy="183393"/>
          </a:xfrm>
          <a:prstGeom prst="rect">
            <a:avLst/>
          </a:prstGeom>
          <a:noFill/>
        </p:spPr>
        <p:txBody>
          <a:bodyPr wrap="square" lIns="0" tIns="0" rIns="0" bIns="0" rtlCol="0" anchor="b" anchorCtr="0">
            <a:noAutofit/>
          </a:bodyPr>
          <a:lstStyle/>
          <a:p>
            <a:pPr algn="r"/>
            <a:r>
              <a:rPr lang="en-US" sz="1500" kern="1200" dirty="0">
                <a:solidFill>
                  <a:schemeClr val="bg1"/>
                </a:solidFill>
                <a:latin typeface="+mn-lt"/>
                <a:ea typeface="+mn-ea"/>
                <a:cs typeface="+mn-cs"/>
              </a:rPr>
              <a:t>Core program name</a:t>
            </a:r>
          </a:p>
        </p:txBody>
      </p:sp>
    </p:spTree>
    <p:extLst>
      <p:ext uri="{BB962C8B-B14F-4D97-AF65-F5344CB8AC3E}">
        <p14:creationId xmlns:p14="http://schemas.microsoft.com/office/powerpoint/2010/main" val="33526722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Slide with Panel Images - Long titles ">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F71E3-AC39-2207-0CC4-1E2486610795}"/>
              </a:ext>
            </a:extLst>
          </p:cNvPr>
          <p:cNvSpPr>
            <a:spLocks noGrp="1"/>
          </p:cNvSpPr>
          <p:nvPr>
            <p:ph type="ctrTitle" hasCustomPrompt="1"/>
          </p:nvPr>
        </p:nvSpPr>
        <p:spPr>
          <a:xfrm>
            <a:off x="285979" y="266955"/>
            <a:ext cx="8518155" cy="2946145"/>
          </a:xfrm>
        </p:spPr>
        <p:txBody>
          <a:bodyPr wrap="square" anchor="t">
            <a:normAutofit/>
          </a:bodyPr>
          <a:lstStyle>
            <a:lvl1pPr algn="l">
              <a:lnSpc>
                <a:spcPct val="80000"/>
              </a:lnSpc>
              <a:defRPr sz="7000" b="0" i="0" spc="0" baseline="0">
                <a:solidFill>
                  <a:schemeClr val="bg1"/>
                </a:solidFill>
                <a:latin typeface="+mj-lt"/>
              </a:defRPr>
            </a:lvl1pPr>
          </a:lstStyle>
          <a:p>
            <a:r>
              <a:rPr lang="en-GB" dirty="0"/>
              <a:t>Longer titles will shrink automatically</a:t>
            </a:r>
            <a:br>
              <a:rPr lang="en-GB" dirty="0"/>
            </a:br>
            <a:endParaRPr lang="en-GB" dirty="0"/>
          </a:p>
        </p:txBody>
      </p:sp>
      <p:sp>
        <p:nvSpPr>
          <p:cNvPr id="9" name="Subtitle 2">
            <a:extLst>
              <a:ext uri="{FF2B5EF4-FFF2-40B4-BE49-F238E27FC236}">
                <a16:creationId xmlns:a16="http://schemas.microsoft.com/office/drawing/2014/main" id="{52CA5BFA-B5A6-B786-4C05-6FD9C9E49AB2}"/>
              </a:ext>
            </a:extLst>
          </p:cNvPr>
          <p:cNvSpPr>
            <a:spLocks noGrp="1"/>
          </p:cNvSpPr>
          <p:nvPr>
            <p:ph type="subTitle" idx="1" hasCustomPrompt="1"/>
          </p:nvPr>
        </p:nvSpPr>
        <p:spPr>
          <a:xfrm>
            <a:off x="284806" y="4889500"/>
            <a:ext cx="4536000" cy="865834"/>
          </a:xfrm>
        </p:spPr>
        <p:txBody>
          <a:bodyPr anchor="b"/>
          <a:lstStyle>
            <a:lvl1pPr marL="0" indent="0" algn="l">
              <a:lnSpc>
                <a:spcPct val="100000"/>
              </a:lnSpc>
              <a:spcBef>
                <a:spcPts val="0"/>
              </a:spcBef>
              <a:spcAft>
                <a:spcPts val="0"/>
              </a:spcAft>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Supporting details. Delete if not required.</a:t>
            </a:r>
          </a:p>
        </p:txBody>
      </p:sp>
      <p:sp>
        <p:nvSpPr>
          <p:cNvPr id="7" name="Graphic 2">
            <a:extLst>
              <a:ext uri="{FF2B5EF4-FFF2-40B4-BE49-F238E27FC236}">
                <a16:creationId xmlns:a16="http://schemas.microsoft.com/office/drawing/2014/main" id="{76E2EBF3-E47D-58C8-6929-CAE0CAEF897D}"/>
              </a:ext>
            </a:extLst>
          </p:cNvPr>
          <p:cNvSpPr>
            <a:spLocks noChangeAspect="1"/>
          </p:cNvSpPr>
          <p:nvPr/>
        </p:nvSpPr>
        <p:spPr>
          <a:xfrm>
            <a:off x="290513" y="6377853"/>
            <a:ext cx="2034000" cy="187309"/>
          </a:xfrm>
          <a:custGeom>
            <a:avLst/>
            <a:gdLst>
              <a:gd name="connsiteX0" fmla="*/ 542692 w 5487431"/>
              <a:gd name="connsiteY0" fmla="*/ 463149 h 505330"/>
              <a:gd name="connsiteX1" fmla="*/ 458967 w 5487431"/>
              <a:gd name="connsiteY1" fmla="*/ 321634 h 505330"/>
              <a:gd name="connsiteX2" fmla="*/ 542692 w 5487431"/>
              <a:gd name="connsiteY2" fmla="*/ 180119 h 505330"/>
              <a:gd name="connsiteX3" fmla="*/ 626417 w 5487431"/>
              <a:gd name="connsiteY3" fmla="*/ 321634 h 505330"/>
              <a:gd name="connsiteX4" fmla="*/ 542692 w 5487431"/>
              <a:gd name="connsiteY4" fmla="*/ 463149 h 505330"/>
              <a:gd name="connsiteX5" fmla="*/ 542692 w 5487431"/>
              <a:gd name="connsiteY5" fmla="*/ 142174 h 505330"/>
              <a:gd name="connsiteX6" fmla="*/ 372482 w 5487431"/>
              <a:gd name="connsiteY6" fmla="*/ 321634 h 505330"/>
              <a:gd name="connsiteX7" fmla="*/ 542692 w 5487431"/>
              <a:gd name="connsiteY7" fmla="*/ 501094 h 505330"/>
              <a:gd name="connsiteX8" fmla="*/ 712902 w 5487431"/>
              <a:gd name="connsiteY8" fmla="*/ 321634 h 505330"/>
              <a:gd name="connsiteX9" fmla="*/ 542692 w 5487431"/>
              <a:gd name="connsiteY9" fmla="*/ 142174 h 505330"/>
              <a:gd name="connsiteX10" fmla="*/ 1303641 w 5487431"/>
              <a:gd name="connsiteY10" fmla="*/ 142174 h 505330"/>
              <a:gd name="connsiteX11" fmla="*/ 1207357 w 5487431"/>
              <a:gd name="connsiteY11" fmla="*/ 192547 h 505330"/>
              <a:gd name="connsiteX12" fmla="*/ 1203170 w 5487431"/>
              <a:gd name="connsiteY12" fmla="*/ 192547 h 505330"/>
              <a:gd name="connsiteX13" fmla="*/ 1203170 w 5487431"/>
              <a:gd name="connsiteY13" fmla="*/ 149048 h 505330"/>
              <a:gd name="connsiteX14" fmla="*/ 1120872 w 5487431"/>
              <a:gd name="connsiteY14" fmla="*/ 149048 h 505330"/>
              <a:gd name="connsiteX15" fmla="*/ 1120872 w 5487431"/>
              <a:gd name="connsiteY15" fmla="*/ 494221 h 505330"/>
              <a:gd name="connsiteX16" fmla="*/ 1203170 w 5487431"/>
              <a:gd name="connsiteY16" fmla="*/ 494221 h 505330"/>
              <a:gd name="connsiteX17" fmla="*/ 1203170 w 5487431"/>
              <a:gd name="connsiteY17" fmla="*/ 271261 h 505330"/>
              <a:gd name="connsiteX18" fmla="*/ 1272244 w 5487431"/>
              <a:gd name="connsiteY18" fmla="*/ 190476 h 505330"/>
              <a:gd name="connsiteX19" fmla="*/ 1331518 w 5487431"/>
              <a:gd name="connsiteY19" fmla="*/ 258173 h 505330"/>
              <a:gd name="connsiteX20" fmla="*/ 1331518 w 5487431"/>
              <a:gd name="connsiteY20" fmla="*/ 494221 h 505330"/>
              <a:gd name="connsiteX21" fmla="*/ 1413816 w 5487431"/>
              <a:gd name="connsiteY21" fmla="*/ 494221 h 505330"/>
              <a:gd name="connsiteX22" fmla="*/ 1413816 w 5487431"/>
              <a:gd name="connsiteY22" fmla="*/ 257420 h 505330"/>
              <a:gd name="connsiteX23" fmla="*/ 1303641 w 5487431"/>
              <a:gd name="connsiteY23" fmla="*/ 142174 h 505330"/>
              <a:gd name="connsiteX24" fmla="*/ 1600771 w 5487431"/>
              <a:gd name="connsiteY24" fmla="*/ 142174 h 505330"/>
              <a:gd name="connsiteX25" fmla="*/ 1467571 w 5487431"/>
              <a:gd name="connsiteY25" fmla="*/ 241602 h 505330"/>
              <a:gd name="connsiteX26" fmla="*/ 1551962 w 5487431"/>
              <a:gd name="connsiteY26" fmla="*/ 341030 h 505330"/>
              <a:gd name="connsiteX27" fmla="*/ 1621702 w 5487431"/>
              <a:gd name="connsiteY27" fmla="*/ 358260 h 505330"/>
              <a:gd name="connsiteX28" fmla="*/ 1675457 w 5487431"/>
              <a:gd name="connsiteY28" fmla="*/ 409387 h 505330"/>
              <a:gd name="connsiteX29" fmla="*/ 1606384 w 5487431"/>
              <a:gd name="connsiteY29" fmla="*/ 464656 h 505330"/>
              <a:gd name="connsiteX30" fmla="*/ 1526845 w 5487431"/>
              <a:gd name="connsiteY30" fmla="*/ 384624 h 505330"/>
              <a:gd name="connsiteX31" fmla="*/ 1452919 w 5487431"/>
              <a:gd name="connsiteY31" fmla="*/ 405338 h 505330"/>
              <a:gd name="connsiteX32" fmla="*/ 1597345 w 5487431"/>
              <a:gd name="connsiteY32" fmla="*/ 501282 h 505330"/>
              <a:gd name="connsiteX33" fmla="*/ 1742438 w 5487431"/>
              <a:gd name="connsiteY33" fmla="*/ 388767 h 505330"/>
              <a:gd name="connsiteX34" fmla="*/ 1649674 w 5487431"/>
              <a:gd name="connsiteY34" fmla="*/ 285196 h 505330"/>
              <a:gd name="connsiteX35" fmla="*/ 1582693 w 5487431"/>
              <a:gd name="connsiteY35" fmla="*/ 268625 h 505330"/>
              <a:gd name="connsiteX36" fmla="*/ 1534551 w 5487431"/>
              <a:gd name="connsiteY36" fmla="*/ 223054 h 505330"/>
              <a:gd name="connsiteX37" fmla="*/ 1593825 w 5487431"/>
              <a:gd name="connsiteY37" fmla="*/ 178895 h 505330"/>
              <a:gd name="connsiteX38" fmla="*/ 1664992 w 5487431"/>
              <a:gd name="connsiteY38" fmla="*/ 245180 h 505330"/>
              <a:gd name="connsiteX39" fmla="*/ 1734731 w 5487431"/>
              <a:gd name="connsiteY39" fmla="*/ 224466 h 505330"/>
              <a:gd name="connsiteX40" fmla="*/ 1600771 w 5487431"/>
              <a:gd name="connsiteY40" fmla="*/ 142174 h 505330"/>
              <a:gd name="connsiteX41" fmla="*/ 1946803 w 5487431"/>
              <a:gd name="connsiteY41" fmla="*/ 463149 h 505330"/>
              <a:gd name="connsiteX42" fmla="*/ 1863078 w 5487431"/>
              <a:gd name="connsiteY42" fmla="*/ 321634 h 505330"/>
              <a:gd name="connsiteX43" fmla="*/ 1946803 w 5487431"/>
              <a:gd name="connsiteY43" fmla="*/ 180119 h 505330"/>
              <a:gd name="connsiteX44" fmla="*/ 2030529 w 5487431"/>
              <a:gd name="connsiteY44" fmla="*/ 321634 h 505330"/>
              <a:gd name="connsiteX45" fmla="*/ 1946803 w 5487431"/>
              <a:gd name="connsiteY45" fmla="*/ 463149 h 505330"/>
              <a:gd name="connsiteX46" fmla="*/ 1946803 w 5487431"/>
              <a:gd name="connsiteY46" fmla="*/ 142174 h 505330"/>
              <a:gd name="connsiteX47" fmla="*/ 1776594 w 5487431"/>
              <a:gd name="connsiteY47" fmla="*/ 321634 h 505330"/>
              <a:gd name="connsiteX48" fmla="*/ 1946803 w 5487431"/>
              <a:gd name="connsiteY48" fmla="*/ 501094 h 505330"/>
              <a:gd name="connsiteX49" fmla="*/ 2117013 w 5487431"/>
              <a:gd name="connsiteY49" fmla="*/ 321634 h 505330"/>
              <a:gd name="connsiteX50" fmla="*/ 1946803 w 5487431"/>
              <a:gd name="connsiteY50" fmla="*/ 142174 h 505330"/>
              <a:gd name="connsiteX51" fmla="*/ 2348590 w 5487431"/>
              <a:gd name="connsiteY51" fmla="*/ 142174 h 505330"/>
              <a:gd name="connsiteX52" fmla="*/ 2252306 w 5487431"/>
              <a:gd name="connsiteY52" fmla="*/ 192547 h 505330"/>
              <a:gd name="connsiteX53" fmla="*/ 2248119 w 5487431"/>
              <a:gd name="connsiteY53" fmla="*/ 192547 h 505330"/>
              <a:gd name="connsiteX54" fmla="*/ 2248119 w 5487431"/>
              <a:gd name="connsiteY54" fmla="*/ 149048 h 505330"/>
              <a:gd name="connsiteX55" fmla="*/ 2165821 w 5487431"/>
              <a:gd name="connsiteY55" fmla="*/ 149048 h 505330"/>
              <a:gd name="connsiteX56" fmla="*/ 2165821 w 5487431"/>
              <a:gd name="connsiteY56" fmla="*/ 494221 h 505330"/>
              <a:gd name="connsiteX57" fmla="*/ 2248119 w 5487431"/>
              <a:gd name="connsiteY57" fmla="*/ 494221 h 505330"/>
              <a:gd name="connsiteX58" fmla="*/ 2248119 w 5487431"/>
              <a:gd name="connsiteY58" fmla="*/ 271261 h 505330"/>
              <a:gd name="connsiteX59" fmla="*/ 2317193 w 5487431"/>
              <a:gd name="connsiteY59" fmla="*/ 190476 h 505330"/>
              <a:gd name="connsiteX60" fmla="*/ 2376466 w 5487431"/>
              <a:gd name="connsiteY60" fmla="*/ 258173 h 505330"/>
              <a:gd name="connsiteX61" fmla="*/ 2376466 w 5487431"/>
              <a:gd name="connsiteY61" fmla="*/ 494221 h 505330"/>
              <a:gd name="connsiteX62" fmla="*/ 2458764 w 5487431"/>
              <a:gd name="connsiteY62" fmla="*/ 494221 h 505330"/>
              <a:gd name="connsiteX63" fmla="*/ 2458764 w 5487431"/>
              <a:gd name="connsiteY63" fmla="*/ 257420 h 505330"/>
              <a:gd name="connsiteX64" fmla="*/ 2348590 w 5487431"/>
              <a:gd name="connsiteY64" fmla="*/ 142174 h 505330"/>
              <a:gd name="connsiteX65" fmla="*/ 3571359 w 5487431"/>
              <a:gd name="connsiteY65" fmla="*/ 463149 h 505330"/>
              <a:gd name="connsiteX66" fmla="*/ 3487634 w 5487431"/>
              <a:gd name="connsiteY66" fmla="*/ 321634 h 505330"/>
              <a:gd name="connsiteX67" fmla="*/ 3571359 w 5487431"/>
              <a:gd name="connsiteY67" fmla="*/ 180119 h 505330"/>
              <a:gd name="connsiteX68" fmla="*/ 3655085 w 5487431"/>
              <a:gd name="connsiteY68" fmla="*/ 321634 h 505330"/>
              <a:gd name="connsiteX69" fmla="*/ 3571359 w 5487431"/>
              <a:gd name="connsiteY69" fmla="*/ 463149 h 505330"/>
              <a:gd name="connsiteX70" fmla="*/ 3571359 w 5487431"/>
              <a:gd name="connsiteY70" fmla="*/ 142174 h 505330"/>
              <a:gd name="connsiteX71" fmla="*/ 3401150 w 5487431"/>
              <a:gd name="connsiteY71" fmla="*/ 321634 h 505330"/>
              <a:gd name="connsiteX72" fmla="*/ 3571359 w 5487431"/>
              <a:gd name="connsiteY72" fmla="*/ 501094 h 505330"/>
              <a:gd name="connsiteX73" fmla="*/ 3741569 w 5487431"/>
              <a:gd name="connsiteY73" fmla="*/ 321634 h 505330"/>
              <a:gd name="connsiteX74" fmla="*/ 3571359 w 5487431"/>
              <a:gd name="connsiteY74" fmla="*/ 142174 h 505330"/>
              <a:gd name="connsiteX75" fmla="*/ 4332308 w 5487431"/>
              <a:gd name="connsiteY75" fmla="*/ 142174 h 505330"/>
              <a:gd name="connsiteX76" fmla="*/ 4236024 w 5487431"/>
              <a:gd name="connsiteY76" fmla="*/ 192547 h 505330"/>
              <a:gd name="connsiteX77" fmla="*/ 4231838 w 5487431"/>
              <a:gd name="connsiteY77" fmla="*/ 192547 h 505330"/>
              <a:gd name="connsiteX78" fmla="*/ 4231838 w 5487431"/>
              <a:gd name="connsiteY78" fmla="*/ 149048 h 505330"/>
              <a:gd name="connsiteX79" fmla="*/ 4149539 w 5487431"/>
              <a:gd name="connsiteY79" fmla="*/ 149048 h 505330"/>
              <a:gd name="connsiteX80" fmla="*/ 4149539 w 5487431"/>
              <a:gd name="connsiteY80" fmla="*/ 494221 h 505330"/>
              <a:gd name="connsiteX81" fmla="*/ 4231838 w 5487431"/>
              <a:gd name="connsiteY81" fmla="*/ 494221 h 505330"/>
              <a:gd name="connsiteX82" fmla="*/ 4231838 w 5487431"/>
              <a:gd name="connsiteY82" fmla="*/ 271261 h 505330"/>
              <a:gd name="connsiteX83" fmla="*/ 4300911 w 5487431"/>
              <a:gd name="connsiteY83" fmla="*/ 190476 h 505330"/>
              <a:gd name="connsiteX84" fmla="*/ 4360185 w 5487431"/>
              <a:gd name="connsiteY84" fmla="*/ 258173 h 505330"/>
              <a:gd name="connsiteX85" fmla="*/ 4360185 w 5487431"/>
              <a:gd name="connsiteY85" fmla="*/ 494221 h 505330"/>
              <a:gd name="connsiteX86" fmla="*/ 4442483 w 5487431"/>
              <a:gd name="connsiteY86" fmla="*/ 494221 h 505330"/>
              <a:gd name="connsiteX87" fmla="*/ 4442483 w 5487431"/>
              <a:gd name="connsiteY87" fmla="*/ 257420 h 505330"/>
              <a:gd name="connsiteX88" fmla="*/ 4332308 w 5487431"/>
              <a:gd name="connsiteY88" fmla="*/ 142174 h 505330"/>
              <a:gd name="connsiteX89" fmla="*/ 4629533 w 5487431"/>
              <a:gd name="connsiteY89" fmla="*/ 142174 h 505330"/>
              <a:gd name="connsiteX90" fmla="*/ 4496334 w 5487431"/>
              <a:gd name="connsiteY90" fmla="*/ 241602 h 505330"/>
              <a:gd name="connsiteX91" fmla="*/ 4580725 w 5487431"/>
              <a:gd name="connsiteY91" fmla="*/ 341030 h 505330"/>
              <a:gd name="connsiteX92" fmla="*/ 4650464 w 5487431"/>
              <a:gd name="connsiteY92" fmla="*/ 358260 h 505330"/>
              <a:gd name="connsiteX93" fmla="*/ 4704220 w 5487431"/>
              <a:gd name="connsiteY93" fmla="*/ 409387 h 505330"/>
              <a:gd name="connsiteX94" fmla="*/ 4635146 w 5487431"/>
              <a:gd name="connsiteY94" fmla="*/ 464656 h 505330"/>
              <a:gd name="connsiteX95" fmla="*/ 4555607 w 5487431"/>
              <a:gd name="connsiteY95" fmla="*/ 384624 h 505330"/>
              <a:gd name="connsiteX96" fmla="*/ 4481682 w 5487431"/>
              <a:gd name="connsiteY96" fmla="*/ 405338 h 505330"/>
              <a:gd name="connsiteX97" fmla="*/ 4626108 w 5487431"/>
              <a:gd name="connsiteY97" fmla="*/ 501282 h 505330"/>
              <a:gd name="connsiteX98" fmla="*/ 4771200 w 5487431"/>
              <a:gd name="connsiteY98" fmla="*/ 388767 h 505330"/>
              <a:gd name="connsiteX99" fmla="*/ 4678436 w 5487431"/>
              <a:gd name="connsiteY99" fmla="*/ 285196 h 505330"/>
              <a:gd name="connsiteX100" fmla="*/ 4611456 w 5487431"/>
              <a:gd name="connsiteY100" fmla="*/ 268625 h 505330"/>
              <a:gd name="connsiteX101" fmla="*/ 4563314 w 5487431"/>
              <a:gd name="connsiteY101" fmla="*/ 223054 h 505330"/>
              <a:gd name="connsiteX102" fmla="*/ 4622588 w 5487431"/>
              <a:gd name="connsiteY102" fmla="*/ 178895 h 505330"/>
              <a:gd name="connsiteX103" fmla="*/ 4693754 w 5487431"/>
              <a:gd name="connsiteY103" fmla="*/ 245180 h 505330"/>
              <a:gd name="connsiteX104" fmla="*/ 4763493 w 5487431"/>
              <a:gd name="connsiteY104" fmla="*/ 224466 h 505330"/>
              <a:gd name="connsiteX105" fmla="*/ 4629533 w 5487431"/>
              <a:gd name="connsiteY105" fmla="*/ 142174 h 505330"/>
              <a:gd name="connsiteX106" fmla="*/ 4975471 w 5487431"/>
              <a:gd name="connsiteY106" fmla="*/ 463149 h 505330"/>
              <a:gd name="connsiteX107" fmla="*/ 4891745 w 5487431"/>
              <a:gd name="connsiteY107" fmla="*/ 321634 h 505330"/>
              <a:gd name="connsiteX108" fmla="*/ 4975471 w 5487431"/>
              <a:gd name="connsiteY108" fmla="*/ 180119 h 505330"/>
              <a:gd name="connsiteX109" fmla="*/ 5059196 w 5487431"/>
              <a:gd name="connsiteY109" fmla="*/ 321634 h 505330"/>
              <a:gd name="connsiteX110" fmla="*/ 4975471 w 5487431"/>
              <a:gd name="connsiteY110" fmla="*/ 463149 h 505330"/>
              <a:gd name="connsiteX111" fmla="*/ 4975471 w 5487431"/>
              <a:gd name="connsiteY111" fmla="*/ 142174 h 505330"/>
              <a:gd name="connsiteX112" fmla="*/ 4805261 w 5487431"/>
              <a:gd name="connsiteY112" fmla="*/ 321634 h 505330"/>
              <a:gd name="connsiteX113" fmla="*/ 4975471 w 5487431"/>
              <a:gd name="connsiteY113" fmla="*/ 501094 h 505330"/>
              <a:gd name="connsiteX114" fmla="*/ 5145680 w 5487431"/>
              <a:gd name="connsiteY114" fmla="*/ 321634 h 505330"/>
              <a:gd name="connsiteX115" fmla="*/ 4975471 w 5487431"/>
              <a:gd name="connsiteY115" fmla="*/ 142174 h 505330"/>
              <a:gd name="connsiteX116" fmla="*/ 5377257 w 5487431"/>
              <a:gd name="connsiteY116" fmla="*/ 142174 h 505330"/>
              <a:gd name="connsiteX117" fmla="*/ 5280973 w 5487431"/>
              <a:gd name="connsiteY117" fmla="*/ 192547 h 505330"/>
              <a:gd name="connsiteX118" fmla="*/ 5276787 w 5487431"/>
              <a:gd name="connsiteY118" fmla="*/ 192547 h 505330"/>
              <a:gd name="connsiteX119" fmla="*/ 5276787 w 5487431"/>
              <a:gd name="connsiteY119" fmla="*/ 149048 h 505330"/>
              <a:gd name="connsiteX120" fmla="*/ 5194488 w 5487431"/>
              <a:gd name="connsiteY120" fmla="*/ 149048 h 505330"/>
              <a:gd name="connsiteX121" fmla="*/ 5194488 w 5487431"/>
              <a:gd name="connsiteY121" fmla="*/ 494221 h 505330"/>
              <a:gd name="connsiteX122" fmla="*/ 5276787 w 5487431"/>
              <a:gd name="connsiteY122" fmla="*/ 494221 h 505330"/>
              <a:gd name="connsiteX123" fmla="*/ 5276787 w 5487431"/>
              <a:gd name="connsiteY123" fmla="*/ 271261 h 505330"/>
              <a:gd name="connsiteX124" fmla="*/ 5345860 w 5487431"/>
              <a:gd name="connsiteY124" fmla="*/ 190476 h 505330"/>
              <a:gd name="connsiteX125" fmla="*/ 5405134 w 5487431"/>
              <a:gd name="connsiteY125" fmla="*/ 258173 h 505330"/>
              <a:gd name="connsiteX126" fmla="*/ 5405134 w 5487431"/>
              <a:gd name="connsiteY126" fmla="*/ 494221 h 505330"/>
              <a:gd name="connsiteX127" fmla="*/ 5487432 w 5487431"/>
              <a:gd name="connsiteY127" fmla="*/ 494221 h 505330"/>
              <a:gd name="connsiteX128" fmla="*/ 5487432 w 5487431"/>
              <a:gd name="connsiteY128" fmla="*/ 257420 h 505330"/>
              <a:gd name="connsiteX129" fmla="*/ 5377257 w 5487431"/>
              <a:gd name="connsiteY129" fmla="*/ 142174 h 505330"/>
              <a:gd name="connsiteX130" fmla="*/ 323674 w 5487431"/>
              <a:gd name="connsiteY130" fmla="*/ 11016 h 505330"/>
              <a:gd name="connsiteX131" fmla="*/ 237190 w 5487431"/>
              <a:gd name="connsiteY131" fmla="*/ 11016 h 505330"/>
              <a:gd name="connsiteX132" fmla="*/ 237190 w 5487431"/>
              <a:gd name="connsiteY132" fmla="*/ 367864 h 505330"/>
              <a:gd name="connsiteX133" fmla="*/ 161837 w 5487431"/>
              <a:gd name="connsiteY133" fmla="*/ 460325 h 505330"/>
              <a:gd name="connsiteX134" fmla="*/ 86484 w 5487431"/>
              <a:gd name="connsiteY134" fmla="*/ 360897 h 505330"/>
              <a:gd name="connsiteX135" fmla="*/ 86484 w 5487431"/>
              <a:gd name="connsiteY135" fmla="*/ 294612 h 505330"/>
              <a:gd name="connsiteX136" fmla="*/ 0 w 5487431"/>
              <a:gd name="connsiteY136" fmla="*/ 315985 h 505330"/>
              <a:gd name="connsiteX137" fmla="*/ 0 w 5487431"/>
              <a:gd name="connsiteY137" fmla="*/ 345644 h 505330"/>
              <a:gd name="connsiteX138" fmla="*/ 161837 w 5487431"/>
              <a:gd name="connsiteY138" fmla="*/ 505143 h 505330"/>
              <a:gd name="connsiteX139" fmla="*/ 323674 w 5487431"/>
              <a:gd name="connsiteY139" fmla="*/ 345644 h 505330"/>
              <a:gd name="connsiteX140" fmla="*/ 323674 w 5487431"/>
              <a:gd name="connsiteY140" fmla="*/ 11016 h 505330"/>
              <a:gd name="connsiteX141" fmla="*/ 844008 w 5487431"/>
              <a:gd name="connsiteY141" fmla="*/ 11016 h 505330"/>
              <a:gd name="connsiteX142" fmla="*/ 761710 w 5487431"/>
              <a:gd name="connsiteY142" fmla="*/ 11016 h 505330"/>
              <a:gd name="connsiteX143" fmla="*/ 761710 w 5487431"/>
              <a:gd name="connsiteY143" fmla="*/ 494221 h 505330"/>
              <a:gd name="connsiteX144" fmla="*/ 844008 w 5487431"/>
              <a:gd name="connsiteY144" fmla="*/ 494221 h 505330"/>
              <a:gd name="connsiteX145" fmla="*/ 844008 w 5487431"/>
              <a:gd name="connsiteY145" fmla="*/ 271261 h 505330"/>
              <a:gd name="connsiteX146" fmla="*/ 913081 w 5487431"/>
              <a:gd name="connsiteY146" fmla="*/ 190476 h 505330"/>
              <a:gd name="connsiteX147" fmla="*/ 972355 w 5487431"/>
              <a:gd name="connsiteY147" fmla="*/ 258173 h 505330"/>
              <a:gd name="connsiteX148" fmla="*/ 972355 w 5487431"/>
              <a:gd name="connsiteY148" fmla="*/ 494221 h 505330"/>
              <a:gd name="connsiteX149" fmla="*/ 1054653 w 5487431"/>
              <a:gd name="connsiteY149" fmla="*/ 494221 h 505330"/>
              <a:gd name="connsiteX150" fmla="*/ 1054653 w 5487431"/>
              <a:gd name="connsiteY150" fmla="*/ 257420 h 505330"/>
              <a:gd name="connsiteX151" fmla="*/ 944478 w 5487431"/>
              <a:gd name="connsiteY151" fmla="*/ 142174 h 505330"/>
              <a:gd name="connsiteX152" fmla="*/ 848194 w 5487431"/>
              <a:gd name="connsiteY152" fmla="*/ 192547 h 505330"/>
              <a:gd name="connsiteX153" fmla="*/ 844008 w 5487431"/>
              <a:gd name="connsiteY153" fmla="*/ 192547 h 505330"/>
              <a:gd name="connsiteX154" fmla="*/ 844008 w 5487431"/>
              <a:gd name="connsiteY154" fmla="*/ 11016 h 505330"/>
              <a:gd name="connsiteX155" fmla="*/ 3352342 w 5487431"/>
              <a:gd name="connsiteY155" fmla="*/ 11016 h 505330"/>
              <a:gd name="connsiteX156" fmla="*/ 3265857 w 5487431"/>
              <a:gd name="connsiteY156" fmla="*/ 11016 h 505330"/>
              <a:gd name="connsiteX157" fmla="*/ 3265857 w 5487431"/>
              <a:gd name="connsiteY157" fmla="*/ 367864 h 505330"/>
              <a:gd name="connsiteX158" fmla="*/ 3190504 w 5487431"/>
              <a:gd name="connsiteY158" fmla="*/ 460325 h 505330"/>
              <a:gd name="connsiteX159" fmla="*/ 3115152 w 5487431"/>
              <a:gd name="connsiteY159" fmla="*/ 360897 h 505330"/>
              <a:gd name="connsiteX160" fmla="*/ 3115152 w 5487431"/>
              <a:gd name="connsiteY160" fmla="*/ 294612 h 505330"/>
              <a:gd name="connsiteX161" fmla="*/ 3028667 w 5487431"/>
              <a:gd name="connsiteY161" fmla="*/ 315985 h 505330"/>
              <a:gd name="connsiteX162" fmla="*/ 3028667 w 5487431"/>
              <a:gd name="connsiteY162" fmla="*/ 345644 h 505330"/>
              <a:gd name="connsiteX163" fmla="*/ 3190504 w 5487431"/>
              <a:gd name="connsiteY163" fmla="*/ 505143 h 505330"/>
              <a:gd name="connsiteX164" fmla="*/ 3352342 w 5487431"/>
              <a:gd name="connsiteY164" fmla="*/ 345644 h 505330"/>
              <a:gd name="connsiteX165" fmla="*/ 3352342 w 5487431"/>
              <a:gd name="connsiteY165" fmla="*/ 11016 h 505330"/>
              <a:gd name="connsiteX166" fmla="*/ 3872675 w 5487431"/>
              <a:gd name="connsiteY166" fmla="*/ 11016 h 505330"/>
              <a:gd name="connsiteX167" fmla="*/ 3790377 w 5487431"/>
              <a:gd name="connsiteY167" fmla="*/ 11016 h 505330"/>
              <a:gd name="connsiteX168" fmla="*/ 3790377 w 5487431"/>
              <a:gd name="connsiteY168" fmla="*/ 494221 h 505330"/>
              <a:gd name="connsiteX169" fmla="*/ 3872675 w 5487431"/>
              <a:gd name="connsiteY169" fmla="*/ 494221 h 505330"/>
              <a:gd name="connsiteX170" fmla="*/ 3872675 w 5487431"/>
              <a:gd name="connsiteY170" fmla="*/ 271261 h 505330"/>
              <a:gd name="connsiteX171" fmla="*/ 3941749 w 5487431"/>
              <a:gd name="connsiteY171" fmla="*/ 190476 h 505330"/>
              <a:gd name="connsiteX172" fmla="*/ 4001022 w 5487431"/>
              <a:gd name="connsiteY172" fmla="*/ 258173 h 505330"/>
              <a:gd name="connsiteX173" fmla="*/ 4001022 w 5487431"/>
              <a:gd name="connsiteY173" fmla="*/ 494221 h 505330"/>
              <a:gd name="connsiteX174" fmla="*/ 4083320 w 5487431"/>
              <a:gd name="connsiteY174" fmla="*/ 494221 h 505330"/>
              <a:gd name="connsiteX175" fmla="*/ 4083320 w 5487431"/>
              <a:gd name="connsiteY175" fmla="*/ 257420 h 505330"/>
              <a:gd name="connsiteX176" fmla="*/ 3973146 w 5487431"/>
              <a:gd name="connsiteY176" fmla="*/ 142174 h 505330"/>
              <a:gd name="connsiteX177" fmla="*/ 3876861 w 5487431"/>
              <a:gd name="connsiteY177" fmla="*/ 192547 h 505330"/>
              <a:gd name="connsiteX178" fmla="*/ 3872675 w 5487431"/>
              <a:gd name="connsiteY178" fmla="*/ 192547 h 505330"/>
              <a:gd name="connsiteX179" fmla="*/ 3872675 w 5487431"/>
              <a:gd name="connsiteY179" fmla="*/ 11016 h 505330"/>
              <a:gd name="connsiteX180" fmla="*/ 2730110 w 5487431"/>
              <a:gd name="connsiteY180" fmla="*/ 454864 h 505330"/>
              <a:gd name="connsiteX181" fmla="*/ 2622029 w 5487431"/>
              <a:gd name="connsiteY181" fmla="*/ 343761 h 505330"/>
              <a:gd name="connsiteX182" fmla="*/ 2664557 w 5487431"/>
              <a:gd name="connsiteY182" fmla="*/ 256102 h 505330"/>
              <a:gd name="connsiteX183" fmla="*/ 2822208 w 5487431"/>
              <a:gd name="connsiteY183" fmla="*/ 426617 h 505330"/>
              <a:gd name="connsiteX184" fmla="*/ 2730110 w 5487431"/>
              <a:gd name="connsiteY184" fmla="*/ 454864 h 505330"/>
              <a:gd name="connsiteX185" fmla="*/ 2883575 w 5487431"/>
              <a:gd name="connsiteY185" fmla="*/ 369936 h 505330"/>
              <a:gd name="connsiteX186" fmla="*/ 2746856 w 5487431"/>
              <a:gd name="connsiteY186" fmla="*/ 220794 h 505330"/>
              <a:gd name="connsiteX187" fmla="*/ 2814502 w 5487431"/>
              <a:gd name="connsiteY187" fmla="*/ 207706 h 505330"/>
              <a:gd name="connsiteX188" fmla="*/ 2905838 w 5487431"/>
              <a:gd name="connsiteY188" fmla="*/ 296118 h 505330"/>
              <a:gd name="connsiteX189" fmla="*/ 2883575 w 5487431"/>
              <a:gd name="connsiteY189" fmla="*/ 369936 h 505330"/>
              <a:gd name="connsiteX190" fmla="*/ 2728017 w 5487431"/>
              <a:gd name="connsiteY190" fmla="*/ 200833 h 505330"/>
              <a:gd name="connsiteX191" fmla="*/ 2698047 w 5487431"/>
              <a:gd name="connsiteY191" fmla="*/ 167690 h 505330"/>
              <a:gd name="connsiteX192" fmla="*/ 2663891 w 5487431"/>
              <a:gd name="connsiteY192" fmla="*/ 99334 h 505330"/>
              <a:gd name="connsiteX193" fmla="*/ 2730110 w 5487431"/>
              <a:gd name="connsiteY193" fmla="*/ 36532 h 505330"/>
              <a:gd name="connsiteX194" fmla="*/ 2795664 w 5487431"/>
              <a:gd name="connsiteY194" fmla="*/ 102817 h 505330"/>
              <a:gd name="connsiteX195" fmla="*/ 2728017 w 5487431"/>
              <a:gd name="connsiteY195" fmla="*/ 200833 h 505330"/>
              <a:gd name="connsiteX196" fmla="*/ 2732204 w 5487431"/>
              <a:gd name="connsiteY196" fmla="*/ 0 h 505330"/>
              <a:gd name="connsiteX197" fmla="*/ 2588539 w 5487431"/>
              <a:gd name="connsiteY197" fmla="*/ 119389 h 505330"/>
              <a:gd name="connsiteX198" fmla="*/ 2644387 w 5487431"/>
              <a:gd name="connsiteY198" fmla="*/ 234635 h 505330"/>
              <a:gd name="connsiteX199" fmla="*/ 2645053 w 5487431"/>
              <a:gd name="connsiteY199" fmla="*/ 236047 h 505330"/>
              <a:gd name="connsiteX200" fmla="*/ 2545344 w 5487431"/>
              <a:gd name="connsiteY200" fmla="*/ 374832 h 505330"/>
              <a:gd name="connsiteX201" fmla="*/ 2685584 w 5487431"/>
              <a:gd name="connsiteY201" fmla="*/ 505331 h 505330"/>
              <a:gd name="connsiteX202" fmla="*/ 2843235 w 5487431"/>
              <a:gd name="connsiteY202" fmla="*/ 449403 h 505330"/>
              <a:gd name="connsiteX203" fmla="*/ 2885097 w 5487431"/>
              <a:gd name="connsiteY203" fmla="*/ 494315 h 505330"/>
              <a:gd name="connsiteX204" fmla="*/ 2994606 w 5487431"/>
              <a:gd name="connsiteY204" fmla="*/ 494315 h 505330"/>
              <a:gd name="connsiteX205" fmla="*/ 2994606 w 5487431"/>
              <a:gd name="connsiteY205" fmla="*/ 490831 h 505330"/>
              <a:gd name="connsiteX206" fmla="*/ 2905363 w 5487431"/>
              <a:gd name="connsiteY206" fmla="*/ 393474 h 505330"/>
              <a:gd name="connsiteX207" fmla="*/ 2964637 w 5487431"/>
              <a:gd name="connsiteY207" fmla="*/ 258833 h 505330"/>
              <a:gd name="connsiteX208" fmla="*/ 2873300 w 5487431"/>
              <a:gd name="connsiteY208" fmla="*/ 171174 h 505330"/>
              <a:gd name="connsiteX209" fmla="*/ 2789574 w 5487431"/>
              <a:gd name="connsiteY209" fmla="*/ 187745 h 505330"/>
              <a:gd name="connsiteX210" fmla="*/ 2788147 w 5487431"/>
              <a:gd name="connsiteY210" fmla="*/ 185015 h 505330"/>
              <a:gd name="connsiteX211" fmla="*/ 2863500 w 5487431"/>
              <a:gd name="connsiteY211" fmla="*/ 93873 h 505330"/>
              <a:gd name="connsiteX212" fmla="*/ 2732204 w 5487431"/>
              <a:gd name="connsiteY212" fmla="*/ 0 h 50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5487431" h="505330">
                <a:moveTo>
                  <a:pt x="542692" y="463149"/>
                </a:moveTo>
                <a:cubicBezTo>
                  <a:pt x="488937" y="463149"/>
                  <a:pt x="458967" y="412776"/>
                  <a:pt x="458967" y="321634"/>
                </a:cubicBezTo>
                <a:cubicBezTo>
                  <a:pt x="458967" y="229080"/>
                  <a:pt x="488937" y="180119"/>
                  <a:pt x="542692" y="180119"/>
                </a:cubicBezTo>
                <a:cubicBezTo>
                  <a:pt x="596448" y="180119"/>
                  <a:pt x="626417" y="229833"/>
                  <a:pt x="626417" y="321634"/>
                </a:cubicBezTo>
                <a:cubicBezTo>
                  <a:pt x="626322" y="414189"/>
                  <a:pt x="596352" y="463149"/>
                  <a:pt x="542692" y="463149"/>
                </a:cubicBezTo>
                <a:moveTo>
                  <a:pt x="542692" y="142174"/>
                </a:moveTo>
                <a:cubicBezTo>
                  <a:pt x="433183" y="142174"/>
                  <a:pt x="372482" y="222959"/>
                  <a:pt x="372482" y="321634"/>
                </a:cubicBezTo>
                <a:cubicBezTo>
                  <a:pt x="372482" y="420309"/>
                  <a:pt x="433183" y="501094"/>
                  <a:pt x="542692" y="501094"/>
                </a:cubicBezTo>
                <a:cubicBezTo>
                  <a:pt x="652201" y="501094"/>
                  <a:pt x="712902" y="420309"/>
                  <a:pt x="712902" y="321634"/>
                </a:cubicBezTo>
                <a:cubicBezTo>
                  <a:pt x="712902" y="222959"/>
                  <a:pt x="652201" y="142174"/>
                  <a:pt x="542692" y="142174"/>
                </a:cubicBezTo>
                <a:moveTo>
                  <a:pt x="1303641" y="142174"/>
                </a:moveTo>
                <a:cubicBezTo>
                  <a:pt x="1251979" y="142174"/>
                  <a:pt x="1223436" y="164301"/>
                  <a:pt x="1207357" y="192547"/>
                </a:cubicBezTo>
                <a:lnTo>
                  <a:pt x="1203170" y="192547"/>
                </a:lnTo>
                <a:lnTo>
                  <a:pt x="1203170" y="149048"/>
                </a:lnTo>
                <a:lnTo>
                  <a:pt x="1120872" y="149048"/>
                </a:lnTo>
                <a:lnTo>
                  <a:pt x="1120872" y="494221"/>
                </a:lnTo>
                <a:lnTo>
                  <a:pt x="1203170" y="494221"/>
                </a:lnTo>
                <a:lnTo>
                  <a:pt x="1203170" y="271261"/>
                </a:lnTo>
                <a:cubicBezTo>
                  <a:pt x="1203170" y="220229"/>
                  <a:pt x="1229715" y="190476"/>
                  <a:pt x="1272244" y="190476"/>
                </a:cubicBezTo>
                <a:cubicBezTo>
                  <a:pt x="1313440" y="190476"/>
                  <a:pt x="1331518" y="217404"/>
                  <a:pt x="1331518" y="258173"/>
                </a:cubicBezTo>
                <a:lnTo>
                  <a:pt x="1331518" y="494221"/>
                </a:lnTo>
                <a:lnTo>
                  <a:pt x="1413816" y="494221"/>
                </a:lnTo>
                <a:lnTo>
                  <a:pt x="1413816" y="257420"/>
                </a:lnTo>
                <a:cubicBezTo>
                  <a:pt x="1413911" y="186333"/>
                  <a:pt x="1376234" y="142174"/>
                  <a:pt x="1303641" y="142174"/>
                </a:cubicBezTo>
                <a:moveTo>
                  <a:pt x="1600771" y="142174"/>
                </a:moveTo>
                <a:cubicBezTo>
                  <a:pt x="1524752" y="142174"/>
                  <a:pt x="1467571" y="173905"/>
                  <a:pt x="1467571" y="241602"/>
                </a:cubicBezTo>
                <a:cubicBezTo>
                  <a:pt x="1467571" y="298943"/>
                  <a:pt x="1507341" y="330014"/>
                  <a:pt x="1551962" y="341030"/>
                </a:cubicBezTo>
                <a:lnTo>
                  <a:pt x="1621702" y="358260"/>
                </a:lnTo>
                <a:cubicBezTo>
                  <a:pt x="1658712" y="367205"/>
                  <a:pt x="1675457" y="380387"/>
                  <a:pt x="1675457" y="409387"/>
                </a:cubicBezTo>
                <a:cubicBezTo>
                  <a:pt x="1675457" y="444601"/>
                  <a:pt x="1650340" y="464656"/>
                  <a:pt x="1606384" y="464656"/>
                </a:cubicBezTo>
                <a:cubicBezTo>
                  <a:pt x="1558908" y="464656"/>
                  <a:pt x="1534551" y="441870"/>
                  <a:pt x="1526845" y="384624"/>
                </a:cubicBezTo>
                <a:lnTo>
                  <a:pt x="1452919" y="405338"/>
                </a:lnTo>
                <a:cubicBezTo>
                  <a:pt x="1457106" y="464750"/>
                  <a:pt x="1512954" y="501282"/>
                  <a:pt x="1597345" y="501282"/>
                </a:cubicBezTo>
                <a:cubicBezTo>
                  <a:pt x="1691536" y="501282"/>
                  <a:pt x="1742438" y="457782"/>
                  <a:pt x="1742438" y="388767"/>
                </a:cubicBezTo>
                <a:cubicBezTo>
                  <a:pt x="1742438" y="323894"/>
                  <a:pt x="1697055" y="296965"/>
                  <a:pt x="1649674" y="285196"/>
                </a:cubicBezTo>
                <a:lnTo>
                  <a:pt x="1582693" y="268625"/>
                </a:lnTo>
                <a:cubicBezTo>
                  <a:pt x="1549203" y="260339"/>
                  <a:pt x="1534551" y="245180"/>
                  <a:pt x="1534551" y="223054"/>
                </a:cubicBezTo>
                <a:cubicBezTo>
                  <a:pt x="1534551" y="195466"/>
                  <a:pt x="1558242" y="178895"/>
                  <a:pt x="1593825" y="178895"/>
                </a:cubicBezTo>
                <a:cubicBezTo>
                  <a:pt x="1635688" y="178895"/>
                  <a:pt x="1661471" y="201680"/>
                  <a:pt x="1664992" y="245180"/>
                </a:cubicBezTo>
                <a:lnTo>
                  <a:pt x="1734731" y="224466"/>
                </a:lnTo>
                <a:cubicBezTo>
                  <a:pt x="1726358" y="175976"/>
                  <a:pt x="1678216" y="142174"/>
                  <a:pt x="1600771" y="142174"/>
                </a:cubicBezTo>
                <a:moveTo>
                  <a:pt x="1946803" y="463149"/>
                </a:moveTo>
                <a:cubicBezTo>
                  <a:pt x="1893048" y="463149"/>
                  <a:pt x="1863078" y="412776"/>
                  <a:pt x="1863078" y="321634"/>
                </a:cubicBezTo>
                <a:cubicBezTo>
                  <a:pt x="1863078" y="229080"/>
                  <a:pt x="1893048" y="180119"/>
                  <a:pt x="1946803" y="180119"/>
                </a:cubicBezTo>
                <a:cubicBezTo>
                  <a:pt x="2000559" y="180119"/>
                  <a:pt x="2030529" y="229833"/>
                  <a:pt x="2030529" y="321634"/>
                </a:cubicBezTo>
                <a:cubicBezTo>
                  <a:pt x="2030529" y="414189"/>
                  <a:pt x="2000464" y="463149"/>
                  <a:pt x="1946803" y="463149"/>
                </a:cubicBezTo>
                <a:moveTo>
                  <a:pt x="1946803" y="142174"/>
                </a:moveTo>
                <a:cubicBezTo>
                  <a:pt x="1837294" y="142174"/>
                  <a:pt x="1776594" y="222959"/>
                  <a:pt x="1776594" y="321634"/>
                </a:cubicBezTo>
                <a:cubicBezTo>
                  <a:pt x="1776594" y="420309"/>
                  <a:pt x="1837294" y="501094"/>
                  <a:pt x="1946803" y="501094"/>
                </a:cubicBezTo>
                <a:cubicBezTo>
                  <a:pt x="2056312" y="501094"/>
                  <a:pt x="2117013" y="420309"/>
                  <a:pt x="2117013" y="321634"/>
                </a:cubicBezTo>
                <a:cubicBezTo>
                  <a:pt x="2117013" y="222959"/>
                  <a:pt x="2056312" y="142174"/>
                  <a:pt x="1946803" y="142174"/>
                </a:cubicBezTo>
                <a:moveTo>
                  <a:pt x="2348590" y="142174"/>
                </a:moveTo>
                <a:cubicBezTo>
                  <a:pt x="2296927" y="142174"/>
                  <a:pt x="2268385" y="164301"/>
                  <a:pt x="2252306" y="192547"/>
                </a:cubicBezTo>
                <a:lnTo>
                  <a:pt x="2248119" y="192547"/>
                </a:lnTo>
                <a:lnTo>
                  <a:pt x="2248119" y="149048"/>
                </a:lnTo>
                <a:lnTo>
                  <a:pt x="2165821" y="149048"/>
                </a:lnTo>
                <a:lnTo>
                  <a:pt x="2165821" y="494221"/>
                </a:lnTo>
                <a:lnTo>
                  <a:pt x="2248119" y="494221"/>
                </a:lnTo>
                <a:lnTo>
                  <a:pt x="2248119" y="271261"/>
                </a:lnTo>
                <a:cubicBezTo>
                  <a:pt x="2248119" y="220229"/>
                  <a:pt x="2274664" y="190476"/>
                  <a:pt x="2317193" y="190476"/>
                </a:cubicBezTo>
                <a:cubicBezTo>
                  <a:pt x="2358389" y="190476"/>
                  <a:pt x="2376466" y="217404"/>
                  <a:pt x="2376466" y="258173"/>
                </a:cubicBezTo>
                <a:lnTo>
                  <a:pt x="2376466" y="494221"/>
                </a:lnTo>
                <a:lnTo>
                  <a:pt x="2458764" y="494221"/>
                </a:lnTo>
                <a:lnTo>
                  <a:pt x="2458764" y="257420"/>
                </a:lnTo>
                <a:cubicBezTo>
                  <a:pt x="2458764" y="186333"/>
                  <a:pt x="2421088" y="142174"/>
                  <a:pt x="2348590" y="142174"/>
                </a:cubicBezTo>
                <a:moveTo>
                  <a:pt x="3571359" y="463149"/>
                </a:moveTo>
                <a:cubicBezTo>
                  <a:pt x="3517604" y="463149"/>
                  <a:pt x="3487634" y="412776"/>
                  <a:pt x="3487634" y="321634"/>
                </a:cubicBezTo>
                <a:cubicBezTo>
                  <a:pt x="3487634" y="229080"/>
                  <a:pt x="3517604" y="180119"/>
                  <a:pt x="3571359" y="180119"/>
                </a:cubicBezTo>
                <a:cubicBezTo>
                  <a:pt x="3625115" y="180119"/>
                  <a:pt x="3655085" y="229833"/>
                  <a:pt x="3655085" y="321634"/>
                </a:cubicBezTo>
                <a:cubicBezTo>
                  <a:pt x="3655085" y="414189"/>
                  <a:pt x="3625020" y="463149"/>
                  <a:pt x="3571359" y="463149"/>
                </a:cubicBezTo>
                <a:moveTo>
                  <a:pt x="3571359" y="142174"/>
                </a:moveTo>
                <a:cubicBezTo>
                  <a:pt x="3461850" y="142174"/>
                  <a:pt x="3401150" y="222959"/>
                  <a:pt x="3401150" y="321634"/>
                </a:cubicBezTo>
                <a:cubicBezTo>
                  <a:pt x="3401150" y="420309"/>
                  <a:pt x="3461850" y="501094"/>
                  <a:pt x="3571359" y="501094"/>
                </a:cubicBezTo>
                <a:cubicBezTo>
                  <a:pt x="3680868" y="501094"/>
                  <a:pt x="3741569" y="420309"/>
                  <a:pt x="3741569" y="321634"/>
                </a:cubicBezTo>
                <a:cubicBezTo>
                  <a:pt x="3741569" y="222959"/>
                  <a:pt x="3680868" y="142174"/>
                  <a:pt x="3571359" y="142174"/>
                </a:cubicBezTo>
                <a:moveTo>
                  <a:pt x="4332308" y="142174"/>
                </a:moveTo>
                <a:cubicBezTo>
                  <a:pt x="4280646" y="142174"/>
                  <a:pt x="4252103" y="164301"/>
                  <a:pt x="4236024" y="192547"/>
                </a:cubicBezTo>
                <a:lnTo>
                  <a:pt x="4231838" y="192547"/>
                </a:lnTo>
                <a:lnTo>
                  <a:pt x="4231838" y="149048"/>
                </a:lnTo>
                <a:lnTo>
                  <a:pt x="4149539" y="149048"/>
                </a:lnTo>
                <a:lnTo>
                  <a:pt x="4149539" y="494221"/>
                </a:lnTo>
                <a:lnTo>
                  <a:pt x="4231838" y="494221"/>
                </a:lnTo>
                <a:lnTo>
                  <a:pt x="4231838" y="271261"/>
                </a:lnTo>
                <a:cubicBezTo>
                  <a:pt x="4231838" y="220229"/>
                  <a:pt x="4258383" y="190476"/>
                  <a:pt x="4300911" y="190476"/>
                </a:cubicBezTo>
                <a:cubicBezTo>
                  <a:pt x="4342108" y="190476"/>
                  <a:pt x="4360185" y="217404"/>
                  <a:pt x="4360185" y="258173"/>
                </a:cubicBezTo>
                <a:lnTo>
                  <a:pt x="4360185" y="494221"/>
                </a:lnTo>
                <a:lnTo>
                  <a:pt x="4442483" y="494221"/>
                </a:lnTo>
                <a:lnTo>
                  <a:pt x="4442483" y="257420"/>
                </a:lnTo>
                <a:cubicBezTo>
                  <a:pt x="4442578" y="186333"/>
                  <a:pt x="4404902" y="142174"/>
                  <a:pt x="4332308" y="142174"/>
                </a:cubicBezTo>
                <a:moveTo>
                  <a:pt x="4629533" y="142174"/>
                </a:moveTo>
                <a:cubicBezTo>
                  <a:pt x="4553514" y="142174"/>
                  <a:pt x="4496334" y="173905"/>
                  <a:pt x="4496334" y="241602"/>
                </a:cubicBezTo>
                <a:cubicBezTo>
                  <a:pt x="4496334" y="298943"/>
                  <a:pt x="4536103" y="330014"/>
                  <a:pt x="4580725" y="341030"/>
                </a:cubicBezTo>
                <a:lnTo>
                  <a:pt x="4650464" y="358260"/>
                </a:lnTo>
                <a:cubicBezTo>
                  <a:pt x="4687475" y="367205"/>
                  <a:pt x="4704220" y="380387"/>
                  <a:pt x="4704220" y="409387"/>
                </a:cubicBezTo>
                <a:cubicBezTo>
                  <a:pt x="4704220" y="444601"/>
                  <a:pt x="4679102" y="464656"/>
                  <a:pt x="4635146" y="464656"/>
                </a:cubicBezTo>
                <a:cubicBezTo>
                  <a:pt x="4587670" y="464656"/>
                  <a:pt x="4563314" y="441870"/>
                  <a:pt x="4555607" y="384624"/>
                </a:cubicBezTo>
                <a:lnTo>
                  <a:pt x="4481682" y="405338"/>
                </a:lnTo>
                <a:cubicBezTo>
                  <a:pt x="4485868" y="464750"/>
                  <a:pt x="4541716" y="501282"/>
                  <a:pt x="4626108" y="501282"/>
                </a:cubicBezTo>
                <a:cubicBezTo>
                  <a:pt x="4720299" y="501282"/>
                  <a:pt x="4771200" y="457782"/>
                  <a:pt x="4771200" y="388767"/>
                </a:cubicBezTo>
                <a:cubicBezTo>
                  <a:pt x="4771200" y="323894"/>
                  <a:pt x="4725817" y="296965"/>
                  <a:pt x="4678436" y="285196"/>
                </a:cubicBezTo>
                <a:lnTo>
                  <a:pt x="4611456" y="268625"/>
                </a:lnTo>
                <a:cubicBezTo>
                  <a:pt x="4577966" y="260339"/>
                  <a:pt x="4563314" y="245180"/>
                  <a:pt x="4563314" y="223054"/>
                </a:cubicBezTo>
                <a:cubicBezTo>
                  <a:pt x="4563314" y="195466"/>
                  <a:pt x="4587004" y="178895"/>
                  <a:pt x="4622588" y="178895"/>
                </a:cubicBezTo>
                <a:cubicBezTo>
                  <a:pt x="4664450" y="178895"/>
                  <a:pt x="4690234" y="201680"/>
                  <a:pt x="4693754" y="245180"/>
                </a:cubicBezTo>
                <a:lnTo>
                  <a:pt x="4763493" y="224466"/>
                </a:lnTo>
                <a:cubicBezTo>
                  <a:pt x="4755026" y="175976"/>
                  <a:pt x="4706884" y="142174"/>
                  <a:pt x="4629533" y="142174"/>
                </a:cubicBezTo>
                <a:moveTo>
                  <a:pt x="4975471" y="463149"/>
                </a:moveTo>
                <a:cubicBezTo>
                  <a:pt x="4921715" y="463149"/>
                  <a:pt x="4891745" y="412776"/>
                  <a:pt x="4891745" y="321634"/>
                </a:cubicBezTo>
                <a:cubicBezTo>
                  <a:pt x="4891745" y="229080"/>
                  <a:pt x="4921715" y="180119"/>
                  <a:pt x="4975471" y="180119"/>
                </a:cubicBezTo>
                <a:cubicBezTo>
                  <a:pt x="5029226" y="180119"/>
                  <a:pt x="5059196" y="229833"/>
                  <a:pt x="5059196" y="321634"/>
                </a:cubicBezTo>
                <a:cubicBezTo>
                  <a:pt x="5059196" y="414189"/>
                  <a:pt x="5029131" y="463149"/>
                  <a:pt x="4975471" y="463149"/>
                </a:cubicBezTo>
                <a:moveTo>
                  <a:pt x="4975471" y="142174"/>
                </a:moveTo>
                <a:cubicBezTo>
                  <a:pt x="4865962" y="142174"/>
                  <a:pt x="4805261" y="222959"/>
                  <a:pt x="4805261" y="321634"/>
                </a:cubicBezTo>
                <a:cubicBezTo>
                  <a:pt x="4805261" y="420309"/>
                  <a:pt x="4865962" y="501094"/>
                  <a:pt x="4975471" y="501094"/>
                </a:cubicBezTo>
                <a:cubicBezTo>
                  <a:pt x="5084980" y="501094"/>
                  <a:pt x="5145680" y="420309"/>
                  <a:pt x="5145680" y="321634"/>
                </a:cubicBezTo>
                <a:cubicBezTo>
                  <a:pt x="5145680" y="222959"/>
                  <a:pt x="5084980" y="142174"/>
                  <a:pt x="4975471" y="142174"/>
                </a:cubicBezTo>
                <a:moveTo>
                  <a:pt x="5377257" y="142174"/>
                </a:moveTo>
                <a:cubicBezTo>
                  <a:pt x="5325595" y="142174"/>
                  <a:pt x="5297052" y="164301"/>
                  <a:pt x="5280973" y="192547"/>
                </a:cubicBezTo>
                <a:lnTo>
                  <a:pt x="5276787" y="192547"/>
                </a:lnTo>
                <a:lnTo>
                  <a:pt x="5276787" y="149048"/>
                </a:lnTo>
                <a:lnTo>
                  <a:pt x="5194488" y="149048"/>
                </a:lnTo>
                <a:lnTo>
                  <a:pt x="5194488" y="494221"/>
                </a:lnTo>
                <a:lnTo>
                  <a:pt x="5276787" y="494221"/>
                </a:lnTo>
                <a:lnTo>
                  <a:pt x="5276787" y="271261"/>
                </a:lnTo>
                <a:cubicBezTo>
                  <a:pt x="5276787" y="220229"/>
                  <a:pt x="5303331" y="190476"/>
                  <a:pt x="5345860" y="190476"/>
                </a:cubicBezTo>
                <a:cubicBezTo>
                  <a:pt x="5387057" y="190476"/>
                  <a:pt x="5405134" y="217404"/>
                  <a:pt x="5405134" y="258173"/>
                </a:cubicBezTo>
                <a:lnTo>
                  <a:pt x="5405134" y="494221"/>
                </a:lnTo>
                <a:lnTo>
                  <a:pt x="5487432" y="494221"/>
                </a:lnTo>
                <a:lnTo>
                  <a:pt x="5487432" y="257420"/>
                </a:lnTo>
                <a:cubicBezTo>
                  <a:pt x="5487432" y="186333"/>
                  <a:pt x="5449755" y="142174"/>
                  <a:pt x="5377257" y="142174"/>
                </a:cubicBezTo>
                <a:moveTo>
                  <a:pt x="323674" y="11016"/>
                </a:moveTo>
                <a:lnTo>
                  <a:pt x="237190" y="11016"/>
                </a:lnTo>
                <a:lnTo>
                  <a:pt x="237190" y="367864"/>
                </a:lnTo>
                <a:cubicBezTo>
                  <a:pt x="237190" y="425864"/>
                  <a:pt x="214831" y="460325"/>
                  <a:pt x="161837" y="460325"/>
                </a:cubicBezTo>
                <a:cubicBezTo>
                  <a:pt x="109509" y="460325"/>
                  <a:pt x="86484" y="423698"/>
                  <a:pt x="86484" y="360897"/>
                </a:cubicBezTo>
                <a:lnTo>
                  <a:pt x="86484" y="294612"/>
                </a:lnTo>
                <a:lnTo>
                  <a:pt x="0" y="315985"/>
                </a:lnTo>
                <a:lnTo>
                  <a:pt x="0" y="345644"/>
                </a:lnTo>
                <a:cubicBezTo>
                  <a:pt x="0" y="436033"/>
                  <a:pt x="45383" y="505143"/>
                  <a:pt x="161837" y="505143"/>
                </a:cubicBezTo>
                <a:cubicBezTo>
                  <a:pt x="278291" y="505143"/>
                  <a:pt x="323674" y="436127"/>
                  <a:pt x="323674" y="345644"/>
                </a:cubicBezTo>
                <a:lnTo>
                  <a:pt x="323674" y="11016"/>
                </a:lnTo>
                <a:moveTo>
                  <a:pt x="844008" y="11016"/>
                </a:moveTo>
                <a:lnTo>
                  <a:pt x="761710" y="11016"/>
                </a:lnTo>
                <a:lnTo>
                  <a:pt x="761710" y="494221"/>
                </a:lnTo>
                <a:lnTo>
                  <a:pt x="844008" y="494221"/>
                </a:lnTo>
                <a:lnTo>
                  <a:pt x="844008" y="271261"/>
                </a:lnTo>
                <a:cubicBezTo>
                  <a:pt x="844008" y="220229"/>
                  <a:pt x="870553" y="190476"/>
                  <a:pt x="913081" y="190476"/>
                </a:cubicBezTo>
                <a:cubicBezTo>
                  <a:pt x="954278" y="190476"/>
                  <a:pt x="972355" y="217404"/>
                  <a:pt x="972355" y="258173"/>
                </a:cubicBezTo>
                <a:lnTo>
                  <a:pt x="972355" y="494221"/>
                </a:lnTo>
                <a:lnTo>
                  <a:pt x="1054653" y="494221"/>
                </a:lnTo>
                <a:lnTo>
                  <a:pt x="1054653" y="257420"/>
                </a:lnTo>
                <a:cubicBezTo>
                  <a:pt x="1054653" y="186333"/>
                  <a:pt x="1016977" y="142174"/>
                  <a:pt x="944478" y="142174"/>
                </a:cubicBezTo>
                <a:cubicBezTo>
                  <a:pt x="892816" y="142174"/>
                  <a:pt x="864273" y="164301"/>
                  <a:pt x="848194" y="192547"/>
                </a:cubicBezTo>
                <a:lnTo>
                  <a:pt x="844008" y="192547"/>
                </a:lnTo>
                <a:lnTo>
                  <a:pt x="844008" y="11016"/>
                </a:lnTo>
                <a:moveTo>
                  <a:pt x="3352342" y="11016"/>
                </a:moveTo>
                <a:lnTo>
                  <a:pt x="3265857" y="11016"/>
                </a:lnTo>
                <a:lnTo>
                  <a:pt x="3265857" y="367864"/>
                </a:lnTo>
                <a:cubicBezTo>
                  <a:pt x="3265857" y="425864"/>
                  <a:pt x="3243499" y="460325"/>
                  <a:pt x="3190504" y="460325"/>
                </a:cubicBezTo>
                <a:cubicBezTo>
                  <a:pt x="3138176" y="460325"/>
                  <a:pt x="3115152" y="423698"/>
                  <a:pt x="3115152" y="360897"/>
                </a:cubicBezTo>
                <a:lnTo>
                  <a:pt x="3115152" y="294612"/>
                </a:lnTo>
                <a:lnTo>
                  <a:pt x="3028667" y="315985"/>
                </a:lnTo>
                <a:lnTo>
                  <a:pt x="3028667" y="345644"/>
                </a:lnTo>
                <a:cubicBezTo>
                  <a:pt x="3028667" y="436033"/>
                  <a:pt x="3074050" y="505143"/>
                  <a:pt x="3190504" y="505143"/>
                </a:cubicBezTo>
                <a:cubicBezTo>
                  <a:pt x="3306959" y="505143"/>
                  <a:pt x="3352342" y="436127"/>
                  <a:pt x="3352342" y="345644"/>
                </a:cubicBezTo>
                <a:lnTo>
                  <a:pt x="3352342" y="11016"/>
                </a:lnTo>
                <a:moveTo>
                  <a:pt x="3872675" y="11016"/>
                </a:moveTo>
                <a:lnTo>
                  <a:pt x="3790377" y="11016"/>
                </a:lnTo>
                <a:lnTo>
                  <a:pt x="3790377" y="494221"/>
                </a:lnTo>
                <a:lnTo>
                  <a:pt x="3872675" y="494221"/>
                </a:lnTo>
                <a:lnTo>
                  <a:pt x="3872675" y="271261"/>
                </a:lnTo>
                <a:cubicBezTo>
                  <a:pt x="3872675" y="220229"/>
                  <a:pt x="3899220" y="190476"/>
                  <a:pt x="3941749" y="190476"/>
                </a:cubicBezTo>
                <a:cubicBezTo>
                  <a:pt x="3982945" y="190476"/>
                  <a:pt x="4001022" y="217404"/>
                  <a:pt x="4001022" y="258173"/>
                </a:cubicBezTo>
                <a:lnTo>
                  <a:pt x="4001022" y="494221"/>
                </a:lnTo>
                <a:lnTo>
                  <a:pt x="4083320" y="494221"/>
                </a:lnTo>
                <a:lnTo>
                  <a:pt x="4083320" y="257420"/>
                </a:lnTo>
                <a:cubicBezTo>
                  <a:pt x="4083320" y="186333"/>
                  <a:pt x="4045644" y="142174"/>
                  <a:pt x="3973146" y="142174"/>
                </a:cubicBezTo>
                <a:cubicBezTo>
                  <a:pt x="3921483" y="142174"/>
                  <a:pt x="3892941" y="164301"/>
                  <a:pt x="3876861" y="192547"/>
                </a:cubicBezTo>
                <a:lnTo>
                  <a:pt x="3872675" y="192547"/>
                </a:lnTo>
                <a:lnTo>
                  <a:pt x="3872675" y="11016"/>
                </a:lnTo>
                <a:moveTo>
                  <a:pt x="2730110" y="454864"/>
                </a:moveTo>
                <a:cubicBezTo>
                  <a:pt x="2663130" y="454864"/>
                  <a:pt x="2622029" y="401007"/>
                  <a:pt x="2622029" y="343761"/>
                </a:cubicBezTo>
                <a:cubicBezTo>
                  <a:pt x="2622029" y="307887"/>
                  <a:pt x="2638108" y="274745"/>
                  <a:pt x="2664557" y="256102"/>
                </a:cubicBezTo>
                <a:lnTo>
                  <a:pt x="2822208" y="426617"/>
                </a:lnTo>
                <a:cubicBezTo>
                  <a:pt x="2792904" y="443848"/>
                  <a:pt x="2760080" y="454864"/>
                  <a:pt x="2730110" y="454864"/>
                </a:cubicBezTo>
                <a:moveTo>
                  <a:pt x="2883575" y="369936"/>
                </a:moveTo>
                <a:lnTo>
                  <a:pt x="2746856" y="220794"/>
                </a:lnTo>
                <a:cubicBezTo>
                  <a:pt x="2771307" y="211096"/>
                  <a:pt x="2794998" y="207706"/>
                  <a:pt x="2814502" y="207706"/>
                </a:cubicBezTo>
                <a:cubicBezTo>
                  <a:pt x="2871016" y="207706"/>
                  <a:pt x="2905838" y="240190"/>
                  <a:pt x="2905838" y="296118"/>
                </a:cubicBezTo>
                <a:cubicBezTo>
                  <a:pt x="2905934" y="320975"/>
                  <a:pt x="2898893" y="346491"/>
                  <a:pt x="2883575" y="369936"/>
                </a:cubicBezTo>
                <a:moveTo>
                  <a:pt x="2728017" y="200833"/>
                </a:moveTo>
                <a:lnTo>
                  <a:pt x="2698047" y="167690"/>
                </a:lnTo>
                <a:cubicBezTo>
                  <a:pt x="2671503" y="138691"/>
                  <a:pt x="2663891" y="120707"/>
                  <a:pt x="2663891" y="99334"/>
                </a:cubicBezTo>
                <a:cubicBezTo>
                  <a:pt x="2663891" y="59318"/>
                  <a:pt x="2689675" y="36532"/>
                  <a:pt x="2730110" y="36532"/>
                </a:cubicBezTo>
                <a:cubicBezTo>
                  <a:pt x="2771307" y="36532"/>
                  <a:pt x="2795664" y="59977"/>
                  <a:pt x="2795664" y="102817"/>
                </a:cubicBezTo>
                <a:cubicBezTo>
                  <a:pt x="2795664" y="142174"/>
                  <a:pt x="2776159" y="179460"/>
                  <a:pt x="2728017" y="200833"/>
                </a:cubicBezTo>
                <a:moveTo>
                  <a:pt x="2732204" y="0"/>
                </a:moveTo>
                <a:cubicBezTo>
                  <a:pt x="2635920" y="0"/>
                  <a:pt x="2588539" y="53198"/>
                  <a:pt x="2588539" y="119389"/>
                </a:cubicBezTo>
                <a:cubicBezTo>
                  <a:pt x="2588539" y="155262"/>
                  <a:pt x="2603857" y="191229"/>
                  <a:pt x="2644387" y="234635"/>
                </a:cubicBezTo>
                <a:lnTo>
                  <a:pt x="2645053" y="236047"/>
                </a:lnTo>
                <a:cubicBezTo>
                  <a:pt x="2576741" y="268531"/>
                  <a:pt x="2545344" y="320975"/>
                  <a:pt x="2545344" y="374832"/>
                </a:cubicBezTo>
                <a:cubicBezTo>
                  <a:pt x="2545344" y="445919"/>
                  <a:pt x="2600432" y="505331"/>
                  <a:pt x="2685584" y="505331"/>
                </a:cubicBezTo>
                <a:cubicBezTo>
                  <a:pt x="2734392" y="505331"/>
                  <a:pt x="2791573" y="485276"/>
                  <a:pt x="2843235" y="449403"/>
                </a:cubicBezTo>
                <a:lnTo>
                  <a:pt x="2885097" y="494315"/>
                </a:lnTo>
                <a:lnTo>
                  <a:pt x="2994606" y="494315"/>
                </a:lnTo>
                <a:lnTo>
                  <a:pt x="2994606" y="490831"/>
                </a:lnTo>
                <a:lnTo>
                  <a:pt x="2905363" y="393474"/>
                </a:lnTo>
                <a:cubicBezTo>
                  <a:pt x="2943039" y="349316"/>
                  <a:pt x="2964637" y="301014"/>
                  <a:pt x="2964637" y="258833"/>
                </a:cubicBezTo>
                <a:cubicBezTo>
                  <a:pt x="2964637" y="206388"/>
                  <a:pt x="2929053" y="171174"/>
                  <a:pt x="2873300" y="171174"/>
                </a:cubicBezTo>
                <a:cubicBezTo>
                  <a:pt x="2843996" y="171174"/>
                  <a:pt x="2811172" y="179460"/>
                  <a:pt x="2789574" y="187745"/>
                </a:cubicBezTo>
                <a:lnTo>
                  <a:pt x="2788147" y="185015"/>
                </a:lnTo>
                <a:cubicBezTo>
                  <a:pt x="2841142" y="156674"/>
                  <a:pt x="2863500" y="130499"/>
                  <a:pt x="2863500" y="93873"/>
                </a:cubicBezTo>
                <a:cubicBezTo>
                  <a:pt x="2863310" y="41428"/>
                  <a:pt x="2815929" y="0"/>
                  <a:pt x="2732204" y="0"/>
                </a:cubicBezTo>
              </a:path>
            </a:pathLst>
          </a:custGeom>
          <a:solidFill>
            <a:schemeClr val="bg1"/>
          </a:solidFill>
          <a:ln w="9509" cap="flat">
            <a:noFill/>
            <a:prstDash val="solid"/>
            <a:miter/>
          </a:ln>
        </p:spPr>
        <p:txBody>
          <a:bodyPr rtlCol="0" anchor="ctr"/>
          <a:lstStyle/>
          <a:p>
            <a:endParaRPr lang="en-GB"/>
          </a:p>
        </p:txBody>
      </p:sp>
      <p:sp>
        <p:nvSpPr>
          <p:cNvPr id="3" name="Footer Placeholder 4">
            <a:extLst>
              <a:ext uri="{FF2B5EF4-FFF2-40B4-BE49-F238E27FC236}">
                <a16:creationId xmlns:a16="http://schemas.microsoft.com/office/drawing/2014/main" id="{5A632A4B-C5F0-D069-7A23-AD8F7633066A}"/>
              </a:ext>
            </a:extLst>
          </p:cNvPr>
          <p:cNvSpPr>
            <a:spLocks noGrp="1"/>
          </p:cNvSpPr>
          <p:nvPr>
            <p:ph type="ftr" sz="quarter" idx="3"/>
          </p:nvPr>
        </p:nvSpPr>
        <p:spPr>
          <a:xfrm>
            <a:off x="288259" y="5868000"/>
            <a:ext cx="4536000"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bg1"/>
                </a:solidFill>
                <a:latin typeface="+mn-lt"/>
              </a:defRPr>
            </a:lvl1pPr>
          </a:lstStyle>
          <a:p>
            <a:endParaRPr lang="en-US"/>
          </a:p>
        </p:txBody>
      </p:sp>
      <p:sp>
        <p:nvSpPr>
          <p:cNvPr id="8" name="Picture Placeholder 7">
            <a:extLst>
              <a:ext uri="{FF2B5EF4-FFF2-40B4-BE49-F238E27FC236}">
                <a16:creationId xmlns:a16="http://schemas.microsoft.com/office/drawing/2014/main" id="{89C7F486-1748-76DA-66A4-45ADEE59514C}"/>
              </a:ext>
            </a:extLst>
          </p:cNvPr>
          <p:cNvSpPr>
            <a:spLocks noGrp="1"/>
          </p:cNvSpPr>
          <p:nvPr>
            <p:ph type="pic" sz="quarter" idx="10" hasCustomPrompt="1"/>
          </p:nvPr>
        </p:nvSpPr>
        <p:spPr>
          <a:xfrm>
            <a:off x="5083403" y="3424232"/>
            <a:ext cx="3041422" cy="3433767"/>
          </a:xfrm>
          <a:solidFill>
            <a:schemeClr val="bg1"/>
          </a:solidFill>
        </p:spPr>
        <p:txBody>
          <a:bodyPr lIns="108000" tIns="72000" rIns="72000" bIns="72000"/>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p:txBody>
      </p:sp>
      <p:sp>
        <p:nvSpPr>
          <p:cNvPr id="10" name="Picture Placeholder 7">
            <a:extLst>
              <a:ext uri="{FF2B5EF4-FFF2-40B4-BE49-F238E27FC236}">
                <a16:creationId xmlns:a16="http://schemas.microsoft.com/office/drawing/2014/main" id="{0EB5B367-CE4D-1299-9064-51590557172E}"/>
              </a:ext>
            </a:extLst>
          </p:cNvPr>
          <p:cNvSpPr>
            <a:spLocks noGrp="1"/>
          </p:cNvSpPr>
          <p:nvPr>
            <p:ph type="pic" sz="quarter" idx="11" hasCustomPrompt="1"/>
          </p:nvPr>
        </p:nvSpPr>
        <p:spPr>
          <a:xfrm>
            <a:off x="9150578" y="0"/>
            <a:ext cx="3041422" cy="3424233"/>
          </a:xfrm>
          <a:solidFill>
            <a:schemeClr val="bg1"/>
          </a:solidFill>
        </p:spPr>
        <p:txBody>
          <a:bodyPr lIns="108000" tIns="72000" rIns="72000" bIns="72000"/>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p:txBody>
      </p:sp>
      <p:sp>
        <p:nvSpPr>
          <p:cNvPr id="4" name="TextBox 3">
            <a:extLst>
              <a:ext uri="{FF2B5EF4-FFF2-40B4-BE49-F238E27FC236}">
                <a16:creationId xmlns:a16="http://schemas.microsoft.com/office/drawing/2014/main" id="{2675294A-F352-4F1D-55FF-05A37370E17D}"/>
              </a:ext>
            </a:extLst>
          </p:cNvPr>
          <p:cNvSpPr txBox="1"/>
          <p:nvPr/>
        </p:nvSpPr>
        <p:spPr>
          <a:xfrm>
            <a:off x="8638050" y="6432550"/>
            <a:ext cx="3260725" cy="183393"/>
          </a:xfrm>
          <a:prstGeom prst="rect">
            <a:avLst/>
          </a:prstGeom>
          <a:noFill/>
        </p:spPr>
        <p:txBody>
          <a:bodyPr wrap="square" lIns="0" tIns="0" rIns="0" bIns="0" rtlCol="0" anchor="b" anchorCtr="0">
            <a:noAutofit/>
          </a:bodyPr>
          <a:lstStyle/>
          <a:p>
            <a:pPr algn="r"/>
            <a:r>
              <a:rPr lang="en-US" sz="1500" kern="1200" dirty="0">
                <a:solidFill>
                  <a:schemeClr val="bg1"/>
                </a:solidFill>
                <a:latin typeface="+mn-lt"/>
                <a:ea typeface="+mn-ea"/>
                <a:cs typeface="+mn-cs"/>
              </a:rPr>
              <a:t>Core program name</a:t>
            </a:r>
          </a:p>
        </p:txBody>
      </p:sp>
    </p:spTree>
    <p:extLst>
      <p:ext uri="{BB962C8B-B14F-4D97-AF65-F5344CB8AC3E}">
        <p14:creationId xmlns:p14="http://schemas.microsoft.com/office/powerpoint/2010/main" val="14547027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4F884-3FD9-84E8-CC94-9CD77CB020BB}"/>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D722A88F-B0B3-80C9-8D7A-965C4ADFB923}"/>
              </a:ext>
            </a:extLst>
          </p:cNvPr>
          <p:cNvSpPr>
            <a:spLocks noGrp="1"/>
          </p:cNvSpPr>
          <p:nvPr>
            <p:ph type="ftr" sz="quarter" idx="10"/>
          </p:nvPr>
        </p:nvSpPr>
        <p:spPr/>
        <p:txBody>
          <a:bodyPr/>
          <a:lstStyle/>
          <a:p>
            <a:endParaRPr lang="nl-BE"/>
          </a:p>
        </p:txBody>
      </p:sp>
      <p:sp>
        <p:nvSpPr>
          <p:cNvPr id="4" name="Slide Number Placeholder 3">
            <a:extLst>
              <a:ext uri="{FF2B5EF4-FFF2-40B4-BE49-F238E27FC236}">
                <a16:creationId xmlns:a16="http://schemas.microsoft.com/office/drawing/2014/main" id="{4A5EA338-7E26-4AE9-BDC7-E7C57F52FC5E}"/>
              </a:ext>
            </a:extLst>
          </p:cNvPr>
          <p:cNvSpPr>
            <a:spLocks noGrp="1"/>
          </p:cNvSpPr>
          <p:nvPr>
            <p:ph type="sldNum" sz="quarter" idx="11"/>
          </p:nvPr>
        </p:nvSpPr>
        <p:spPr/>
        <p:txBody>
          <a:bodyPr/>
          <a:lstStyle/>
          <a:p>
            <a:fld id="{65569C3B-1039-4A9F-828A-36D6AB311FF8}" type="slidenum">
              <a:rPr lang="nl-BE" smtClean="0"/>
              <a:t>‹#›</a:t>
            </a:fld>
            <a:endParaRPr lang="nl-BE"/>
          </a:p>
        </p:txBody>
      </p:sp>
    </p:spTree>
    <p:extLst>
      <p:ext uri="{BB962C8B-B14F-4D97-AF65-F5344CB8AC3E}">
        <p14:creationId xmlns:p14="http://schemas.microsoft.com/office/powerpoint/2010/main" val="38350414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le Slide with Panel Images - Long titles [Accessible Version]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F71E3-AC39-2207-0CC4-1E2486610795}"/>
              </a:ext>
            </a:extLst>
          </p:cNvPr>
          <p:cNvSpPr>
            <a:spLocks noGrp="1"/>
          </p:cNvSpPr>
          <p:nvPr>
            <p:ph type="ctrTitle" hasCustomPrompt="1"/>
          </p:nvPr>
        </p:nvSpPr>
        <p:spPr>
          <a:xfrm>
            <a:off x="285979" y="266955"/>
            <a:ext cx="8518155" cy="2946145"/>
          </a:xfrm>
        </p:spPr>
        <p:txBody>
          <a:bodyPr wrap="square" anchor="t">
            <a:normAutofit/>
          </a:bodyPr>
          <a:lstStyle>
            <a:lvl1pPr algn="l">
              <a:lnSpc>
                <a:spcPct val="80000"/>
              </a:lnSpc>
              <a:defRPr sz="7000" b="0" i="0" spc="0" baseline="0">
                <a:solidFill>
                  <a:schemeClr val="accent1"/>
                </a:solidFill>
                <a:latin typeface="+mj-lt"/>
              </a:defRPr>
            </a:lvl1pPr>
          </a:lstStyle>
          <a:p>
            <a:r>
              <a:rPr lang="en-GB" dirty="0"/>
              <a:t>Longer titles will shrink automatically</a:t>
            </a:r>
            <a:br>
              <a:rPr lang="en-GB" dirty="0"/>
            </a:br>
            <a:endParaRPr lang="en-GB" dirty="0"/>
          </a:p>
        </p:txBody>
      </p:sp>
      <p:sp>
        <p:nvSpPr>
          <p:cNvPr id="9" name="Subtitle 2">
            <a:extLst>
              <a:ext uri="{FF2B5EF4-FFF2-40B4-BE49-F238E27FC236}">
                <a16:creationId xmlns:a16="http://schemas.microsoft.com/office/drawing/2014/main" id="{52CA5BFA-B5A6-B786-4C05-6FD9C9E49AB2}"/>
              </a:ext>
            </a:extLst>
          </p:cNvPr>
          <p:cNvSpPr>
            <a:spLocks noGrp="1"/>
          </p:cNvSpPr>
          <p:nvPr>
            <p:ph type="subTitle" idx="1" hasCustomPrompt="1"/>
          </p:nvPr>
        </p:nvSpPr>
        <p:spPr>
          <a:xfrm>
            <a:off x="284806" y="4889500"/>
            <a:ext cx="4531034" cy="865834"/>
          </a:xfrm>
        </p:spPr>
        <p:txBody>
          <a:bodyPr anchor="b"/>
          <a:lstStyle>
            <a:lvl1pPr marL="0" indent="0" algn="l">
              <a:lnSpc>
                <a:spcPct val="100000"/>
              </a:lnSpc>
              <a:spcBef>
                <a:spcPts val="0"/>
              </a:spcBef>
              <a:spcAft>
                <a:spcPts val="0"/>
              </a:spcAft>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Supporting details. Delete if not required.</a:t>
            </a:r>
          </a:p>
        </p:txBody>
      </p:sp>
      <p:sp>
        <p:nvSpPr>
          <p:cNvPr id="7" name="Graphic 2">
            <a:extLst>
              <a:ext uri="{FF2B5EF4-FFF2-40B4-BE49-F238E27FC236}">
                <a16:creationId xmlns:a16="http://schemas.microsoft.com/office/drawing/2014/main" id="{6FE39920-28CC-4C37-EC19-6F2C7A632392}"/>
              </a:ext>
            </a:extLst>
          </p:cNvPr>
          <p:cNvSpPr>
            <a:spLocks noChangeAspect="1"/>
          </p:cNvSpPr>
          <p:nvPr/>
        </p:nvSpPr>
        <p:spPr>
          <a:xfrm>
            <a:off x="290513" y="6377853"/>
            <a:ext cx="2034000" cy="187309"/>
          </a:xfrm>
          <a:custGeom>
            <a:avLst/>
            <a:gdLst>
              <a:gd name="connsiteX0" fmla="*/ 542692 w 5487431"/>
              <a:gd name="connsiteY0" fmla="*/ 463149 h 505330"/>
              <a:gd name="connsiteX1" fmla="*/ 458967 w 5487431"/>
              <a:gd name="connsiteY1" fmla="*/ 321634 h 505330"/>
              <a:gd name="connsiteX2" fmla="*/ 542692 w 5487431"/>
              <a:gd name="connsiteY2" fmla="*/ 180119 h 505330"/>
              <a:gd name="connsiteX3" fmla="*/ 626417 w 5487431"/>
              <a:gd name="connsiteY3" fmla="*/ 321634 h 505330"/>
              <a:gd name="connsiteX4" fmla="*/ 542692 w 5487431"/>
              <a:gd name="connsiteY4" fmla="*/ 463149 h 505330"/>
              <a:gd name="connsiteX5" fmla="*/ 542692 w 5487431"/>
              <a:gd name="connsiteY5" fmla="*/ 142174 h 505330"/>
              <a:gd name="connsiteX6" fmla="*/ 372482 w 5487431"/>
              <a:gd name="connsiteY6" fmla="*/ 321634 h 505330"/>
              <a:gd name="connsiteX7" fmla="*/ 542692 w 5487431"/>
              <a:gd name="connsiteY7" fmla="*/ 501094 h 505330"/>
              <a:gd name="connsiteX8" fmla="*/ 712902 w 5487431"/>
              <a:gd name="connsiteY8" fmla="*/ 321634 h 505330"/>
              <a:gd name="connsiteX9" fmla="*/ 542692 w 5487431"/>
              <a:gd name="connsiteY9" fmla="*/ 142174 h 505330"/>
              <a:gd name="connsiteX10" fmla="*/ 1303641 w 5487431"/>
              <a:gd name="connsiteY10" fmla="*/ 142174 h 505330"/>
              <a:gd name="connsiteX11" fmla="*/ 1207357 w 5487431"/>
              <a:gd name="connsiteY11" fmla="*/ 192547 h 505330"/>
              <a:gd name="connsiteX12" fmla="*/ 1203170 w 5487431"/>
              <a:gd name="connsiteY12" fmla="*/ 192547 h 505330"/>
              <a:gd name="connsiteX13" fmla="*/ 1203170 w 5487431"/>
              <a:gd name="connsiteY13" fmla="*/ 149048 h 505330"/>
              <a:gd name="connsiteX14" fmla="*/ 1120872 w 5487431"/>
              <a:gd name="connsiteY14" fmla="*/ 149048 h 505330"/>
              <a:gd name="connsiteX15" fmla="*/ 1120872 w 5487431"/>
              <a:gd name="connsiteY15" fmla="*/ 494221 h 505330"/>
              <a:gd name="connsiteX16" fmla="*/ 1203170 w 5487431"/>
              <a:gd name="connsiteY16" fmla="*/ 494221 h 505330"/>
              <a:gd name="connsiteX17" fmla="*/ 1203170 w 5487431"/>
              <a:gd name="connsiteY17" fmla="*/ 271261 h 505330"/>
              <a:gd name="connsiteX18" fmla="*/ 1272244 w 5487431"/>
              <a:gd name="connsiteY18" fmla="*/ 190476 h 505330"/>
              <a:gd name="connsiteX19" fmla="*/ 1331518 w 5487431"/>
              <a:gd name="connsiteY19" fmla="*/ 258173 h 505330"/>
              <a:gd name="connsiteX20" fmla="*/ 1331518 w 5487431"/>
              <a:gd name="connsiteY20" fmla="*/ 494221 h 505330"/>
              <a:gd name="connsiteX21" fmla="*/ 1413816 w 5487431"/>
              <a:gd name="connsiteY21" fmla="*/ 494221 h 505330"/>
              <a:gd name="connsiteX22" fmla="*/ 1413816 w 5487431"/>
              <a:gd name="connsiteY22" fmla="*/ 257420 h 505330"/>
              <a:gd name="connsiteX23" fmla="*/ 1303641 w 5487431"/>
              <a:gd name="connsiteY23" fmla="*/ 142174 h 505330"/>
              <a:gd name="connsiteX24" fmla="*/ 1600771 w 5487431"/>
              <a:gd name="connsiteY24" fmla="*/ 142174 h 505330"/>
              <a:gd name="connsiteX25" fmla="*/ 1467571 w 5487431"/>
              <a:gd name="connsiteY25" fmla="*/ 241602 h 505330"/>
              <a:gd name="connsiteX26" fmla="*/ 1551962 w 5487431"/>
              <a:gd name="connsiteY26" fmla="*/ 341030 h 505330"/>
              <a:gd name="connsiteX27" fmla="*/ 1621702 w 5487431"/>
              <a:gd name="connsiteY27" fmla="*/ 358260 h 505330"/>
              <a:gd name="connsiteX28" fmla="*/ 1675457 w 5487431"/>
              <a:gd name="connsiteY28" fmla="*/ 409387 h 505330"/>
              <a:gd name="connsiteX29" fmla="*/ 1606384 w 5487431"/>
              <a:gd name="connsiteY29" fmla="*/ 464656 h 505330"/>
              <a:gd name="connsiteX30" fmla="*/ 1526845 w 5487431"/>
              <a:gd name="connsiteY30" fmla="*/ 384624 h 505330"/>
              <a:gd name="connsiteX31" fmla="*/ 1452919 w 5487431"/>
              <a:gd name="connsiteY31" fmla="*/ 405338 h 505330"/>
              <a:gd name="connsiteX32" fmla="*/ 1597345 w 5487431"/>
              <a:gd name="connsiteY32" fmla="*/ 501282 h 505330"/>
              <a:gd name="connsiteX33" fmla="*/ 1742438 w 5487431"/>
              <a:gd name="connsiteY33" fmla="*/ 388767 h 505330"/>
              <a:gd name="connsiteX34" fmla="*/ 1649674 w 5487431"/>
              <a:gd name="connsiteY34" fmla="*/ 285196 h 505330"/>
              <a:gd name="connsiteX35" fmla="*/ 1582693 w 5487431"/>
              <a:gd name="connsiteY35" fmla="*/ 268625 h 505330"/>
              <a:gd name="connsiteX36" fmla="*/ 1534551 w 5487431"/>
              <a:gd name="connsiteY36" fmla="*/ 223054 h 505330"/>
              <a:gd name="connsiteX37" fmla="*/ 1593825 w 5487431"/>
              <a:gd name="connsiteY37" fmla="*/ 178895 h 505330"/>
              <a:gd name="connsiteX38" fmla="*/ 1664992 w 5487431"/>
              <a:gd name="connsiteY38" fmla="*/ 245180 h 505330"/>
              <a:gd name="connsiteX39" fmla="*/ 1734731 w 5487431"/>
              <a:gd name="connsiteY39" fmla="*/ 224466 h 505330"/>
              <a:gd name="connsiteX40" fmla="*/ 1600771 w 5487431"/>
              <a:gd name="connsiteY40" fmla="*/ 142174 h 505330"/>
              <a:gd name="connsiteX41" fmla="*/ 1946803 w 5487431"/>
              <a:gd name="connsiteY41" fmla="*/ 463149 h 505330"/>
              <a:gd name="connsiteX42" fmla="*/ 1863078 w 5487431"/>
              <a:gd name="connsiteY42" fmla="*/ 321634 h 505330"/>
              <a:gd name="connsiteX43" fmla="*/ 1946803 w 5487431"/>
              <a:gd name="connsiteY43" fmla="*/ 180119 h 505330"/>
              <a:gd name="connsiteX44" fmla="*/ 2030529 w 5487431"/>
              <a:gd name="connsiteY44" fmla="*/ 321634 h 505330"/>
              <a:gd name="connsiteX45" fmla="*/ 1946803 w 5487431"/>
              <a:gd name="connsiteY45" fmla="*/ 463149 h 505330"/>
              <a:gd name="connsiteX46" fmla="*/ 1946803 w 5487431"/>
              <a:gd name="connsiteY46" fmla="*/ 142174 h 505330"/>
              <a:gd name="connsiteX47" fmla="*/ 1776594 w 5487431"/>
              <a:gd name="connsiteY47" fmla="*/ 321634 h 505330"/>
              <a:gd name="connsiteX48" fmla="*/ 1946803 w 5487431"/>
              <a:gd name="connsiteY48" fmla="*/ 501094 h 505330"/>
              <a:gd name="connsiteX49" fmla="*/ 2117013 w 5487431"/>
              <a:gd name="connsiteY49" fmla="*/ 321634 h 505330"/>
              <a:gd name="connsiteX50" fmla="*/ 1946803 w 5487431"/>
              <a:gd name="connsiteY50" fmla="*/ 142174 h 505330"/>
              <a:gd name="connsiteX51" fmla="*/ 2348590 w 5487431"/>
              <a:gd name="connsiteY51" fmla="*/ 142174 h 505330"/>
              <a:gd name="connsiteX52" fmla="*/ 2252306 w 5487431"/>
              <a:gd name="connsiteY52" fmla="*/ 192547 h 505330"/>
              <a:gd name="connsiteX53" fmla="*/ 2248119 w 5487431"/>
              <a:gd name="connsiteY53" fmla="*/ 192547 h 505330"/>
              <a:gd name="connsiteX54" fmla="*/ 2248119 w 5487431"/>
              <a:gd name="connsiteY54" fmla="*/ 149048 h 505330"/>
              <a:gd name="connsiteX55" fmla="*/ 2165821 w 5487431"/>
              <a:gd name="connsiteY55" fmla="*/ 149048 h 505330"/>
              <a:gd name="connsiteX56" fmla="*/ 2165821 w 5487431"/>
              <a:gd name="connsiteY56" fmla="*/ 494221 h 505330"/>
              <a:gd name="connsiteX57" fmla="*/ 2248119 w 5487431"/>
              <a:gd name="connsiteY57" fmla="*/ 494221 h 505330"/>
              <a:gd name="connsiteX58" fmla="*/ 2248119 w 5487431"/>
              <a:gd name="connsiteY58" fmla="*/ 271261 h 505330"/>
              <a:gd name="connsiteX59" fmla="*/ 2317193 w 5487431"/>
              <a:gd name="connsiteY59" fmla="*/ 190476 h 505330"/>
              <a:gd name="connsiteX60" fmla="*/ 2376466 w 5487431"/>
              <a:gd name="connsiteY60" fmla="*/ 258173 h 505330"/>
              <a:gd name="connsiteX61" fmla="*/ 2376466 w 5487431"/>
              <a:gd name="connsiteY61" fmla="*/ 494221 h 505330"/>
              <a:gd name="connsiteX62" fmla="*/ 2458764 w 5487431"/>
              <a:gd name="connsiteY62" fmla="*/ 494221 h 505330"/>
              <a:gd name="connsiteX63" fmla="*/ 2458764 w 5487431"/>
              <a:gd name="connsiteY63" fmla="*/ 257420 h 505330"/>
              <a:gd name="connsiteX64" fmla="*/ 2348590 w 5487431"/>
              <a:gd name="connsiteY64" fmla="*/ 142174 h 505330"/>
              <a:gd name="connsiteX65" fmla="*/ 3571359 w 5487431"/>
              <a:gd name="connsiteY65" fmla="*/ 463149 h 505330"/>
              <a:gd name="connsiteX66" fmla="*/ 3487634 w 5487431"/>
              <a:gd name="connsiteY66" fmla="*/ 321634 h 505330"/>
              <a:gd name="connsiteX67" fmla="*/ 3571359 w 5487431"/>
              <a:gd name="connsiteY67" fmla="*/ 180119 h 505330"/>
              <a:gd name="connsiteX68" fmla="*/ 3655085 w 5487431"/>
              <a:gd name="connsiteY68" fmla="*/ 321634 h 505330"/>
              <a:gd name="connsiteX69" fmla="*/ 3571359 w 5487431"/>
              <a:gd name="connsiteY69" fmla="*/ 463149 h 505330"/>
              <a:gd name="connsiteX70" fmla="*/ 3571359 w 5487431"/>
              <a:gd name="connsiteY70" fmla="*/ 142174 h 505330"/>
              <a:gd name="connsiteX71" fmla="*/ 3401150 w 5487431"/>
              <a:gd name="connsiteY71" fmla="*/ 321634 h 505330"/>
              <a:gd name="connsiteX72" fmla="*/ 3571359 w 5487431"/>
              <a:gd name="connsiteY72" fmla="*/ 501094 h 505330"/>
              <a:gd name="connsiteX73" fmla="*/ 3741569 w 5487431"/>
              <a:gd name="connsiteY73" fmla="*/ 321634 h 505330"/>
              <a:gd name="connsiteX74" fmla="*/ 3571359 w 5487431"/>
              <a:gd name="connsiteY74" fmla="*/ 142174 h 505330"/>
              <a:gd name="connsiteX75" fmla="*/ 4332308 w 5487431"/>
              <a:gd name="connsiteY75" fmla="*/ 142174 h 505330"/>
              <a:gd name="connsiteX76" fmla="*/ 4236024 w 5487431"/>
              <a:gd name="connsiteY76" fmla="*/ 192547 h 505330"/>
              <a:gd name="connsiteX77" fmla="*/ 4231838 w 5487431"/>
              <a:gd name="connsiteY77" fmla="*/ 192547 h 505330"/>
              <a:gd name="connsiteX78" fmla="*/ 4231838 w 5487431"/>
              <a:gd name="connsiteY78" fmla="*/ 149048 h 505330"/>
              <a:gd name="connsiteX79" fmla="*/ 4149539 w 5487431"/>
              <a:gd name="connsiteY79" fmla="*/ 149048 h 505330"/>
              <a:gd name="connsiteX80" fmla="*/ 4149539 w 5487431"/>
              <a:gd name="connsiteY80" fmla="*/ 494221 h 505330"/>
              <a:gd name="connsiteX81" fmla="*/ 4231838 w 5487431"/>
              <a:gd name="connsiteY81" fmla="*/ 494221 h 505330"/>
              <a:gd name="connsiteX82" fmla="*/ 4231838 w 5487431"/>
              <a:gd name="connsiteY82" fmla="*/ 271261 h 505330"/>
              <a:gd name="connsiteX83" fmla="*/ 4300911 w 5487431"/>
              <a:gd name="connsiteY83" fmla="*/ 190476 h 505330"/>
              <a:gd name="connsiteX84" fmla="*/ 4360185 w 5487431"/>
              <a:gd name="connsiteY84" fmla="*/ 258173 h 505330"/>
              <a:gd name="connsiteX85" fmla="*/ 4360185 w 5487431"/>
              <a:gd name="connsiteY85" fmla="*/ 494221 h 505330"/>
              <a:gd name="connsiteX86" fmla="*/ 4442483 w 5487431"/>
              <a:gd name="connsiteY86" fmla="*/ 494221 h 505330"/>
              <a:gd name="connsiteX87" fmla="*/ 4442483 w 5487431"/>
              <a:gd name="connsiteY87" fmla="*/ 257420 h 505330"/>
              <a:gd name="connsiteX88" fmla="*/ 4332308 w 5487431"/>
              <a:gd name="connsiteY88" fmla="*/ 142174 h 505330"/>
              <a:gd name="connsiteX89" fmla="*/ 4629533 w 5487431"/>
              <a:gd name="connsiteY89" fmla="*/ 142174 h 505330"/>
              <a:gd name="connsiteX90" fmla="*/ 4496334 w 5487431"/>
              <a:gd name="connsiteY90" fmla="*/ 241602 h 505330"/>
              <a:gd name="connsiteX91" fmla="*/ 4580725 w 5487431"/>
              <a:gd name="connsiteY91" fmla="*/ 341030 h 505330"/>
              <a:gd name="connsiteX92" fmla="*/ 4650464 w 5487431"/>
              <a:gd name="connsiteY92" fmla="*/ 358260 h 505330"/>
              <a:gd name="connsiteX93" fmla="*/ 4704220 w 5487431"/>
              <a:gd name="connsiteY93" fmla="*/ 409387 h 505330"/>
              <a:gd name="connsiteX94" fmla="*/ 4635146 w 5487431"/>
              <a:gd name="connsiteY94" fmla="*/ 464656 h 505330"/>
              <a:gd name="connsiteX95" fmla="*/ 4555607 w 5487431"/>
              <a:gd name="connsiteY95" fmla="*/ 384624 h 505330"/>
              <a:gd name="connsiteX96" fmla="*/ 4481682 w 5487431"/>
              <a:gd name="connsiteY96" fmla="*/ 405338 h 505330"/>
              <a:gd name="connsiteX97" fmla="*/ 4626108 w 5487431"/>
              <a:gd name="connsiteY97" fmla="*/ 501282 h 505330"/>
              <a:gd name="connsiteX98" fmla="*/ 4771200 w 5487431"/>
              <a:gd name="connsiteY98" fmla="*/ 388767 h 505330"/>
              <a:gd name="connsiteX99" fmla="*/ 4678436 w 5487431"/>
              <a:gd name="connsiteY99" fmla="*/ 285196 h 505330"/>
              <a:gd name="connsiteX100" fmla="*/ 4611456 w 5487431"/>
              <a:gd name="connsiteY100" fmla="*/ 268625 h 505330"/>
              <a:gd name="connsiteX101" fmla="*/ 4563314 w 5487431"/>
              <a:gd name="connsiteY101" fmla="*/ 223054 h 505330"/>
              <a:gd name="connsiteX102" fmla="*/ 4622588 w 5487431"/>
              <a:gd name="connsiteY102" fmla="*/ 178895 h 505330"/>
              <a:gd name="connsiteX103" fmla="*/ 4693754 w 5487431"/>
              <a:gd name="connsiteY103" fmla="*/ 245180 h 505330"/>
              <a:gd name="connsiteX104" fmla="*/ 4763493 w 5487431"/>
              <a:gd name="connsiteY104" fmla="*/ 224466 h 505330"/>
              <a:gd name="connsiteX105" fmla="*/ 4629533 w 5487431"/>
              <a:gd name="connsiteY105" fmla="*/ 142174 h 505330"/>
              <a:gd name="connsiteX106" fmla="*/ 4975471 w 5487431"/>
              <a:gd name="connsiteY106" fmla="*/ 463149 h 505330"/>
              <a:gd name="connsiteX107" fmla="*/ 4891745 w 5487431"/>
              <a:gd name="connsiteY107" fmla="*/ 321634 h 505330"/>
              <a:gd name="connsiteX108" fmla="*/ 4975471 w 5487431"/>
              <a:gd name="connsiteY108" fmla="*/ 180119 h 505330"/>
              <a:gd name="connsiteX109" fmla="*/ 5059196 w 5487431"/>
              <a:gd name="connsiteY109" fmla="*/ 321634 h 505330"/>
              <a:gd name="connsiteX110" fmla="*/ 4975471 w 5487431"/>
              <a:gd name="connsiteY110" fmla="*/ 463149 h 505330"/>
              <a:gd name="connsiteX111" fmla="*/ 4975471 w 5487431"/>
              <a:gd name="connsiteY111" fmla="*/ 142174 h 505330"/>
              <a:gd name="connsiteX112" fmla="*/ 4805261 w 5487431"/>
              <a:gd name="connsiteY112" fmla="*/ 321634 h 505330"/>
              <a:gd name="connsiteX113" fmla="*/ 4975471 w 5487431"/>
              <a:gd name="connsiteY113" fmla="*/ 501094 h 505330"/>
              <a:gd name="connsiteX114" fmla="*/ 5145680 w 5487431"/>
              <a:gd name="connsiteY114" fmla="*/ 321634 h 505330"/>
              <a:gd name="connsiteX115" fmla="*/ 4975471 w 5487431"/>
              <a:gd name="connsiteY115" fmla="*/ 142174 h 505330"/>
              <a:gd name="connsiteX116" fmla="*/ 5377257 w 5487431"/>
              <a:gd name="connsiteY116" fmla="*/ 142174 h 505330"/>
              <a:gd name="connsiteX117" fmla="*/ 5280973 w 5487431"/>
              <a:gd name="connsiteY117" fmla="*/ 192547 h 505330"/>
              <a:gd name="connsiteX118" fmla="*/ 5276787 w 5487431"/>
              <a:gd name="connsiteY118" fmla="*/ 192547 h 505330"/>
              <a:gd name="connsiteX119" fmla="*/ 5276787 w 5487431"/>
              <a:gd name="connsiteY119" fmla="*/ 149048 h 505330"/>
              <a:gd name="connsiteX120" fmla="*/ 5194488 w 5487431"/>
              <a:gd name="connsiteY120" fmla="*/ 149048 h 505330"/>
              <a:gd name="connsiteX121" fmla="*/ 5194488 w 5487431"/>
              <a:gd name="connsiteY121" fmla="*/ 494221 h 505330"/>
              <a:gd name="connsiteX122" fmla="*/ 5276787 w 5487431"/>
              <a:gd name="connsiteY122" fmla="*/ 494221 h 505330"/>
              <a:gd name="connsiteX123" fmla="*/ 5276787 w 5487431"/>
              <a:gd name="connsiteY123" fmla="*/ 271261 h 505330"/>
              <a:gd name="connsiteX124" fmla="*/ 5345860 w 5487431"/>
              <a:gd name="connsiteY124" fmla="*/ 190476 h 505330"/>
              <a:gd name="connsiteX125" fmla="*/ 5405134 w 5487431"/>
              <a:gd name="connsiteY125" fmla="*/ 258173 h 505330"/>
              <a:gd name="connsiteX126" fmla="*/ 5405134 w 5487431"/>
              <a:gd name="connsiteY126" fmla="*/ 494221 h 505330"/>
              <a:gd name="connsiteX127" fmla="*/ 5487432 w 5487431"/>
              <a:gd name="connsiteY127" fmla="*/ 494221 h 505330"/>
              <a:gd name="connsiteX128" fmla="*/ 5487432 w 5487431"/>
              <a:gd name="connsiteY128" fmla="*/ 257420 h 505330"/>
              <a:gd name="connsiteX129" fmla="*/ 5377257 w 5487431"/>
              <a:gd name="connsiteY129" fmla="*/ 142174 h 505330"/>
              <a:gd name="connsiteX130" fmla="*/ 323674 w 5487431"/>
              <a:gd name="connsiteY130" fmla="*/ 11016 h 505330"/>
              <a:gd name="connsiteX131" fmla="*/ 237190 w 5487431"/>
              <a:gd name="connsiteY131" fmla="*/ 11016 h 505330"/>
              <a:gd name="connsiteX132" fmla="*/ 237190 w 5487431"/>
              <a:gd name="connsiteY132" fmla="*/ 367864 h 505330"/>
              <a:gd name="connsiteX133" fmla="*/ 161837 w 5487431"/>
              <a:gd name="connsiteY133" fmla="*/ 460325 h 505330"/>
              <a:gd name="connsiteX134" fmla="*/ 86484 w 5487431"/>
              <a:gd name="connsiteY134" fmla="*/ 360897 h 505330"/>
              <a:gd name="connsiteX135" fmla="*/ 86484 w 5487431"/>
              <a:gd name="connsiteY135" fmla="*/ 294612 h 505330"/>
              <a:gd name="connsiteX136" fmla="*/ 0 w 5487431"/>
              <a:gd name="connsiteY136" fmla="*/ 315985 h 505330"/>
              <a:gd name="connsiteX137" fmla="*/ 0 w 5487431"/>
              <a:gd name="connsiteY137" fmla="*/ 345644 h 505330"/>
              <a:gd name="connsiteX138" fmla="*/ 161837 w 5487431"/>
              <a:gd name="connsiteY138" fmla="*/ 505143 h 505330"/>
              <a:gd name="connsiteX139" fmla="*/ 323674 w 5487431"/>
              <a:gd name="connsiteY139" fmla="*/ 345644 h 505330"/>
              <a:gd name="connsiteX140" fmla="*/ 323674 w 5487431"/>
              <a:gd name="connsiteY140" fmla="*/ 11016 h 505330"/>
              <a:gd name="connsiteX141" fmla="*/ 844008 w 5487431"/>
              <a:gd name="connsiteY141" fmla="*/ 11016 h 505330"/>
              <a:gd name="connsiteX142" fmla="*/ 761710 w 5487431"/>
              <a:gd name="connsiteY142" fmla="*/ 11016 h 505330"/>
              <a:gd name="connsiteX143" fmla="*/ 761710 w 5487431"/>
              <a:gd name="connsiteY143" fmla="*/ 494221 h 505330"/>
              <a:gd name="connsiteX144" fmla="*/ 844008 w 5487431"/>
              <a:gd name="connsiteY144" fmla="*/ 494221 h 505330"/>
              <a:gd name="connsiteX145" fmla="*/ 844008 w 5487431"/>
              <a:gd name="connsiteY145" fmla="*/ 271261 h 505330"/>
              <a:gd name="connsiteX146" fmla="*/ 913081 w 5487431"/>
              <a:gd name="connsiteY146" fmla="*/ 190476 h 505330"/>
              <a:gd name="connsiteX147" fmla="*/ 972355 w 5487431"/>
              <a:gd name="connsiteY147" fmla="*/ 258173 h 505330"/>
              <a:gd name="connsiteX148" fmla="*/ 972355 w 5487431"/>
              <a:gd name="connsiteY148" fmla="*/ 494221 h 505330"/>
              <a:gd name="connsiteX149" fmla="*/ 1054653 w 5487431"/>
              <a:gd name="connsiteY149" fmla="*/ 494221 h 505330"/>
              <a:gd name="connsiteX150" fmla="*/ 1054653 w 5487431"/>
              <a:gd name="connsiteY150" fmla="*/ 257420 h 505330"/>
              <a:gd name="connsiteX151" fmla="*/ 944478 w 5487431"/>
              <a:gd name="connsiteY151" fmla="*/ 142174 h 505330"/>
              <a:gd name="connsiteX152" fmla="*/ 848194 w 5487431"/>
              <a:gd name="connsiteY152" fmla="*/ 192547 h 505330"/>
              <a:gd name="connsiteX153" fmla="*/ 844008 w 5487431"/>
              <a:gd name="connsiteY153" fmla="*/ 192547 h 505330"/>
              <a:gd name="connsiteX154" fmla="*/ 844008 w 5487431"/>
              <a:gd name="connsiteY154" fmla="*/ 11016 h 505330"/>
              <a:gd name="connsiteX155" fmla="*/ 3352342 w 5487431"/>
              <a:gd name="connsiteY155" fmla="*/ 11016 h 505330"/>
              <a:gd name="connsiteX156" fmla="*/ 3265857 w 5487431"/>
              <a:gd name="connsiteY156" fmla="*/ 11016 h 505330"/>
              <a:gd name="connsiteX157" fmla="*/ 3265857 w 5487431"/>
              <a:gd name="connsiteY157" fmla="*/ 367864 h 505330"/>
              <a:gd name="connsiteX158" fmla="*/ 3190504 w 5487431"/>
              <a:gd name="connsiteY158" fmla="*/ 460325 h 505330"/>
              <a:gd name="connsiteX159" fmla="*/ 3115152 w 5487431"/>
              <a:gd name="connsiteY159" fmla="*/ 360897 h 505330"/>
              <a:gd name="connsiteX160" fmla="*/ 3115152 w 5487431"/>
              <a:gd name="connsiteY160" fmla="*/ 294612 h 505330"/>
              <a:gd name="connsiteX161" fmla="*/ 3028667 w 5487431"/>
              <a:gd name="connsiteY161" fmla="*/ 315985 h 505330"/>
              <a:gd name="connsiteX162" fmla="*/ 3028667 w 5487431"/>
              <a:gd name="connsiteY162" fmla="*/ 345644 h 505330"/>
              <a:gd name="connsiteX163" fmla="*/ 3190504 w 5487431"/>
              <a:gd name="connsiteY163" fmla="*/ 505143 h 505330"/>
              <a:gd name="connsiteX164" fmla="*/ 3352342 w 5487431"/>
              <a:gd name="connsiteY164" fmla="*/ 345644 h 505330"/>
              <a:gd name="connsiteX165" fmla="*/ 3352342 w 5487431"/>
              <a:gd name="connsiteY165" fmla="*/ 11016 h 505330"/>
              <a:gd name="connsiteX166" fmla="*/ 3872675 w 5487431"/>
              <a:gd name="connsiteY166" fmla="*/ 11016 h 505330"/>
              <a:gd name="connsiteX167" fmla="*/ 3790377 w 5487431"/>
              <a:gd name="connsiteY167" fmla="*/ 11016 h 505330"/>
              <a:gd name="connsiteX168" fmla="*/ 3790377 w 5487431"/>
              <a:gd name="connsiteY168" fmla="*/ 494221 h 505330"/>
              <a:gd name="connsiteX169" fmla="*/ 3872675 w 5487431"/>
              <a:gd name="connsiteY169" fmla="*/ 494221 h 505330"/>
              <a:gd name="connsiteX170" fmla="*/ 3872675 w 5487431"/>
              <a:gd name="connsiteY170" fmla="*/ 271261 h 505330"/>
              <a:gd name="connsiteX171" fmla="*/ 3941749 w 5487431"/>
              <a:gd name="connsiteY171" fmla="*/ 190476 h 505330"/>
              <a:gd name="connsiteX172" fmla="*/ 4001022 w 5487431"/>
              <a:gd name="connsiteY172" fmla="*/ 258173 h 505330"/>
              <a:gd name="connsiteX173" fmla="*/ 4001022 w 5487431"/>
              <a:gd name="connsiteY173" fmla="*/ 494221 h 505330"/>
              <a:gd name="connsiteX174" fmla="*/ 4083320 w 5487431"/>
              <a:gd name="connsiteY174" fmla="*/ 494221 h 505330"/>
              <a:gd name="connsiteX175" fmla="*/ 4083320 w 5487431"/>
              <a:gd name="connsiteY175" fmla="*/ 257420 h 505330"/>
              <a:gd name="connsiteX176" fmla="*/ 3973146 w 5487431"/>
              <a:gd name="connsiteY176" fmla="*/ 142174 h 505330"/>
              <a:gd name="connsiteX177" fmla="*/ 3876861 w 5487431"/>
              <a:gd name="connsiteY177" fmla="*/ 192547 h 505330"/>
              <a:gd name="connsiteX178" fmla="*/ 3872675 w 5487431"/>
              <a:gd name="connsiteY178" fmla="*/ 192547 h 505330"/>
              <a:gd name="connsiteX179" fmla="*/ 3872675 w 5487431"/>
              <a:gd name="connsiteY179" fmla="*/ 11016 h 505330"/>
              <a:gd name="connsiteX180" fmla="*/ 2730110 w 5487431"/>
              <a:gd name="connsiteY180" fmla="*/ 454864 h 505330"/>
              <a:gd name="connsiteX181" fmla="*/ 2622029 w 5487431"/>
              <a:gd name="connsiteY181" fmla="*/ 343761 h 505330"/>
              <a:gd name="connsiteX182" fmla="*/ 2664557 w 5487431"/>
              <a:gd name="connsiteY182" fmla="*/ 256102 h 505330"/>
              <a:gd name="connsiteX183" fmla="*/ 2822208 w 5487431"/>
              <a:gd name="connsiteY183" fmla="*/ 426617 h 505330"/>
              <a:gd name="connsiteX184" fmla="*/ 2730110 w 5487431"/>
              <a:gd name="connsiteY184" fmla="*/ 454864 h 505330"/>
              <a:gd name="connsiteX185" fmla="*/ 2883575 w 5487431"/>
              <a:gd name="connsiteY185" fmla="*/ 369936 h 505330"/>
              <a:gd name="connsiteX186" fmla="*/ 2746856 w 5487431"/>
              <a:gd name="connsiteY186" fmla="*/ 220794 h 505330"/>
              <a:gd name="connsiteX187" fmla="*/ 2814502 w 5487431"/>
              <a:gd name="connsiteY187" fmla="*/ 207706 h 505330"/>
              <a:gd name="connsiteX188" fmla="*/ 2905838 w 5487431"/>
              <a:gd name="connsiteY188" fmla="*/ 296118 h 505330"/>
              <a:gd name="connsiteX189" fmla="*/ 2883575 w 5487431"/>
              <a:gd name="connsiteY189" fmla="*/ 369936 h 505330"/>
              <a:gd name="connsiteX190" fmla="*/ 2728017 w 5487431"/>
              <a:gd name="connsiteY190" fmla="*/ 200833 h 505330"/>
              <a:gd name="connsiteX191" fmla="*/ 2698047 w 5487431"/>
              <a:gd name="connsiteY191" fmla="*/ 167690 h 505330"/>
              <a:gd name="connsiteX192" fmla="*/ 2663891 w 5487431"/>
              <a:gd name="connsiteY192" fmla="*/ 99334 h 505330"/>
              <a:gd name="connsiteX193" fmla="*/ 2730110 w 5487431"/>
              <a:gd name="connsiteY193" fmla="*/ 36532 h 505330"/>
              <a:gd name="connsiteX194" fmla="*/ 2795664 w 5487431"/>
              <a:gd name="connsiteY194" fmla="*/ 102817 h 505330"/>
              <a:gd name="connsiteX195" fmla="*/ 2728017 w 5487431"/>
              <a:gd name="connsiteY195" fmla="*/ 200833 h 505330"/>
              <a:gd name="connsiteX196" fmla="*/ 2732204 w 5487431"/>
              <a:gd name="connsiteY196" fmla="*/ 0 h 505330"/>
              <a:gd name="connsiteX197" fmla="*/ 2588539 w 5487431"/>
              <a:gd name="connsiteY197" fmla="*/ 119389 h 505330"/>
              <a:gd name="connsiteX198" fmla="*/ 2644387 w 5487431"/>
              <a:gd name="connsiteY198" fmla="*/ 234635 h 505330"/>
              <a:gd name="connsiteX199" fmla="*/ 2645053 w 5487431"/>
              <a:gd name="connsiteY199" fmla="*/ 236047 h 505330"/>
              <a:gd name="connsiteX200" fmla="*/ 2545344 w 5487431"/>
              <a:gd name="connsiteY200" fmla="*/ 374832 h 505330"/>
              <a:gd name="connsiteX201" fmla="*/ 2685584 w 5487431"/>
              <a:gd name="connsiteY201" fmla="*/ 505331 h 505330"/>
              <a:gd name="connsiteX202" fmla="*/ 2843235 w 5487431"/>
              <a:gd name="connsiteY202" fmla="*/ 449403 h 505330"/>
              <a:gd name="connsiteX203" fmla="*/ 2885097 w 5487431"/>
              <a:gd name="connsiteY203" fmla="*/ 494315 h 505330"/>
              <a:gd name="connsiteX204" fmla="*/ 2994606 w 5487431"/>
              <a:gd name="connsiteY204" fmla="*/ 494315 h 505330"/>
              <a:gd name="connsiteX205" fmla="*/ 2994606 w 5487431"/>
              <a:gd name="connsiteY205" fmla="*/ 490831 h 505330"/>
              <a:gd name="connsiteX206" fmla="*/ 2905363 w 5487431"/>
              <a:gd name="connsiteY206" fmla="*/ 393474 h 505330"/>
              <a:gd name="connsiteX207" fmla="*/ 2964637 w 5487431"/>
              <a:gd name="connsiteY207" fmla="*/ 258833 h 505330"/>
              <a:gd name="connsiteX208" fmla="*/ 2873300 w 5487431"/>
              <a:gd name="connsiteY208" fmla="*/ 171174 h 505330"/>
              <a:gd name="connsiteX209" fmla="*/ 2789574 w 5487431"/>
              <a:gd name="connsiteY209" fmla="*/ 187745 h 505330"/>
              <a:gd name="connsiteX210" fmla="*/ 2788147 w 5487431"/>
              <a:gd name="connsiteY210" fmla="*/ 185015 h 505330"/>
              <a:gd name="connsiteX211" fmla="*/ 2863500 w 5487431"/>
              <a:gd name="connsiteY211" fmla="*/ 93873 h 505330"/>
              <a:gd name="connsiteX212" fmla="*/ 2732204 w 5487431"/>
              <a:gd name="connsiteY212" fmla="*/ 0 h 50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5487431" h="505330">
                <a:moveTo>
                  <a:pt x="542692" y="463149"/>
                </a:moveTo>
                <a:cubicBezTo>
                  <a:pt x="488937" y="463149"/>
                  <a:pt x="458967" y="412776"/>
                  <a:pt x="458967" y="321634"/>
                </a:cubicBezTo>
                <a:cubicBezTo>
                  <a:pt x="458967" y="229080"/>
                  <a:pt x="488937" y="180119"/>
                  <a:pt x="542692" y="180119"/>
                </a:cubicBezTo>
                <a:cubicBezTo>
                  <a:pt x="596448" y="180119"/>
                  <a:pt x="626417" y="229833"/>
                  <a:pt x="626417" y="321634"/>
                </a:cubicBezTo>
                <a:cubicBezTo>
                  <a:pt x="626322" y="414189"/>
                  <a:pt x="596352" y="463149"/>
                  <a:pt x="542692" y="463149"/>
                </a:cubicBezTo>
                <a:moveTo>
                  <a:pt x="542692" y="142174"/>
                </a:moveTo>
                <a:cubicBezTo>
                  <a:pt x="433183" y="142174"/>
                  <a:pt x="372482" y="222959"/>
                  <a:pt x="372482" y="321634"/>
                </a:cubicBezTo>
                <a:cubicBezTo>
                  <a:pt x="372482" y="420309"/>
                  <a:pt x="433183" y="501094"/>
                  <a:pt x="542692" y="501094"/>
                </a:cubicBezTo>
                <a:cubicBezTo>
                  <a:pt x="652201" y="501094"/>
                  <a:pt x="712902" y="420309"/>
                  <a:pt x="712902" y="321634"/>
                </a:cubicBezTo>
                <a:cubicBezTo>
                  <a:pt x="712902" y="222959"/>
                  <a:pt x="652201" y="142174"/>
                  <a:pt x="542692" y="142174"/>
                </a:cubicBezTo>
                <a:moveTo>
                  <a:pt x="1303641" y="142174"/>
                </a:moveTo>
                <a:cubicBezTo>
                  <a:pt x="1251979" y="142174"/>
                  <a:pt x="1223436" y="164301"/>
                  <a:pt x="1207357" y="192547"/>
                </a:cubicBezTo>
                <a:lnTo>
                  <a:pt x="1203170" y="192547"/>
                </a:lnTo>
                <a:lnTo>
                  <a:pt x="1203170" y="149048"/>
                </a:lnTo>
                <a:lnTo>
                  <a:pt x="1120872" y="149048"/>
                </a:lnTo>
                <a:lnTo>
                  <a:pt x="1120872" y="494221"/>
                </a:lnTo>
                <a:lnTo>
                  <a:pt x="1203170" y="494221"/>
                </a:lnTo>
                <a:lnTo>
                  <a:pt x="1203170" y="271261"/>
                </a:lnTo>
                <a:cubicBezTo>
                  <a:pt x="1203170" y="220229"/>
                  <a:pt x="1229715" y="190476"/>
                  <a:pt x="1272244" y="190476"/>
                </a:cubicBezTo>
                <a:cubicBezTo>
                  <a:pt x="1313440" y="190476"/>
                  <a:pt x="1331518" y="217404"/>
                  <a:pt x="1331518" y="258173"/>
                </a:cubicBezTo>
                <a:lnTo>
                  <a:pt x="1331518" y="494221"/>
                </a:lnTo>
                <a:lnTo>
                  <a:pt x="1413816" y="494221"/>
                </a:lnTo>
                <a:lnTo>
                  <a:pt x="1413816" y="257420"/>
                </a:lnTo>
                <a:cubicBezTo>
                  <a:pt x="1413911" y="186333"/>
                  <a:pt x="1376234" y="142174"/>
                  <a:pt x="1303641" y="142174"/>
                </a:cubicBezTo>
                <a:moveTo>
                  <a:pt x="1600771" y="142174"/>
                </a:moveTo>
                <a:cubicBezTo>
                  <a:pt x="1524752" y="142174"/>
                  <a:pt x="1467571" y="173905"/>
                  <a:pt x="1467571" y="241602"/>
                </a:cubicBezTo>
                <a:cubicBezTo>
                  <a:pt x="1467571" y="298943"/>
                  <a:pt x="1507341" y="330014"/>
                  <a:pt x="1551962" y="341030"/>
                </a:cubicBezTo>
                <a:lnTo>
                  <a:pt x="1621702" y="358260"/>
                </a:lnTo>
                <a:cubicBezTo>
                  <a:pt x="1658712" y="367205"/>
                  <a:pt x="1675457" y="380387"/>
                  <a:pt x="1675457" y="409387"/>
                </a:cubicBezTo>
                <a:cubicBezTo>
                  <a:pt x="1675457" y="444601"/>
                  <a:pt x="1650340" y="464656"/>
                  <a:pt x="1606384" y="464656"/>
                </a:cubicBezTo>
                <a:cubicBezTo>
                  <a:pt x="1558908" y="464656"/>
                  <a:pt x="1534551" y="441870"/>
                  <a:pt x="1526845" y="384624"/>
                </a:cubicBezTo>
                <a:lnTo>
                  <a:pt x="1452919" y="405338"/>
                </a:lnTo>
                <a:cubicBezTo>
                  <a:pt x="1457106" y="464750"/>
                  <a:pt x="1512954" y="501282"/>
                  <a:pt x="1597345" y="501282"/>
                </a:cubicBezTo>
                <a:cubicBezTo>
                  <a:pt x="1691536" y="501282"/>
                  <a:pt x="1742438" y="457782"/>
                  <a:pt x="1742438" y="388767"/>
                </a:cubicBezTo>
                <a:cubicBezTo>
                  <a:pt x="1742438" y="323894"/>
                  <a:pt x="1697055" y="296965"/>
                  <a:pt x="1649674" y="285196"/>
                </a:cubicBezTo>
                <a:lnTo>
                  <a:pt x="1582693" y="268625"/>
                </a:lnTo>
                <a:cubicBezTo>
                  <a:pt x="1549203" y="260339"/>
                  <a:pt x="1534551" y="245180"/>
                  <a:pt x="1534551" y="223054"/>
                </a:cubicBezTo>
                <a:cubicBezTo>
                  <a:pt x="1534551" y="195466"/>
                  <a:pt x="1558242" y="178895"/>
                  <a:pt x="1593825" y="178895"/>
                </a:cubicBezTo>
                <a:cubicBezTo>
                  <a:pt x="1635688" y="178895"/>
                  <a:pt x="1661471" y="201680"/>
                  <a:pt x="1664992" y="245180"/>
                </a:cubicBezTo>
                <a:lnTo>
                  <a:pt x="1734731" y="224466"/>
                </a:lnTo>
                <a:cubicBezTo>
                  <a:pt x="1726358" y="175976"/>
                  <a:pt x="1678216" y="142174"/>
                  <a:pt x="1600771" y="142174"/>
                </a:cubicBezTo>
                <a:moveTo>
                  <a:pt x="1946803" y="463149"/>
                </a:moveTo>
                <a:cubicBezTo>
                  <a:pt x="1893048" y="463149"/>
                  <a:pt x="1863078" y="412776"/>
                  <a:pt x="1863078" y="321634"/>
                </a:cubicBezTo>
                <a:cubicBezTo>
                  <a:pt x="1863078" y="229080"/>
                  <a:pt x="1893048" y="180119"/>
                  <a:pt x="1946803" y="180119"/>
                </a:cubicBezTo>
                <a:cubicBezTo>
                  <a:pt x="2000559" y="180119"/>
                  <a:pt x="2030529" y="229833"/>
                  <a:pt x="2030529" y="321634"/>
                </a:cubicBezTo>
                <a:cubicBezTo>
                  <a:pt x="2030529" y="414189"/>
                  <a:pt x="2000464" y="463149"/>
                  <a:pt x="1946803" y="463149"/>
                </a:cubicBezTo>
                <a:moveTo>
                  <a:pt x="1946803" y="142174"/>
                </a:moveTo>
                <a:cubicBezTo>
                  <a:pt x="1837294" y="142174"/>
                  <a:pt x="1776594" y="222959"/>
                  <a:pt x="1776594" y="321634"/>
                </a:cubicBezTo>
                <a:cubicBezTo>
                  <a:pt x="1776594" y="420309"/>
                  <a:pt x="1837294" y="501094"/>
                  <a:pt x="1946803" y="501094"/>
                </a:cubicBezTo>
                <a:cubicBezTo>
                  <a:pt x="2056312" y="501094"/>
                  <a:pt x="2117013" y="420309"/>
                  <a:pt x="2117013" y="321634"/>
                </a:cubicBezTo>
                <a:cubicBezTo>
                  <a:pt x="2117013" y="222959"/>
                  <a:pt x="2056312" y="142174"/>
                  <a:pt x="1946803" y="142174"/>
                </a:cubicBezTo>
                <a:moveTo>
                  <a:pt x="2348590" y="142174"/>
                </a:moveTo>
                <a:cubicBezTo>
                  <a:pt x="2296927" y="142174"/>
                  <a:pt x="2268385" y="164301"/>
                  <a:pt x="2252306" y="192547"/>
                </a:cubicBezTo>
                <a:lnTo>
                  <a:pt x="2248119" y="192547"/>
                </a:lnTo>
                <a:lnTo>
                  <a:pt x="2248119" y="149048"/>
                </a:lnTo>
                <a:lnTo>
                  <a:pt x="2165821" y="149048"/>
                </a:lnTo>
                <a:lnTo>
                  <a:pt x="2165821" y="494221"/>
                </a:lnTo>
                <a:lnTo>
                  <a:pt x="2248119" y="494221"/>
                </a:lnTo>
                <a:lnTo>
                  <a:pt x="2248119" y="271261"/>
                </a:lnTo>
                <a:cubicBezTo>
                  <a:pt x="2248119" y="220229"/>
                  <a:pt x="2274664" y="190476"/>
                  <a:pt x="2317193" y="190476"/>
                </a:cubicBezTo>
                <a:cubicBezTo>
                  <a:pt x="2358389" y="190476"/>
                  <a:pt x="2376466" y="217404"/>
                  <a:pt x="2376466" y="258173"/>
                </a:cubicBezTo>
                <a:lnTo>
                  <a:pt x="2376466" y="494221"/>
                </a:lnTo>
                <a:lnTo>
                  <a:pt x="2458764" y="494221"/>
                </a:lnTo>
                <a:lnTo>
                  <a:pt x="2458764" y="257420"/>
                </a:lnTo>
                <a:cubicBezTo>
                  <a:pt x="2458764" y="186333"/>
                  <a:pt x="2421088" y="142174"/>
                  <a:pt x="2348590" y="142174"/>
                </a:cubicBezTo>
                <a:moveTo>
                  <a:pt x="3571359" y="463149"/>
                </a:moveTo>
                <a:cubicBezTo>
                  <a:pt x="3517604" y="463149"/>
                  <a:pt x="3487634" y="412776"/>
                  <a:pt x="3487634" y="321634"/>
                </a:cubicBezTo>
                <a:cubicBezTo>
                  <a:pt x="3487634" y="229080"/>
                  <a:pt x="3517604" y="180119"/>
                  <a:pt x="3571359" y="180119"/>
                </a:cubicBezTo>
                <a:cubicBezTo>
                  <a:pt x="3625115" y="180119"/>
                  <a:pt x="3655085" y="229833"/>
                  <a:pt x="3655085" y="321634"/>
                </a:cubicBezTo>
                <a:cubicBezTo>
                  <a:pt x="3655085" y="414189"/>
                  <a:pt x="3625020" y="463149"/>
                  <a:pt x="3571359" y="463149"/>
                </a:cubicBezTo>
                <a:moveTo>
                  <a:pt x="3571359" y="142174"/>
                </a:moveTo>
                <a:cubicBezTo>
                  <a:pt x="3461850" y="142174"/>
                  <a:pt x="3401150" y="222959"/>
                  <a:pt x="3401150" y="321634"/>
                </a:cubicBezTo>
                <a:cubicBezTo>
                  <a:pt x="3401150" y="420309"/>
                  <a:pt x="3461850" y="501094"/>
                  <a:pt x="3571359" y="501094"/>
                </a:cubicBezTo>
                <a:cubicBezTo>
                  <a:pt x="3680868" y="501094"/>
                  <a:pt x="3741569" y="420309"/>
                  <a:pt x="3741569" y="321634"/>
                </a:cubicBezTo>
                <a:cubicBezTo>
                  <a:pt x="3741569" y="222959"/>
                  <a:pt x="3680868" y="142174"/>
                  <a:pt x="3571359" y="142174"/>
                </a:cubicBezTo>
                <a:moveTo>
                  <a:pt x="4332308" y="142174"/>
                </a:moveTo>
                <a:cubicBezTo>
                  <a:pt x="4280646" y="142174"/>
                  <a:pt x="4252103" y="164301"/>
                  <a:pt x="4236024" y="192547"/>
                </a:cubicBezTo>
                <a:lnTo>
                  <a:pt x="4231838" y="192547"/>
                </a:lnTo>
                <a:lnTo>
                  <a:pt x="4231838" y="149048"/>
                </a:lnTo>
                <a:lnTo>
                  <a:pt x="4149539" y="149048"/>
                </a:lnTo>
                <a:lnTo>
                  <a:pt x="4149539" y="494221"/>
                </a:lnTo>
                <a:lnTo>
                  <a:pt x="4231838" y="494221"/>
                </a:lnTo>
                <a:lnTo>
                  <a:pt x="4231838" y="271261"/>
                </a:lnTo>
                <a:cubicBezTo>
                  <a:pt x="4231838" y="220229"/>
                  <a:pt x="4258383" y="190476"/>
                  <a:pt x="4300911" y="190476"/>
                </a:cubicBezTo>
                <a:cubicBezTo>
                  <a:pt x="4342108" y="190476"/>
                  <a:pt x="4360185" y="217404"/>
                  <a:pt x="4360185" y="258173"/>
                </a:cubicBezTo>
                <a:lnTo>
                  <a:pt x="4360185" y="494221"/>
                </a:lnTo>
                <a:lnTo>
                  <a:pt x="4442483" y="494221"/>
                </a:lnTo>
                <a:lnTo>
                  <a:pt x="4442483" y="257420"/>
                </a:lnTo>
                <a:cubicBezTo>
                  <a:pt x="4442578" y="186333"/>
                  <a:pt x="4404902" y="142174"/>
                  <a:pt x="4332308" y="142174"/>
                </a:cubicBezTo>
                <a:moveTo>
                  <a:pt x="4629533" y="142174"/>
                </a:moveTo>
                <a:cubicBezTo>
                  <a:pt x="4553514" y="142174"/>
                  <a:pt x="4496334" y="173905"/>
                  <a:pt x="4496334" y="241602"/>
                </a:cubicBezTo>
                <a:cubicBezTo>
                  <a:pt x="4496334" y="298943"/>
                  <a:pt x="4536103" y="330014"/>
                  <a:pt x="4580725" y="341030"/>
                </a:cubicBezTo>
                <a:lnTo>
                  <a:pt x="4650464" y="358260"/>
                </a:lnTo>
                <a:cubicBezTo>
                  <a:pt x="4687475" y="367205"/>
                  <a:pt x="4704220" y="380387"/>
                  <a:pt x="4704220" y="409387"/>
                </a:cubicBezTo>
                <a:cubicBezTo>
                  <a:pt x="4704220" y="444601"/>
                  <a:pt x="4679102" y="464656"/>
                  <a:pt x="4635146" y="464656"/>
                </a:cubicBezTo>
                <a:cubicBezTo>
                  <a:pt x="4587670" y="464656"/>
                  <a:pt x="4563314" y="441870"/>
                  <a:pt x="4555607" y="384624"/>
                </a:cubicBezTo>
                <a:lnTo>
                  <a:pt x="4481682" y="405338"/>
                </a:lnTo>
                <a:cubicBezTo>
                  <a:pt x="4485868" y="464750"/>
                  <a:pt x="4541716" y="501282"/>
                  <a:pt x="4626108" y="501282"/>
                </a:cubicBezTo>
                <a:cubicBezTo>
                  <a:pt x="4720299" y="501282"/>
                  <a:pt x="4771200" y="457782"/>
                  <a:pt x="4771200" y="388767"/>
                </a:cubicBezTo>
                <a:cubicBezTo>
                  <a:pt x="4771200" y="323894"/>
                  <a:pt x="4725817" y="296965"/>
                  <a:pt x="4678436" y="285196"/>
                </a:cubicBezTo>
                <a:lnTo>
                  <a:pt x="4611456" y="268625"/>
                </a:lnTo>
                <a:cubicBezTo>
                  <a:pt x="4577966" y="260339"/>
                  <a:pt x="4563314" y="245180"/>
                  <a:pt x="4563314" y="223054"/>
                </a:cubicBezTo>
                <a:cubicBezTo>
                  <a:pt x="4563314" y="195466"/>
                  <a:pt x="4587004" y="178895"/>
                  <a:pt x="4622588" y="178895"/>
                </a:cubicBezTo>
                <a:cubicBezTo>
                  <a:pt x="4664450" y="178895"/>
                  <a:pt x="4690234" y="201680"/>
                  <a:pt x="4693754" y="245180"/>
                </a:cubicBezTo>
                <a:lnTo>
                  <a:pt x="4763493" y="224466"/>
                </a:lnTo>
                <a:cubicBezTo>
                  <a:pt x="4755026" y="175976"/>
                  <a:pt x="4706884" y="142174"/>
                  <a:pt x="4629533" y="142174"/>
                </a:cubicBezTo>
                <a:moveTo>
                  <a:pt x="4975471" y="463149"/>
                </a:moveTo>
                <a:cubicBezTo>
                  <a:pt x="4921715" y="463149"/>
                  <a:pt x="4891745" y="412776"/>
                  <a:pt x="4891745" y="321634"/>
                </a:cubicBezTo>
                <a:cubicBezTo>
                  <a:pt x="4891745" y="229080"/>
                  <a:pt x="4921715" y="180119"/>
                  <a:pt x="4975471" y="180119"/>
                </a:cubicBezTo>
                <a:cubicBezTo>
                  <a:pt x="5029226" y="180119"/>
                  <a:pt x="5059196" y="229833"/>
                  <a:pt x="5059196" y="321634"/>
                </a:cubicBezTo>
                <a:cubicBezTo>
                  <a:pt x="5059196" y="414189"/>
                  <a:pt x="5029131" y="463149"/>
                  <a:pt x="4975471" y="463149"/>
                </a:cubicBezTo>
                <a:moveTo>
                  <a:pt x="4975471" y="142174"/>
                </a:moveTo>
                <a:cubicBezTo>
                  <a:pt x="4865962" y="142174"/>
                  <a:pt x="4805261" y="222959"/>
                  <a:pt x="4805261" y="321634"/>
                </a:cubicBezTo>
                <a:cubicBezTo>
                  <a:pt x="4805261" y="420309"/>
                  <a:pt x="4865962" y="501094"/>
                  <a:pt x="4975471" y="501094"/>
                </a:cubicBezTo>
                <a:cubicBezTo>
                  <a:pt x="5084980" y="501094"/>
                  <a:pt x="5145680" y="420309"/>
                  <a:pt x="5145680" y="321634"/>
                </a:cubicBezTo>
                <a:cubicBezTo>
                  <a:pt x="5145680" y="222959"/>
                  <a:pt x="5084980" y="142174"/>
                  <a:pt x="4975471" y="142174"/>
                </a:cubicBezTo>
                <a:moveTo>
                  <a:pt x="5377257" y="142174"/>
                </a:moveTo>
                <a:cubicBezTo>
                  <a:pt x="5325595" y="142174"/>
                  <a:pt x="5297052" y="164301"/>
                  <a:pt x="5280973" y="192547"/>
                </a:cubicBezTo>
                <a:lnTo>
                  <a:pt x="5276787" y="192547"/>
                </a:lnTo>
                <a:lnTo>
                  <a:pt x="5276787" y="149048"/>
                </a:lnTo>
                <a:lnTo>
                  <a:pt x="5194488" y="149048"/>
                </a:lnTo>
                <a:lnTo>
                  <a:pt x="5194488" y="494221"/>
                </a:lnTo>
                <a:lnTo>
                  <a:pt x="5276787" y="494221"/>
                </a:lnTo>
                <a:lnTo>
                  <a:pt x="5276787" y="271261"/>
                </a:lnTo>
                <a:cubicBezTo>
                  <a:pt x="5276787" y="220229"/>
                  <a:pt x="5303331" y="190476"/>
                  <a:pt x="5345860" y="190476"/>
                </a:cubicBezTo>
                <a:cubicBezTo>
                  <a:pt x="5387057" y="190476"/>
                  <a:pt x="5405134" y="217404"/>
                  <a:pt x="5405134" y="258173"/>
                </a:cubicBezTo>
                <a:lnTo>
                  <a:pt x="5405134" y="494221"/>
                </a:lnTo>
                <a:lnTo>
                  <a:pt x="5487432" y="494221"/>
                </a:lnTo>
                <a:lnTo>
                  <a:pt x="5487432" y="257420"/>
                </a:lnTo>
                <a:cubicBezTo>
                  <a:pt x="5487432" y="186333"/>
                  <a:pt x="5449755" y="142174"/>
                  <a:pt x="5377257" y="142174"/>
                </a:cubicBezTo>
                <a:moveTo>
                  <a:pt x="323674" y="11016"/>
                </a:moveTo>
                <a:lnTo>
                  <a:pt x="237190" y="11016"/>
                </a:lnTo>
                <a:lnTo>
                  <a:pt x="237190" y="367864"/>
                </a:lnTo>
                <a:cubicBezTo>
                  <a:pt x="237190" y="425864"/>
                  <a:pt x="214831" y="460325"/>
                  <a:pt x="161837" y="460325"/>
                </a:cubicBezTo>
                <a:cubicBezTo>
                  <a:pt x="109509" y="460325"/>
                  <a:pt x="86484" y="423698"/>
                  <a:pt x="86484" y="360897"/>
                </a:cubicBezTo>
                <a:lnTo>
                  <a:pt x="86484" y="294612"/>
                </a:lnTo>
                <a:lnTo>
                  <a:pt x="0" y="315985"/>
                </a:lnTo>
                <a:lnTo>
                  <a:pt x="0" y="345644"/>
                </a:lnTo>
                <a:cubicBezTo>
                  <a:pt x="0" y="436033"/>
                  <a:pt x="45383" y="505143"/>
                  <a:pt x="161837" y="505143"/>
                </a:cubicBezTo>
                <a:cubicBezTo>
                  <a:pt x="278291" y="505143"/>
                  <a:pt x="323674" y="436127"/>
                  <a:pt x="323674" y="345644"/>
                </a:cubicBezTo>
                <a:lnTo>
                  <a:pt x="323674" y="11016"/>
                </a:lnTo>
                <a:moveTo>
                  <a:pt x="844008" y="11016"/>
                </a:moveTo>
                <a:lnTo>
                  <a:pt x="761710" y="11016"/>
                </a:lnTo>
                <a:lnTo>
                  <a:pt x="761710" y="494221"/>
                </a:lnTo>
                <a:lnTo>
                  <a:pt x="844008" y="494221"/>
                </a:lnTo>
                <a:lnTo>
                  <a:pt x="844008" y="271261"/>
                </a:lnTo>
                <a:cubicBezTo>
                  <a:pt x="844008" y="220229"/>
                  <a:pt x="870553" y="190476"/>
                  <a:pt x="913081" y="190476"/>
                </a:cubicBezTo>
                <a:cubicBezTo>
                  <a:pt x="954278" y="190476"/>
                  <a:pt x="972355" y="217404"/>
                  <a:pt x="972355" y="258173"/>
                </a:cubicBezTo>
                <a:lnTo>
                  <a:pt x="972355" y="494221"/>
                </a:lnTo>
                <a:lnTo>
                  <a:pt x="1054653" y="494221"/>
                </a:lnTo>
                <a:lnTo>
                  <a:pt x="1054653" y="257420"/>
                </a:lnTo>
                <a:cubicBezTo>
                  <a:pt x="1054653" y="186333"/>
                  <a:pt x="1016977" y="142174"/>
                  <a:pt x="944478" y="142174"/>
                </a:cubicBezTo>
                <a:cubicBezTo>
                  <a:pt x="892816" y="142174"/>
                  <a:pt x="864273" y="164301"/>
                  <a:pt x="848194" y="192547"/>
                </a:cubicBezTo>
                <a:lnTo>
                  <a:pt x="844008" y="192547"/>
                </a:lnTo>
                <a:lnTo>
                  <a:pt x="844008" y="11016"/>
                </a:lnTo>
                <a:moveTo>
                  <a:pt x="3352342" y="11016"/>
                </a:moveTo>
                <a:lnTo>
                  <a:pt x="3265857" y="11016"/>
                </a:lnTo>
                <a:lnTo>
                  <a:pt x="3265857" y="367864"/>
                </a:lnTo>
                <a:cubicBezTo>
                  <a:pt x="3265857" y="425864"/>
                  <a:pt x="3243499" y="460325"/>
                  <a:pt x="3190504" y="460325"/>
                </a:cubicBezTo>
                <a:cubicBezTo>
                  <a:pt x="3138176" y="460325"/>
                  <a:pt x="3115152" y="423698"/>
                  <a:pt x="3115152" y="360897"/>
                </a:cubicBezTo>
                <a:lnTo>
                  <a:pt x="3115152" y="294612"/>
                </a:lnTo>
                <a:lnTo>
                  <a:pt x="3028667" y="315985"/>
                </a:lnTo>
                <a:lnTo>
                  <a:pt x="3028667" y="345644"/>
                </a:lnTo>
                <a:cubicBezTo>
                  <a:pt x="3028667" y="436033"/>
                  <a:pt x="3074050" y="505143"/>
                  <a:pt x="3190504" y="505143"/>
                </a:cubicBezTo>
                <a:cubicBezTo>
                  <a:pt x="3306959" y="505143"/>
                  <a:pt x="3352342" y="436127"/>
                  <a:pt x="3352342" y="345644"/>
                </a:cubicBezTo>
                <a:lnTo>
                  <a:pt x="3352342" y="11016"/>
                </a:lnTo>
                <a:moveTo>
                  <a:pt x="3872675" y="11016"/>
                </a:moveTo>
                <a:lnTo>
                  <a:pt x="3790377" y="11016"/>
                </a:lnTo>
                <a:lnTo>
                  <a:pt x="3790377" y="494221"/>
                </a:lnTo>
                <a:lnTo>
                  <a:pt x="3872675" y="494221"/>
                </a:lnTo>
                <a:lnTo>
                  <a:pt x="3872675" y="271261"/>
                </a:lnTo>
                <a:cubicBezTo>
                  <a:pt x="3872675" y="220229"/>
                  <a:pt x="3899220" y="190476"/>
                  <a:pt x="3941749" y="190476"/>
                </a:cubicBezTo>
                <a:cubicBezTo>
                  <a:pt x="3982945" y="190476"/>
                  <a:pt x="4001022" y="217404"/>
                  <a:pt x="4001022" y="258173"/>
                </a:cubicBezTo>
                <a:lnTo>
                  <a:pt x="4001022" y="494221"/>
                </a:lnTo>
                <a:lnTo>
                  <a:pt x="4083320" y="494221"/>
                </a:lnTo>
                <a:lnTo>
                  <a:pt x="4083320" y="257420"/>
                </a:lnTo>
                <a:cubicBezTo>
                  <a:pt x="4083320" y="186333"/>
                  <a:pt x="4045644" y="142174"/>
                  <a:pt x="3973146" y="142174"/>
                </a:cubicBezTo>
                <a:cubicBezTo>
                  <a:pt x="3921483" y="142174"/>
                  <a:pt x="3892941" y="164301"/>
                  <a:pt x="3876861" y="192547"/>
                </a:cubicBezTo>
                <a:lnTo>
                  <a:pt x="3872675" y="192547"/>
                </a:lnTo>
                <a:lnTo>
                  <a:pt x="3872675" y="11016"/>
                </a:lnTo>
                <a:moveTo>
                  <a:pt x="2730110" y="454864"/>
                </a:moveTo>
                <a:cubicBezTo>
                  <a:pt x="2663130" y="454864"/>
                  <a:pt x="2622029" y="401007"/>
                  <a:pt x="2622029" y="343761"/>
                </a:cubicBezTo>
                <a:cubicBezTo>
                  <a:pt x="2622029" y="307887"/>
                  <a:pt x="2638108" y="274745"/>
                  <a:pt x="2664557" y="256102"/>
                </a:cubicBezTo>
                <a:lnTo>
                  <a:pt x="2822208" y="426617"/>
                </a:lnTo>
                <a:cubicBezTo>
                  <a:pt x="2792904" y="443848"/>
                  <a:pt x="2760080" y="454864"/>
                  <a:pt x="2730110" y="454864"/>
                </a:cubicBezTo>
                <a:moveTo>
                  <a:pt x="2883575" y="369936"/>
                </a:moveTo>
                <a:lnTo>
                  <a:pt x="2746856" y="220794"/>
                </a:lnTo>
                <a:cubicBezTo>
                  <a:pt x="2771307" y="211096"/>
                  <a:pt x="2794998" y="207706"/>
                  <a:pt x="2814502" y="207706"/>
                </a:cubicBezTo>
                <a:cubicBezTo>
                  <a:pt x="2871016" y="207706"/>
                  <a:pt x="2905838" y="240190"/>
                  <a:pt x="2905838" y="296118"/>
                </a:cubicBezTo>
                <a:cubicBezTo>
                  <a:pt x="2905934" y="320975"/>
                  <a:pt x="2898893" y="346491"/>
                  <a:pt x="2883575" y="369936"/>
                </a:cubicBezTo>
                <a:moveTo>
                  <a:pt x="2728017" y="200833"/>
                </a:moveTo>
                <a:lnTo>
                  <a:pt x="2698047" y="167690"/>
                </a:lnTo>
                <a:cubicBezTo>
                  <a:pt x="2671503" y="138691"/>
                  <a:pt x="2663891" y="120707"/>
                  <a:pt x="2663891" y="99334"/>
                </a:cubicBezTo>
                <a:cubicBezTo>
                  <a:pt x="2663891" y="59318"/>
                  <a:pt x="2689675" y="36532"/>
                  <a:pt x="2730110" y="36532"/>
                </a:cubicBezTo>
                <a:cubicBezTo>
                  <a:pt x="2771307" y="36532"/>
                  <a:pt x="2795664" y="59977"/>
                  <a:pt x="2795664" y="102817"/>
                </a:cubicBezTo>
                <a:cubicBezTo>
                  <a:pt x="2795664" y="142174"/>
                  <a:pt x="2776159" y="179460"/>
                  <a:pt x="2728017" y="200833"/>
                </a:cubicBezTo>
                <a:moveTo>
                  <a:pt x="2732204" y="0"/>
                </a:moveTo>
                <a:cubicBezTo>
                  <a:pt x="2635920" y="0"/>
                  <a:pt x="2588539" y="53198"/>
                  <a:pt x="2588539" y="119389"/>
                </a:cubicBezTo>
                <a:cubicBezTo>
                  <a:pt x="2588539" y="155262"/>
                  <a:pt x="2603857" y="191229"/>
                  <a:pt x="2644387" y="234635"/>
                </a:cubicBezTo>
                <a:lnTo>
                  <a:pt x="2645053" y="236047"/>
                </a:lnTo>
                <a:cubicBezTo>
                  <a:pt x="2576741" y="268531"/>
                  <a:pt x="2545344" y="320975"/>
                  <a:pt x="2545344" y="374832"/>
                </a:cubicBezTo>
                <a:cubicBezTo>
                  <a:pt x="2545344" y="445919"/>
                  <a:pt x="2600432" y="505331"/>
                  <a:pt x="2685584" y="505331"/>
                </a:cubicBezTo>
                <a:cubicBezTo>
                  <a:pt x="2734392" y="505331"/>
                  <a:pt x="2791573" y="485276"/>
                  <a:pt x="2843235" y="449403"/>
                </a:cubicBezTo>
                <a:lnTo>
                  <a:pt x="2885097" y="494315"/>
                </a:lnTo>
                <a:lnTo>
                  <a:pt x="2994606" y="494315"/>
                </a:lnTo>
                <a:lnTo>
                  <a:pt x="2994606" y="490831"/>
                </a:lnTo>
                <a:lnTo>
                  <a:pt x="2905363" y="393474"/>
                </a:lnTo>
                <a:cubicBezTo>
                  <a:pt x="2943039" y="349316"/>
                  <a:pt x="2964637" y="301014"/>
                  <a:pt x="2964637" y="258833"/>
                </a:cubicBezTo>
                <a:cubicBezTo>
                  <a:pt x="2964637" y="206388"/>
                  <a:pt x="2929053" y="171174"/>
                  <a:pt x="2873300" y="171174"/>
                </a:cubicBezTo>
                <a:cubicBezTo>
                  <a:pt x="2843996" y="171174"/>
                  <a:pt x="2811172" y="179460"/>
                  <a:pt x="2789574" y="187745"/>
                </a:cubicBezTo>
                <a:lnTo>
                  <a:pt x="2788147" y="185015"/>
                </a:lnTo>
                <a:cubicBezTo>
                  <a:pt x="2841142" y="156674"/>
                  <a:pt x="2863500" y="130499"/>
                  <a:pt x="2863500" y="93873"/>
                </a:cubicBezTo>
                <a:cubicBezTo>
                  <a:pt x="2863310" y="41428"/>
                  <a:pt x="2815929" y="0"/>
                  <a:pt x="2732204" y="0"/>
                </a:cubicBezTo>
              </a:path>
            </a:pathLst>
          </a:custGeom>
          <a:solidFill>
            <a:schemeClr val="accent1"/>
          </a:solidFill>
          <a:ln w="9509" cap="flat">
            <a:noFill/>
            <a:prstDash val="solid"/>
            <a:miter/>
          </a:ln>
        </p:spPr>
        <p:txBody>
          <a:bodyPr rtlCol="0" anchor="ctr"/>
          <a:lstStyle/>
          <a:p>
            <a:endParaRPr lang="en-GB"/>
          </a:p>
        </p:txBody>
      </p:sp>
      <p:sp>
        <p:nvSpPr>
          <p:cNvPr id="3" name="Footer Placeholder 4">
            <a:extLst>
              <a:ext uri="{FF2B5EF4-FFF2-40B4-BE49-F238E27FC236}">
                <a16:creationId xmlns:a16="http://schemas.microsoft.com/office/drawing/2014/main" id="{80A1E8EF-1DE0-EC73-1B00-F12B8E8434B3}"/>
              </a:ext>
            </a:extLst>
          </p:cNvPr>
          <p:cNvSpPr>
            <a:spLocks noGrp="1"/>
          </p:cNvSpPr>
          <p:nvPr>
            <p:ph type="ftr" sz="quarter" idx="3"/>
          </p:nvPr>
        </p:nvSpPr>
        <p:spPr>
          <a:xfrm>
            <a:off x="288259" y="5868000"/>
            <a:ext cx="4527581"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
        <p:nvSpPr>
          <p:cNvPr id="4" name="Picture Placeholder 7">
            <a:extLst>
              <a:ext uri="{FF2B5EF4-FFF2-40B4-BE49-F238E27FC236}">
                <a16:creationId xmlns:a16="http://schemas.microsoft.com/office/drawing/2014/main" id="{886367F5-983A-EDD5-0E7D-2D71962B9450}"/>
              </a:ext>
            </a:extLst>
          </p:cNvPr>
          <p:cNvSpPr>
            <a:spLocks noGrp="1"/>
          </p:cNvSpPr>
          <p:nvPr>
            <p:ph type="pic" sz="quarter" idx="10" hasCustomPrompt="1"/>
          </p:nvPr>
        </p:nvSpPr>
        <p:spPr>
          <a:xfrm>
            <a:off x="5083403" y="3424232"/>
            <a:ext cx="3041422" cy="3433767"/>
          </a:xfrm>
          <a:solidFill>
            <a:schemeClr val="tx2"/>
          </a:solidFill>
        </p:spPr>
        <p:txBody>
          <a:bodyPr lIns="108000" tIns="72000" rIns="72000" bIns="72000"/>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p:txBody>
      </p:sp>
      <p:sp>
        <p:nvSpPr>
          <p:cNvPr id="8" name="Picture Placeholder 7">
            <a:extLst>
              <a:ext uri="{FF2B5EF4-FFF2-40B4-BE49-F238E27FC236}">
                <a16:creationId xmlns:a16="http://schemas.microsoft.com/office/drawing/2014/main" id="{B1B21A53-5889-6EDC-41F9-2152FB8FD15F}"/>
              </a:ext>
            </a:extLst>
          </p:cNvPr>
          <p:cNvSpPr>
            <a:spLocks noGrp="1"/>
          </p:cNvSpPr>
          <p:nvPr>
            <p:ph type="pic" sz="quarter" idx="11" hasCustomPrompt="1"/>
          </p:nvPr>
        </p:nvSpPr>
        <p:spPr>
          <a:xfrm>
            <a:off x="9150578" y="0"/>
            <a:ext cx="3041422" cy="3424233"/>
          </a:xfrm>
          <a:solidFill>
            <a:schemeClr val="tx2"/>
          </a:solidFill>
        </p:spPr>
        <p:txBody>
          <a:bodyPr lIns="108000" tIns="72000" rIns="72000" bIns="72000"/>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p:txBody>
      </p:sp>
      <p:sp>
        <p:nvSpPr>
          <p:cNvPr id="5" name="TextBox 4">
            <a:extLst>
              <a:ext uri="{FF2B5EF4-FFF2-40B4-BE49-F238E27FC236}">
                <a16:creationId xmlns:a16="http://schemas.microsoft.com/office/drawing/2014/main" id="{6533DCB9-F0CF-0B42-9157-D0ED49F1388D}"/>
              </a:ext>
            </a:extLst>
          </p:cNvPr>
          <p:cNvSpPr txBox="1"/>
          <p:nvPr/>
        </p:nvSpPr>
        <p:spPr>
          <a:xfrm>
            <a:off x="8638050" y="6432550"/>
            <a:ext cx="3260725" cy="183393"/>
          </a:xfrm>
          <a:prstGeom prst="rect">
            <a:avLst/>
          </a:prstGeom>
          <a:noFill/>
        </p:spPr>
        <p:txBody>
          <a:bodyPr wrap="square" lIns="0" tIns="0" rIns="0" bIns="0" rtlCol="0" anchor="b" anchorCtr="0">
            <a:noAutofit/>
          </a:bodyPr>
          <a:lstStyle/>
          <a:p>
            <a:pPr algn="r"/>
            <a:r>
              <a:rPr lang="en-US" sz="1500" kern="1200" dirty="0">
                <a:solidFill>
                  <a:schemeClr val="accent1"/>
                </a:solidFill>
                <a:latin typeface="+mn-lt"/>
                <a:ea typeface="+mn-ea"/>
                <a:cs typeface="+mn-cs"/>
              </a:rPr>
              <a:t>Core program name</a:t>
            </a:r>
          </a:p>
        </p:txBody>
      </p:sp>
    </p:spTree>
    <p:extLst>
      <p:ext uri="{BB962C8B-B14F-4D97-AF65-F5344CB8AC3E}">
        <p14:creationId xmlns:p14="http://schemas.microsoft.com/office/powerpoint/2010/main" val="20583225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B8AD4-5298-7DA9-DDAD-3AB53AF2F9F5}"/>
              </a:ext>
            </a:extLst>
          </p:cNvPr>
          <p:cNvSpPr>
            <a:spLocks noGrp="1"/>
          </p:cNvSpPr>
          <p:nvPr>
            <p:ph type="title" hasCustomPrompt="1"/>
          </p:nvPr>
        </p:nvSpPr>
        <p:spPr>
          <a:xfrm>
            <a:off x="287338" y="266400"/>
            <a:ext cx="8674100" cy="2770117"/>
          </a:xfrm>
        </p:spPr>
        <p:txBody>
          <a:bodyPr anchor="t">
            <a:normAutofit/>
          </a:bodyPr>
          <a:lstStyle>
            <a:lvl1pPr>
              <a:lnSpc>
                <a:spcPct val="80000"/>
              </a:lnSpc>
              <a:defRPr lang="en-GB" sz="7000" b="0" i="0" kern="1200" spc="0" baseline="0" dirty="0">
                <a:solidFill>
                  <a:schemeClr val="accent1"/>
                </a:solidFill>
                <a:latin typeface="+mj-lt"/>
                <a:ea typeface="+mj-ea"/>
                <a:cs typeface="+mj-cs"/>
              </a:defRPr>
            </a:lvl1pPr>
          </a:lstStyle>
          <a:p>
            <a:r>
              <a:rPr lang="en-GB" dirty="0"/>
              <a:t>Click to edit Master title style</a:t>
            </a:r>
            <a:br>
              <a:rPr lang="en-GB" dirty="0"/>
            </a:br>
            <a:endParaRPr lang="en-GB" dirty="0"/>
          </a:p>
        </p:txBody>
      </p:sp>
      <p:sp>
        <p:nvSpPr>
          <p:cNvPr id="5" name="Footer Placeholder 4">
            <a:extLst>
              <a:ext uri="{FF2B5EF4-FFF2-40B4-BE49-F238E27FC236}">
                <a16:creationId xmlns:a16="http://schemas.microsoft.com/office/drawing/2014/main" id="{895F487D-4064-92B3-E439-C4C68E6D78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49183B-3F5F-D40F-DF08-A45F8678A099}"/>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3" name="Subtitle 2">
            <a:extLst>
              <a:ext uri="{FF2B5EF4-FFF2-40B4-BE49-F238E27FC236}">
                <a16:creationId xmlns:a16="http://schemas.microsoft.com/office/drawing/2014/main" id="{5B2F639B-6480-4C85-354E-746014146F29}"/>
              </a:ext>
            </a:extLst>
          </p:cNvPr>
          <p:cNvSpPr>
            <a:spLocks noGrp="1"/>
          </p:cNvSpPr>
          <p:nvPr>
            <p:ph type="subTitle" idx="1" hasCustomPrompt="1"/>
          </p:nvPr>
        </p:nvSpPr>
        <p:spPr>
          <a:xfrm>
            <a:off x="284805" y="4889500"/>
            <a:ext cx="5760000" cy="865834"/>
          </a:xfrm>
        </p:spPr>
        <p:txBody>
          <a:bodyPr anchor="b"/>
          <a:lstStyle>
            <a:lvl1pPr marL="0" indent="0" algn="l">
              <a:lnSpc>
                <a:spcPct val="100000"/>
              </a:lnSpc>
              <a:spcBef>
                <a:spcPts val="0"/>
              </a:spcBef>
              <a:spcAft>
                <a:spcPts val="0"/>
              </a:spcAft>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Supporting details. Delete if not required.</a:t>
            </a:r>
          </a:p>
        </p:txBody>
      </p:sp>
    </p:spTree>
    <p:extLst>
      <p:ext uri="{BB962C8B-B14F-4D97-AF65-F5344CB8AC3E}">
        <p14:creationId xmlns:p14="http://schemas.microsoft.com/office/powerpoint/2010/main" val="13399970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Header with Panel">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1E30424-3D6B-9C32-D056-E12FEE159594}"/>
              </a:ext>
            </a:extLst>
          </p:cNvPr>
          <p:cNvSpPr>
            <a:spLocks noGrp="1"/>
          </p:cNvSpPr>
          <p:nvPr>
            <p:ph type="title"/>
          </p:nvPr>
        </p:nvSpPr>
        <p:spPr>
          <a:xfrm>
            <a:off x="287338" y="266400"/>
            <a:ext cx="7694612" cy="1758623"/>
          </a:xfrm>
        </p:spPr>
        <p:txBody>
          <a:bodyPr anchor="t"/>
          <a:lstStyle>
            <a:lvl1pPr>
              <a:lnSpc>
                <a:spcPct val="80000"/>
              </a:lnSpc>
              <a:defRPr lang="en-GB" sz="7000" b="0" i="0" kern="1200" spc="0" baseline="0" smtClean="0">
                <a:solidFill>
                  <a:schemeClr val="accent1"/>
                </a:solidFill>
                <a:latin typeface="+mj-lt"/>
                <a:ea typeface="+mj-ea"/>
                <a:cs typeface="+mj-cs"/>
              </a:defRPr>
            </a:lvl1pPr>
          </a:lstStyle>
          <a:p>
            <a:r>
              <a:rPr lang="en-US"/>
              <a:t>Click to edit Master title style</a:t>
            </a:r>
            <a:endParaRPr lang="en-GB" dirty="0"/>
          </a:p>
        </p:txBody>
      </p:sp>
      <p:sp>
        <p:nvSpPr>
          <p:cNvPr id="4" name="Slide Number Placeholder 5">
            <a:extLst>
              <a:ext uri="{FF2B5EF4-FFF2-40B4-BE49-F238E27FC236}">
                <a16:creationId xmlns:a16="http://schemas.microsoft.com/office/drawing/2014/main" id="{FC72F9C5-6F6D-587C-351F-0B5583DF1799}"/>
              </a:ext>
            </a:extLst>
          </p:cNvPr>
          <p:cNvSpPr>
            <a:spLocks noGrp="1"/>
          </p:cNvSpPr>
          <p:nvPr>
            <p:ph type="sldNum" sz="quarter" idx="12"/>
          </p:nvPr>
        </p:nvSpPr>
        <p:spPr>
          <a:xfrm>
            <a:off x="11581942" y="6433878"/>
            <a:ext cx="320674" cy="153463"/>
          </a:xfrm>
        </p:spPr>
        <p:txBody>
          <a:bodyPr/>
          <a:lstStyle/>
          <a:p>
            <a:fld id="{C5BF5472-8D93-4A90-A2A5-629ECA2C2464}" type="slidenum">
              <a:rPr lang="en-US" smtClean="0"/>
              <a:t>‹#›</a:t>
            </a:fld>
            <a:endParaRPr lang="en-US"/>
          </a:p>
        </p:txBody>
      </p:sp>
      <p:sp>
        <p:nvSpPr>
          <p:cNvPr id="3" name="Footer Placeholder 4">
            <a:extLst>
              <a:ext uri="{FF2B5EF4-FFF2-40B4-BE49-F238E27FC236}">
                <a16:creationId xmlns:a16="http://schemas.microsoft.com/office/drawing/2014/main" id="{59742FCF-8FC7-F781-403E-AD00D13802D4}"/>
              </a:ext>
            </a:extLst>
          </p:cNvPr>
          <p:cNvSpPr>
            <a:spLocks noGrp="1"/>
          </p:cNvSpPr>
          <p:nvPr>
            <p:ph type="ftr" sz="quarter" idx="3"/>
          </p:nvPr>
        </p:nvSpPr>
        <p:spPr>
          <a:xfrm>
            <a:off x="288259" y="5868000"/>
            <a:ext cx="7801641"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
        <p:nvSpPr>
          <p:cNvPr id="5" name="Subtitle 2">
            <a:extLst>
              <a:ext uri="{FF2B5EF4-FFF2-40B4-BE49-F238E27FC236}">
                <a16:creationId xmlns:a16="http://schemas.microsoft.com/office/drawing/2014/main" id="{9137902E-418A-6086-125B-35CF695BBECC}"/>
              </a:ext>
            </a:extLst>
          </p:cNvPr>
          <p:cNvSpPr>
            <a:spLocks noGrp="1"/>
          </p:cNvSpPr>
          <p:nvPr>
            <p:ph type="subTitle" idx="1" hasCustomPrompt="1"/>
          </p:nvPr>
        </p:nvSpPr>
        <p:spPr>
          <a:xfrm>
            <a:off x="284805" y="4889500"/>
            <a:ext cx="5760000" cy="865834"/>
          </a:xfrm>
        </p:spPr>
        <p:txBody>
          <a:bodyPr anchor="b"/>
          <a:lstStyle>
            <a:lvl1pPr marL="0" indent="0" algn="l">
              <a:lnSpc>
                <a:spcPct val="100000"/>
              </a:lnSpc>
              <a:spcBef>
                <a:spcPts val="0"/>
              </a:spcBef>
              <a:spcAft>
                <a:spcPts val="0"/>
              </a:spcAft>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Supporting details. Delete if not required.</a:t>
            </a:r>
          </a:p>
        </p:txBody>
      </p:sp>
      <p:sp>
        <p:nvSpPr>
          <p:cNvPr id="6" name="Rectangle 5">
            <a:extLst>
              <a:ext uri="{FF2B5EF4-FFF2-40B4-BE49-F238E27FC236}">
                <a16:creationId xmlns:a16="http://schemas.microsoft.com/office/drawing/2014/main" id="{50CD4E66-FCDE-4589-950A-448580DCE772}"/>
              </a:ext>
            </a:extLst>
          </p:cNvPr>
          <p:cNvSpPr/>
          <p:nvPr/>
        </p:nvSpPr>
        <p:spPr>
          <a:xfrm>
            <a:off x="8124825" y="2"/>
            <a:ext cx="4067175" cy="2282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n-lt"/>
            </a:endParaRPr>
          </a:p>
        </p:txBody>
      </p:sp>
      <p:sp>
        <p:nvSpPr>
          <p:cNvPr id="10" name="Rectangle 9">
            <a:extLst>
              <a:ext uri="{FF2B5EF4-FFF2-40B4-BE49-F238E27FC236}">
                <a16:creationId xmlns:a16="http://schemas.microsoft.com/office/drawing/2014/main" id="{01983749-CBBE-20C9-5CE9-A0FB7E9642E0}"/>
              </a:ext>
            </a:extLst>
          </p:cNvPr>
          <p:cNvSpPr/>
          <p:nvPr/>
        </p:nvSpPr>
        <p:spPr>
          <a:xfrm>
            <a:off x="10186988" y="0"/>
            <a:ext cx="2005012" cy="4575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n-lt"/>
            </a:endParaRPr>
          </a:p>
        </p:txBody>
      </p:sp>
    </p:spTree>
    <p:extLst>
      <p:ext uri="{BB962C8B-B14F-4D97-AF65-F5344CB8AC3E}">
        <p14:creationId xmlns:p14="http://schemas.microsoft.com/office/powerpoint/2010/main" val="20592315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Red with Panel">
    <p:bg>
      <p:bgPr>
        <a:solidFill>
          <a:schemeClr val="accent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1DFFC51-5FDD-DBA1-C803-B017E296ADB6}"/>
              </a:ext>
            </a:extLst>
          </p:cNvPr>
          <p:cNvSpPr/>
          <p:nvPr/>
        </p:nvSpPr>
        <p:spPr>
          <a:xfrm>
            <a:off x="8124825" y="2"/>
            <a:ext cx="4067175" cy="2282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n-lt"/>
            </a:endParaRPr>
          </a:p>
        </p:txBody>
      </p:sp>
      <p:sp>
        <p:nvSpPr>
          <p:cNvPr id="2" name="Title 1">
            <a:extLst>
              <a:ext uri="{FF2B5EF4-FFF2-40B4-BE49-F238E27FC236}">
                <a16:creationId xmlns:a16="http://schemas.microsoft.com/office/drawing/2014/main" id="{199B8AD4-5298-7DA9-DDAD-3AB53AF2F9F5}"/>
              </a:ext>
            </a:extLst>
          </p:cNvPr>
          <p:cNvSpPr>
            <a:spLocks noGrp="1"/>
          </p:cNvSpPr>
          <p:nvPr>
            <p:ph type="title"/>
          </p:nvPr>
        </p:nvSpPr>
        <p:spPr>
          <a:xfrm>
            <a:off x="287338" y="266400"/>
            <a:ext cx="7694612" cy="1758623"/>
          </a:xfrm>
        </p:spPr>
        <p:txBody>
          <a:bodyPr anchor="t"/>
          <a:lstStyle>
            <a:lvl1pPr>
              <a:lnSpc>
                <a:spcPct val="80000"/>
              </a:lnSpc>
              <a:defRPr lang="en-GB" sz="7000" b="0" i="0" kern="1200" spc="0" baseline="0" smtClean="0">
                <a:solidFill>
                  <a:schemeClr val="bg1"/>
                </a:solidFill>
                <a:latin typeface="+mj-lt"/>
                <a:ea typeface="+mj-ea"/>
                <a:cs typeface="+mj-cs"/>
              </a:defRPr>
            </a:lvl1pPr>
          </a:lstStyle>
          <a:p>
            <a:r>
              <a:rPr lang="en-US"/>
              <a:t>Click to edit Master title style</a:t>
            </a:r>
            <a:endParaRPr lang="en-GB" dirty="0"/>
          </a:p>
        </p:txBody>
      </p:sp>
      <p:sp>
        <p:nvSpPr>
          <p:cNvPr id="5" name="Slide Number Placeholder 5">
            <a:extLst>
              <a:ext uri="{FF2B5EF4-FFF2-40B4-BE49-F238E27FC236}">
                <a16:creationId xmlns:a16="http://schemas.microsoft.com/office/drawing/2014/main" id="{5996C02B-DDD3-6ECC-5C7A-81C542C2CC80}"/>
              </a:ext>
            </a:extLst>
          </p:cNvPr>
          <p:cNvSpPr>
            <a:spLocks noGrp="1"/>
          </p:cNvSpPr>
          <p:nvPr>
            <p:ph type="sldNum" sz="quarter" idx="12"/>
          </p:nvPr>
        </p:nvSpPr>
        <p:spPr>
          <a:xfrm>
            <a:off x="11581942" y="6433878"/>
            <a:ext cx="320674" cy="153463"/>
          </a:xfrm>
        </p:spPr>
        <p:txBody>
          <a:bodyPr/>
          <a:lstStyle>
            <a:lvl1pPr>
              <a:defRPr>
                <a:solidFill>
                  <a:schemeClr val="bg1"/>
                </a:solidFill>
              </a:defRPr>
            </a:lvl1pPr>
          </a:lstStyle>
          <a:p>
            <a:fld id="{C5BF5472-8D93-4A90-A2A5-629ECA2C2464}" type="slidenum">
              <a:rPr lang="en-US" smtClean="0"/>
              <a:t>‹#›</a:t>
            </a:fld>
            <a:endParaRPr lang="en-US"/>
          </a:p>
        </p:txBody>
      </p:sp>
      <p:sp>
        <p:nvSpPr>
          <p:cNvPr id="4" name="Footer Placeholder 4">
            <a:extLst>
              <a:ext uri="{FF2B5EF4-FFF2-40B4-BE49-F238E27FC236}">
                <a16:creationId xmlns:a16="http://schemas.microsoft.com/office/drawing/2014/main" id="{BA8361A8-BA28-9A97-B580-B5DE0DF2ADFB}"/>
              </a:ext>
            </a:extLst>
          </p:cNvPr>
          <p:cNvSpPr>
            <a:spLocks noGrp="1"/>
          </p:cNvSpPr>
          <p:nvPr>
            <p:ph type="ftr" sz="quarter" idx="3"/>
          </p:nvPr>
        </p:nvSpPr>
        <p:spPr>
          <a:xfrm>
            <a:off x="288259" y="5868000"/>
            <a:ext cx="7801641"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bg1"/>
                </a:solidFill>
                <a:latin typeface="+mn-lt"/>
              </a:defRPr>
            </a:lvl1pPr>
          </a:lstStyle>
          <a:p>
            <a:endParaRPr lang="en-US"/>
          </a:p>
        </p:txBody>
      </p:sp>
      <p:sp>
        <p:nvSpPr>
          <p:cNvPr id="7" name="Graphic 8">
            <a:extLst>
              <a:ext uri="{FF2B5EF4-FFF2-40B4-BE49-F238E27FC236}">
                <a16:creationId xmlns:a16="http://schemas.microsoft.com/office/drawing/2014/main" id="{D2D3E5EB-2CF1-B717-DE02-644E2D3BED91}"/>
              </a:ext>
            </a:extLst>
          </p:cNvPr>
          <p:cNvSpPr>
            <a:spLocks noChangeAspect="1"/>
          </p:cNvSpPr>
          <p:nvPr/>
        </p:nvSpPr>
        <p:spPr>
          <a:xfrm>
            <a:off x="287338" y="6416675"/>
            <a:ext cx="352800" cy="149403"/>
          </a:xfrm>
          <a:custGeom>
            <a:avLst/>
            <a:gdLst>
              <a:gd name="connsiteX0" fmla="*/ 5699846 w 6586631"/>
              <a:gd name="connsiteY0" fmla="*/ 2789294 h 2789293"/>
              <a:gd name="connsiteX1" fmla="*/ 6586632 w 6586631"/>
              <a:gd name="connsiteY1" fmla="*/ 1909153 h 2789293"/>
              <a:gd name="connsiteX2" fmla="*/ 6586632 w 6586631"/>
              <a:gd name="connsiteY2" fmla="*/ 60980 h 2789293"/>
              <a:gd name="connsiteX3" fmla="*/ 6112656 w 6586631"/>
              <a:gd name="connsiteY3" fmla="*/ 60980 h 2789293"/>
              <a:gd name="connsiteX4" fmla="*/ 6112656 w 6586631"/>
              <a:gd name="connsiteY4" fmla="*/ 2031114 h 2789293"/>
              <a:gd name="connsiteX5" fmla="*/ 5699846 w 6586631"/>
              <a:gd name="connsiteY5" fmla="*/ 2541669 h 2789293"/>
              <a:gd name="connsiteX6" fmla="*/ 5287036 w 6586631"/>
              <a:gd name="connsiteY6" fmla="*/ 1992847 h 2789293"/>
              <a:gd name="connsiteX7" fmla="*/ 5287036 w 6586631"/>
              <a:gd name="connsiteY7" fmla="*/ 1627212 h 2789293"/>
              <a:gd name="connsiteX8" fmla="*/ 4813060 w 6586631"/>
              <a:gd name="connsiteY8" fmla="*/ 1745222 h 2789293"/>
              <a:gd name="connsiteX9" fmla="*/ 4813060 w 6586631"/>
              <a:gd name="connsiteY9" fmla="*/ 1909153 h 2789293"/>
              <a:gd name="connsiteX10" fmla="*/ 5699846 w 6586631"/>
              <a:gd name="connsiteY10" fmla="*/ 2789294 h 2789293"/>
              <a:gd name="connsiteX11" fmla="*/ 3177175 w 6586631"/>
              <a:gd name="connsiteY11" fmla="*/ 2511056 h 2789293"/>
              <a:gd name="connsiteX12" fmla="*/ 2584828 w 6586631"/>
              <a:gd name="connsiteY12" fmla="*/ 1897549 h 2789293"/>
              <a:gd name="connsiteX13" fmla="*/ 2817854 w 6586631"/>
              <a:gd name="connsiteY13" fmla="*/ 1413657 h 2789293"/>
              <a:gd name="connsiteX14" fmla="*/ 3681610 w 6586631"/>
              <a:gd name="connsiteY14" fmla="*/ 2354778 h 2789293"/>
              <a:gd name="connsiteX15" fmla="*/ 3177175 w 6586631"/>
              <a:gd name="connsiteY15" fmla="*/ 2511056 h 2789293"/>
              <a:gd name="connsiteX16" fmla="*/ 3639512 w 6586631"/>
              <a:gd name="connsiteY16" fmla="*/ 1147022 h 2789293"/>
              <a:gd name="connsiteX17" fmla="*/ 4140232 w 6586631"/>
              <a:gd name="connsiteY17" fmla="*/ 1634865 h 2789293"/>
              <a:gd name="connsiteX18" fmla="*/ 4017900 w 6586631"/>
              <a:gd name="connsiteY18" fmla="*/ 2042717 h 2789293"/>
              <a:gd name="connsiteX19" fmla="*/ 3268800 w 6586631"/>
              <a:gd name="connsiteY19" fmla="*/ 1219359 h 2789293"/>
              <a:gd name="connsiteX20" fmla="*/ 3639512 w 6586631"/>
              <a:gd name="connsiteY20" fmla="*/ 1147022 h 2789293"/>
              <a:gd name="connsiteX21" fmla="*/ 3177175 w 6586631"/>
              <a:gd name="connsiteY21" fmla="*/ 201951 h 2789293"/>
              <a:gd name="connsiteX22" fmla="*/ 3536495 w 6586631"/>
              <a:gd name="connsiteY22" fmla="*/ 567833 h 2789293"/>
              <a:gd name="connsiteX23" fmla="*/ 3165783 w 6586631"/>
              <a:gd name="connsiteY23" fmla="*/ 1109002 h 2789293"/>
              <a:gd name="connsiteX24" fmla="*/ 3001353 w 6586631"/>
              <a:gd name="connsiteY24" fmla="*/ 926061 h 2789293"/>
              <a:gd name="connsiteX25" fmla="*/ 2814140 w 6586631"/>
              <a:gd name="connsiteY25" fmla="*/ 548823 h 2789293"/>
              <a:gd name="connsiteX26" fmla="*/ 3177175 w 6586631"/>
              <a:gd name="connsiteY26" fmla="*/ 201951 h 2789293"/>
              <a:gd name="connsiteX27" fmla="*/ 4136518 w 6586631"/>
              <a:gd name="connsiteY27" fmla="*/ 2172084 h 2789293"/>
              <a:gd name="connsiteX28" fmla="*/ 4461417 w 6586631"/>
              <a:gd name="connsiteY28" fmla="*/ 1428964 h 2789293"/>
              <a:gd name="connsiteX29" fmla="*/ 3960696 w 6586631"/>
              <a:gd name="connsiteY29" fmla="*/ 945071 h 2789293"/>
              <a:gd name="connsiteX30" fmla="*/ 3502073 w 6586631"/>
              <a:gd name="connsiteY30" fmla="*/ 1036418 h 2789293"/>
              <a:gd name="connsiteX31" fmla="*/ 3494397 w 6586631"/>
              <a:gd name="connsiteY31" fmla="*/ 1021112 h 2789293"/>
              <a:gd name="connsiteX32" fmla="*/ 3907206 w 6586631"/>
              <a:gd name="connsiteY32" fmla="*/ 518209 h 2789293"/>
              <a:gd name="connsiteX33" fmla="*/ 3188566 w 6586631"/>
              <a:gd name="connsiteY33" fmla="*/ 0 h 2789293"/>
              <a:gd name="connsiteX34" fmla="*/ 2401082 w 6586631"/>
              <a:gd name="connsiteY34" fmla="*/ 659180 h 2789293"/>
              <a:gd name="connsiteX35" fmla="*/ 2706913 w 6586631"/>
              <a:gd name="connsiteY35" fmla="*/ 1295646 h 2789293"/>
              <a:gd name="connsiteX36" fmla="*/ 2710628 w 6586631"/>
              <a:gd name="connsiteY36" fmla="*/ 1303300 h 2789293"/>
              <a:gd name="connsiteX37" fmla="*/ 2164094 w 6586631"/>
              <a:gd name="connsiteY37" fmla="*/ 2069134 h 2789293"/>
              <a:gd name="connsiteX38" fmla="*/ 2932262 w 6586631"/>
              <a:gd name="connsiteY38" fmla="*/ 2789294 h 2789293"/>
              <a:gd name="connsiteX39" fmla="*/ 3796018 w 6586631"/>
              <a:gd name="connsiteY39" fmla="*/ 2480689 h 2789293"/>
              <a:gd name="connsiteX40" fmla="*/ 4025329 w 6586631"/>
              <a:gd name="connsiteY40" fmla="*/ 2728314 h 2789293"/>
              <a:gd name="connsiteX41" fmla="*/ 4625352 w 6586631"/>
              <a:gd name="connsiteY41" fmla="*/ 2728314 h 2789293"/>
              <a:gd name="connsiteX42" fmla="*/ 4625352 w 6586631"/>
              <a:gd name="connsiteY42" fmla="*/ 2709303 h 2789293"/>
              <a:gd name="connsiteX43" fmla="*/ 4136518 w 6586631"/>
              <a:gd name="connsiteY43" fmla="*/ 2172084 h 2789293"/>
              <a:gd name="connsiteX44" fmla="*/ 886786 w 6586631"/>
              <a:gd name="connsiteY44" fmla="*/ 2789294 h 2789293"/>
              <a:gd name="connsiteX45" fmla="*/ 1773572 w 6586631"/>
              <a:gd name="connsiteY45" fmla="*/ 1909153 h 2789293"/>
              <a:gd name="connsiteX46" fmla="*/ 1773572 w 6586631"/>
              <a:gd name="connsiteY46" fmla="*/ 60980 h 2789293"/>
              <a:gd name="connsiteX47" fmla="*/ 1299596 w 6586631"/>
              <a:gd name="connsiteY47" fmla="*/ 60980 h 2789293"/>
              <a:gd name="connsiteX48" fmla="*/ 1299596 w 6586631"/>
              <a:gd name="connsiteY48" fmla="*/ 2031114 h 2789293"/>
              <a:gd name="connsiteX49" fmla="*/ 886786 w 6586631"/>
              <a:gd name="connsiteY49" fmla="*/ 2541669 h 2789293"/>
              <a:gd name="connsiteX50" fmla="*/ 473976 w 6586631"/>
              <a:gd name="connsiteY50" fmla="*/ 1992847 h 2789293"/>
              <a:gd name="connsiteX51" fmla="*/ 473976 w 6586631"/>
              <a:gd name="connsiteY51" fmla="*/ 1627212 h 2789293"/>
              <a:gd name="connsiteX52" fmla="*/ 0 w 6586631"/>
              <a:gd name="connsiteY52" fmla="*/ 1745222 h 2789293"/>
              <a:gd name="connsiteX53" fmla="*/ 0 w 6586631"/>
              <a:gd name="connsiteY53" fmla="*/ 1909153 h 2789293"/>
              <a:gd name="connsiteX54" fmla="*/ 886786 w 6586631"/>
              <a:gd name="connsiteY54" fmla="*/ 2789294 h 2789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586631" h="2789293">
                <a:moveTo>
                  <a:pt x="5699846" y="2789294"/>
                </a:moveTo>
                <a:cubicBezTo>
                  <a:pt x="6338253" y="2789294"/>
                  <a:pt x="6586632" y="2408105"/>
                  <a:pt x="6586632" y="1909153"/>
                </a:cubicBezTo>
                <a:lnTo>
                  <a:pt x="6586632" y="60980"/>
                </a:lnTo>
                <a:lnTo>
                  <a:pt x="6112656" y="60980"/>
                </a:lnTo>
                <a:lnTo>
                  <a:pt x="6112656" y="2031114"/>
                </a:lnTo>
                <a:cubicBezTo>
                  <a:pt x="6112656" y="2351075"/>
                  <a:pt x="5990324" y="2541669"/>
                  <a:pt x="5699846" y="2541669"/>
                </a:cubicBezTo>
                <a:cubicBezTo>
                  <a:pt x="5413083" y="2541669"/>
                  <a:pt x="5287036" y="2339718"/>
                  <a:pt x="5287036" y="1992847"/>
                </a:cubicBezTo>
                <a:lnTo>
                  <a:pt x="5287036" y="1627212"/>
                </a:lnTo>
                <a:lnTo>
                  <a:pt x="4813060" y="1745222"/>
                </a:lnTo>
                <a:lnTo>
                  <a:pt x="4813060" y="1909153"/>
                </a:lnTo>
                <a:cubicBezTo>
                  <a:pt x="4813060" y="2408352"/>
                  <a:pt x="5061440" y="2789294"/>
                  <a:pt x="5699846" y="2789294"/>
                </a:cubicBezTo>
                <a:moveTo>
                  <a:pt x="3177175" y="2511056"/>
                </a:moveTo>
                <a:cubicBezTo>
                  <a:pt x="2810177" y="2511056"/>
                  <a:pt x="2584828" y="2213808"/>
                  <a:pt x="2584828" y="1897549"/>
                </a:cubicBezTo>
                <a:cubicBezTo>
                  <a:pt x="2584828" y="1699302"/>
                  <a:pt x="2672739" y="1516361"/>
                  <a:pt x="2817854" y="1413657"/>
                </a:cubicBezTo>
                <a:lnTo>
                  <a:pt x="3681610" y="2354778"/>
                </a:lnTo>
                <a:cubicBezTo>
                  <a:pt x="3521141" y="2450075"/>
                  <a:pt x="3341358" y="2511056"/>
                  <a:pt x="3177175" y="2511056"/>
                </a:cubicBezTo>
                <a:moveTo>
                  <a:pt x="3639512" y="1147022"/>
                </a:moveTo>
                <a:cubicBezTo>
                  <a:pt x="3949057" y="1147022"/>
                  <a:pt x="4140232" y="1326013"/>
                  <a:pt x="4140232" y="1634865"/>
                </a:cubicBezTo>
                <a:cubicBezTo>
                  <a:pt x="4140232" y="1772132"/>
                  <a:pt x="4102096" y="1913103"/>
                  <a:pt x="4017900" y="2042717"/>
                </a:cubicBezTo>
                <a:lnTo>
                  <a:pt x="3268800" y="1219359"/>
                </a:lnTo>
                <a:cubicBezTo>
                  <a:pt x="3402524" y="1166032"/>
                  <a:pt x="3532533" y="1147022"/>
                  <a:pt x="3639512" y="1147022"/>
                </a:cubicBezTo>
                <a:moveTo>
                  <a:pt x="3177175" y="201951"/>
                </a:moveTo>
                <a:cubicBezTo>
                  <a:pt x="3402771" y="201951"/>
                  <a:pt x="3536495" y="331565"/>
                  <a:pt x="3536495" y="567833"/>
                </a:cubicBezTo>
                <a:cubicBezTo>
                  <a:pt x="3536495" y="785091"/>
                  <a:pt x="3429516" y="990745"/>
                  <a:pt x="3165783" y="1109002"/>
                </a:cubicBezTo>
                <a:lnTo>
                  <a:pt x="3001353" y="926061"/>
                </a:lnTo>
                <a:cubicBezTo>
                  <a:pt x="2855990" y="766081"/>
                  <a:pt x="2814140" y="666833"/>
                  <a:pt x="2814140" y="548823"/>
                </a:cubicBezTo>
                <a:cubicBezTo>
                  <a:pt x="2813892" y="327615"/>
                  <a:pt x="2955292" y="201951"/>
                  <a:pt x="3177175" y="201951"/>
                </a:cubicBezTo>
                <a:moveTo>
                  <a:pt x="4136518" y="2172084"/>
                </a:moveTo>
                <a:cubicBezTo>
                  <a:pt x="4343047" y="1928163"/>
                  <a:pt x="4461417" y="1661528"/>
                  <a:pt x="4461417" y="1428964"/>
                </a:cubicBezTo>
                <a:cubicBezTo>
                  <a:pt x="4461417" y="1139369"/>
                  <a:pt x="4266527" y="945071"/>
                  <a:pt x="3960696" y="945071"/>
                </a:cubicBezTo>
                <a:cubicBezTo>
                  <a:pt x="3800228" y="945071"/>
                  <a:pt x="3620443" y="990745"/>
                  <a:pt x="3502073" y="1036418"/>
                </a:cubicBezTo>
                <a:lnTo>
                  <a:pt x="3494397" y="1021112"/>
                </a:lnTo>
                <a:cubicBezTo>
                  <a:pt x="3784874" y="864834"/>
                  <a:pt x="3907206" y="720160"/>
                  <a:pt x="3907206" y="518209"/>
                </a:cubicBezTo>
                <a:cubicBezTo>
                  <a:pt x="3907206" y="228614"/>
                  <a:pt x="3647188" y="0"/>
                  <a:pt x="3188566" y="0"/>
                </a:cubicBezTo>
                <a:cubicBezTo>
                  <a:pt x="2661100" y="0"/>
                  <a:pt x="2401082" y="293545"/>
                  <a:pt x="2401082" y="659180"/>
                </a:cubicBezTo>
                <a:cubicBezTo>
                  <a:pt x="2401082" y="857428"/>
                  <a:pt x="2485278" y="1055429"/>
                  <a:pt x="2706913" y="1295646"/>
                </a:cubicBezTo>
                <a:lnTo>
                  <a:pt x="2710628" y="1303300"/>
                </a:lnTo>
                <a:cubicBezTo>
                  <a:pt x="2336201" y="1482291"/>
                  <a:pt x="2164094" y="1771886"/>
                  <a:pt x="2164094" y="2069134"/>
                </a:cubicBezTo>
                <a:cubicBezTo>
                  <a:pt x="2164094" y="2461679"/>
                  <a:pt x="2465963" y="2789294"/>
                  <a:pt x="2932262" y="2789294"/>
                </a:cubicBezTo>
                <a:cubicBezTo>
                  <a:pt x="3199710" y="2789294"/>
                  <a:pt x="3513217" y="2678690"/>
                  <a:pt x="3796018" y="2480689"/>
                </a:cubicBezTo>
                <a:lnTo>
                  <a:pt x="4025329" y="2728314"/>
                </a:lnTo>
                <a:lnTo>
                  <a:pt x="4625352" y="2728314"/>
                </a:lnTo>
                <a:lnTo>
                  <a:pt x="4625352" y="2709303"/>
                </a:lnTo>
                <a:lnTo>
                  <a:pt x="4136518" y="2172084"/>
                </a:lnTo>
                <a:close/>
                <a:moveTo>
                  <a:pt x="886786" y="2789294"/>
                </a:moveTo>
                <a:cubicBezTo>
                  <a:pt x="1525192" y="2789294"/>
                  <a:pt x="1773572" y="2408105"/>
                  <a:pt x="1773572" y="1909153"/>
                </a:cubicBezTo>
                <a:lnTo>
                  <a:pt x="1773572" y="60980"/>
                </a:lnTo>
                <a:lnTo>
                  <a:pt x="1299596" y="60980"/>
                </a:lnTo>
                <a:lnTo>
                  <a:pt x="1299596" y="2031114"/>
                </a:lnTo>
                <a:cubicBezTo>
                  <a:pt x="1299596" y="2351075"/>
                  <a:pt x="1177263" y="2541669"/>
                  <a:pt x="886786" y="2541669"/>
                </a:cubicBezTo>
                <a:cubicBezTo>
                  <a:pt x="600023" y="2541669"/>
                  <a:pt x="473976" y="2339718"/>
                  <a:pt x="473976" y="1992847"/>
                </a:cubicBezTo>
                <a:lnTo>
                  <a:pt x="473976" y="1627212"/>
                </a:lnTo>
                <a:lnTo>
                  <a:pt x="0" y="1745222"/>
                </a:lnTo>
                <a:lnTo>
                  <a:pt x="0" y="1909153"/>
                </a:lnTo>
                <a:cubicBezTo>
                  <a:pt x="0" y="2408352"/>
                  <a:pt x="248379" y="2789294"/>
                  <a:pt x="886786" y="2789294"/>
                </a:cubicBezTo>
              </a:path>
            </a:pathLst>
          </a:custGeom>
          <a:solidFill>
            <a:schemeClr val="bg1"/>
          </a:solidFill>
          <a:ln w="24751" cap="flat">
            <a:noFill/>
            <a:prstDash val="solid"/>
            <a:miter/>
          </a:ln>
        </p:spPr>
        <p:txBody>
          <a:bodyPr rtlCol="0" anchor="ctr"/>
          <a:lstStyle/>
          <a:p>
            <a:endParaRPr lang="en-GB"/>
          </a:p>
        </p:txBody>
      </p:sp>
      <p:sp>
        <p:nvSpPr>
          <p:cNvPr id="8" name="Subtitle 2">
            <a:extLst>
              <a:ext uri="{FF2B5EF4-FFF2-40B4-BE49-F238E27FC236}">
                <a16:creationId xmlns:a16="http://schemas.microsoft.com/office/drawing/2014/main" id="{CE0D41B9-C193-99A5-8526-5485CAF5031E}"/>
              </a:ext>
            </a:extLst>
          </p:cNvPr>
          <p:cNvSpPr>
            <a:spLocks noGrp="1"/>
          </p:cNvSpPr>
          <p:nvPr>
            <p:ph type="subTitle" idx="1" hasCustomPrompt="1"/>
          </p:nvPr>
        </p:nvSpPr>
        <p:spPr>
          <a:xfrm>
            <a:off x="284805" y="4889500"/>
            <a:ext cx="5760000" cy="865834"/>
          </a:xfrm>
        </p:spPr>
        <p:txBody>
          <a:bodyPr anchor="b"/>
          <a:lstStyle>
            <a:lvl1pPr marL="0" indent="0" algn="l">
              <a:lnSpc>
                <a:spcPct val="100000"/>
              </a:lnSpc>
              <a:spcBef>
                <a:spcPts val="0"/>
              </a:spcBef>
              <a:spcAft>
                <a:spcPts val="0"/>
              </a:spcAft>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Supporting details. Delete if not required.</a:t>
            </a:r>
          </a:p>
        </p:txBody>
      </p:sp>
      <p:sp>
        <p:nvSpPr>
          <p:cNvPr id="9" name="Rectangle 8">
            <a:extLst>
              <a:ext uri="{FF2B5EF4-FFF2-40B4-BE49-F238E27FC236}">
                <a16:creationId xmlns:a16="http://schemas.microsoft.com/office/drawing/2014/main" id="{6733309B-1C6F-838B-4FB1-90C6D8B4502F}"/>
              </a:ext>
            </a:extLst>
          </p:cNvPr>
          <p:cNvSpPr/>
          <p:nvPr/>
        </p:nvSpPr>
        <p:spPr>
          <a:xfrm>
            <a:off x="10186988" y="0"/>
            <a:ext cx="2005012" cy="45754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n-lt"/>
            </a:endParaRPr>
          </a:p>
        </p:txBody>
      </p:sp>
      <p:sp>
        <p:nvSpPr>
          <p:cNvPr id="3" name="TextBox 2">
            <a:extLst>
              <a:ext uri="{FF2B5EF4-FFF2-40B4-BE49-F238E27FC236}">
                <a16:creationId xmlns:a16="http://schemas.microsoft.com/office/drawing/2014/main" id="{BF7E7446-9E4E-412A-CAC0-B0A0B3E34850}"/>
              </a:ext>
            </a:extLst>
          </p:cNvPr>
          <p:cNvSpPr txBox="1"/>
          <p:nvPr/>
        </p:nvSpPr>
        <p:spPr>
          <a:xfrm>
            <a:off x="8124825" y="6449779"/>
            <a:ext cx="3260725" cy="153464"/>
          </a:xfrm>
          <a:prstGeom prst="rect">
            <a:avLst/>
          </a:prstGeom>
          <a:noFill/>
        </p:spPr>
        <p:txBody>
          <a:bodyPr wrap="square" lIns="0" tIns="0" rIns="0" bIns="0" rtlCol="0" anchor="b" anchorCtr="0">
            <a:noAutofit/>
          </a:bodyPr>
          <a:lstStyle/>
          <a:p>
            <a:pPr algn="r"/>
            <a:r>
              <a:rPr lang="en-US" sz="1100" kern="1200" dirty="0">
                <a:solidFill>
                  <a:schemeClr val="bg1"/>
                </a:solidFill>
                <a:latin typeface="+mn-lt"/>
                <a:ea typeface="+mn-ea"/>
                <a:cs typeface="+mn-cs"/>
              </a:rPr>
              <a:t>Core program name</a:t>
            </a:r>
          </a:p>
        </p:txBody>
      </p:sp>
    </p:spTree>
    <p:extLst>
      <p:ext uri="{BB962C8B-B14F-4D97-AF65-F5344CB8AC3E}">
        <p14:creationId xmlns:p14="http://schemas.microsoft.com/office/powerpoint/2010/main" val="22912794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Section Header Gra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B8AD4-5298-7DA9-DDAD-3AB53AF2F9F5}"/>
              </a:ext>
            </a:extLst>
          </p:cNvPr>
          <p:cNvSpPr>
            <a:spLocks noGrp="1"/>
          </p:cNvSpPr>
          <p:nvPr>
            <p:ph type="title"/>
          </p:nvPr>
        </p:nvSpPr>
        <p:spPr>
          <a:xfrm>
            <a:off x="287338" y="266705"/>
            <a:ext cx="8674100" cy="1758623"/>
          </a:xfrm>
        </p:spPr>
        <p:txBody>
          <a:bodyPr anchor="t">
            <a:spAutoFit/>
          </a:bodyPr>
          <a:lstStyle>
            <a:lvl1pPr>
              <a:lnSpc>
                <a:spcPct val="80000"/>
              </a:lnSpc>
              <a:defRPr lang="en-GB" sz="7000" b="0" i="0" kern="1200" spc="0" baseline="0" smtClean="0">
                <a:solidFill>
                  <a:schemeClr val="bg1"/>
                </a:solidFill>
                <a:latin typeface="+mj-lt"/>
                <a:ea typeface="+mj-ea"/>
                <a:cs typeface="+mj-cs"/>
              </a:defRPr>
            </a:lvl1pPr>
          </a:lstStyle>
          <a:p>
            <a:r>
              <a:rPr lang="en-US"/>
              <a:t>Click to edit Master title style</a:t>
            </a:r>
            <a:endParaRPr lang="en-GB" dirty="0"/>
          </a:p>
        </p:txBody>
      </p:sp>
      <p:sp>
        <p:nvSpPr>
          <p:cNvPr id="6" name="Slide Number Placeholder 5">
            <a:extLst>
              <a:ext uri="{FF2B5EF4-FFF2-40B4-BE49-F238E27FC236}">
                <a16:creationId xmlns:a16="http://schemas.microsoft.com/office/drawing/2014/main" id="{6F49183B-3F5F-D40F-DF08-A45F8678A099}"/>
              </a:ext>
            </a:extLst>
          </p:cNvPr>
          <p:cNvSpPr>
            <a:spLocks noGrp="1"/>
          </p:cNvSpPr>
          <p:nvPr>
            <p:ph type="sldNum" sz="quarter" idx="12"/>
          </p:nvPr>
        </p:nvSpPr>
        <p:spPr/>
        <p:txBody>
          <a:bodyPr/>
          <a:lstStyle>
            <a:lvl1pPr>
              <a:defRPr>
                <a:solidFill>
                  <a:schemeClr val="bg1"/>
                </a:solidFill>
              </a:defRPr>
            </a:lvl1pPr>
          </a:lstStyle>
          <a:p>
            <a:fld id="{C5BF5472-8D93-4A90-A2A5-629ECA2C2464}" type="slidenum">
              <a:rPr lang="en-US" smtClean="0"/>
              <a:t>‹#›</a:t>
            </a:fld>
            <a:endParaRPr lang="en-US"/>
          </a:p>
        </p:txBody>
      </p:sp>
      <p:sp>
        <p:nvSpPr>
          <p:cNvPr id="3" name="Text Placeholder 31">
            <a:extLst>
              <a:ext uri="{FF2B5EF4-FFF2-40B4-BE49-F238E27FC236}">
                <a16:creationId xmlns:a16="http://schemas.microsoft.com/office/drawing/2014/main" id="{4D4C34F6-671F-EEC0-FEE1-02A18D85B646}"/>
              </a:ext>
            </a:extLst>
          </p:cNvPr>
          <p:cNvSpPr>
            <a:spLocks noGrp="1"/>
          </p:cNvSpPr>
          <p:nvPr>
            <p:ph type="body" sz="quarter" idx="10" hasCustomPrompt="1"/>
          </p:nvPr>
        </p:nvSpPr>
        <p:spPr>
          <a:xfrm>
            <a:off x="287339" y="4389438"/>
            <a:ext cx="5760000" cy="1376362"/>
          </a:xfrm>
        </p:spPr>
        <p:txBody>
          <a:bodyPr anchor="b"/>
          <a:lstStyle>
            <a:lvl1pPr>
              <a:lnSpc>
                <a:spcPct val="100000"/>
              </a:lnSpc>
              <a:spcBef>
                <a:spcPts val="0"/>
              </a:spcBef>
              <a:spcAft>
                <a:spcPts val="0"/>
              </a:spcAft>
              <a:defRPr sz="1400">
                <a:solidFill>
                  <a:schemeClr val="bg1"/>
                </a:solidFill>
              </a:defRPr>
            </a:lvl1pPr>
          </a:lstStyle>
          <a:p>
            <a:r>
              <a:rPr lang="en-US" noProof="0" dirty="0"/>
              <a:t>Supporting details.</a:t>
            </a:r>
            <a:r>
              <a:rPr lang="en-GB" dirty="0"/>
              <a:t> Delete if not required. </a:t>
            </a:r>
            <a:r>
              <a:rPr lang="en-US" noProof="0" dirty="0"/>
              <a:t>Right click on background &gt; Select ‘Format background’ &gt; Select color fill to change color.</a:t>
            </a:r>
          </a:p>
        </p:txBody>
      </p:sp>
      <p:sp>
        <p:nvSpPr>
          <p:cNvPr id="4" name="Footer Placeholder 4">
            <a:extLst>
              <a:ext uri="{FF2B5EF4-FFF2-40B4-BE49-F238E27FC236}">
                <a16:creationId xmlns:a16="http://schemas.microsoft.com/office/drawing/2014/main" id="{A83A6692-6756-028A-9F7E-2811210F0747}"/>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bg1"/>
                </a:solidFill>
                <a:latin typeface="+mn-lt"/>
              </a:defRPr>
            </a:lvl1pPr>
          </a:lstStyle>
          <a:p>
            <a:endParaRPr lang="en-US"/>
          </a:p>
        </p:txBody>
      </p:sp>
      <p:sp>
        <p:nvSpPr>
          <p:cNvPr id="5" name="Graphic 8">
            <a:extLst>
              <a:ext uri="{FF2B5EF4-FFF2-40B4-BE49-F238E27FC236}">
                <a16:creationId xmlns:a16="http://schemas.microsoft.com/office/drawing/2014/main" id="{C2666627-5EC6-6B74-6176-F0B74B3F4F65}"/>
              </a:ext>
            </a:extLst>
          </p:cNvPr>
          <p:cNvSpPr>
            <a:spLocks noChangeAspect="1"/>
          </p:cNvSpPr>
          <p:nvPr/>
        </p:nvSpPr>
        <p:spPr>
          <a:xfrm>
            <a:off x="287338" y="6416675"/>
            <a:ext cx="352800" cy="149403"/>
          </a:xfrm>
          <a:custGeom>
            <a:avLst/>
            <a:gdLst>
              <a:gd name="connsiteX0" fmla="*/ 5699846 w 6586631"/>
              <a:gd name="connsiteY0" fmla="*/ 2789294 h 2789293"/>
              <a:gd name="connsiteX1" fmla="*/ 6586632 w 6586631"/>
              <a:gd name="connsiteY1" fmla="*/ 1909153 h 2789293"/>
              <a:gd name="connsiteX2" fmla="*/ 6586632 w 6586631"/>
              <a:gd name="connsiteY2" fmla="*/ 60980 h 2789293"/>
              <a:gd name="connsiteX3" fmla="*/ 6112656 w 6586631"/>
              <a:gd name="connsiteY3" fmla="*/ 60980 h 2789293"/>
              <a:gd name="connsiteX4" fmla="*/ 6112656 w 6586631"/>
              <a:gd name="connsiteY4" fmla="*/ 2031114 h 2789293"/>
              <a:gd name="connsiteX5" fmla="*/ 5699846 w 6586631"/>
              <a:gd name="connsiteY5" fmla="*/ 2541669 h 2789293"/>
              <a:gd name="connsiteX6" fmla="*/ 5287036 w 6586631"/>
              <a:gd name="connsiteY6" fmla="*/ 1992847 h 2789293"/>
              <a:gd name="connsiteX7" fmla="*/ 5287036 w 6586631"/>
              <a:gd name="connsiteY7" fmla="*/ 1627212 h 2789293"/>
              <a:gd name="connsiteX8" fmla="*/ 4813060 w 6586631"/>
              <a:gd name="connsiteY8" fmla="*/ 1745222 h 2789293"/>
              <a:gd name="connsiteX9" fmla="*/ 4813060 w 6586631"/>
              <a:gd name="connsiteY9" fmla="*/ 1909153 h 2789293"/>
              <a:gd name="connsiteX10" fmla="*/ 5699846 w 6586631"/>
              <a:gd name="connsiteY10" fmla="*/ 2789294 h 2789293"/>
              <a:gd name="connsiteX11" fmla="*/ 3177175 w 6586631"/>
              <a:gd name="connsiteY11" fmla="*/ 2511056 h 2789293"/>
              <a:gd name="connsiteX12" fmla="*/ 2584828 w 6586631"/>
              <a:gd name="connsiteY12" fmla="*/ 1897549 h 2789293"/>
              <a:gd name="connsiteX13" fmla="*/ 2817854 w 6586631"/>
              <a:gd name="connsiteY13" fmla="*/ 1413657 h 2789293"/>
              <a:gd name="connsiteX14" fmla="*/ 3681610 w 6586631"/>
              <a:gd name="connsiteY14" fmla="*/ 2354778 h 2789293"/>
              <a:gd name="connsiteX15" fmla="*/ 3177175 w 6586631"/>
              <a:gd name="connsiteY15" fmla="*/ 2511056 h 2789293"/>
              <a:gd name="connsiteX16" fmla="*/ 3639512 w 6586631"/>
              <a:gd name="connsiteY16" fmla="*/ 1147022 h 2789293"/>
              <a:gd name="connsiteX17" fmla="*/ 4140232 w 6586631"/>
              <a:gd name="connsiteY17" fmla="*/ 1634865 h 2789293"/>
              <a:gd name="connsiteX18" fmla="*/ 4017900 w 6586631"/>
              <a:gd name="connsiteY18" fmla="*/ 2042717 h 2789293"/>
              <a:gd name="connsiteX19" fmla="*/ 3268800 w 6586631"/>
              <a:gd name="connsiteY19" fmla="*/ 1219359 h 2789293"/>
              <a:gd name="connsiteX20" fmla="*/ 3639512 w 6586631"/>
              <a:gd name="connsiteY20" fmla="*/ 1147022 h 2789293"/>
              <a:gd name="connsiteX21" fmla="*/ 3177175 w 6586631"/>
              <a:gd name="connsiteY21" fmla="*/ 201951 h 2789293"/>
              <a:gd name="connsiteX22" fmla="*/ 3536495 w 6586631"/>
              <a:gd name="connsiteY22" fmla="*/ 567833 h 2789293"/>
              <a:gd name="connsiteX23" fmla="*/ 3165783 w 6586631"/>
              <a:gd name="connsiteY23" fmla="*/ 1109002 h 2789293"/>
              <a:gd name="connsiteX24" fmla="*/ 3001353 w 6586631"/>
              <a:gd name="connsiteY24" fmla="*/ 926061 h 2789293"/>
              <a:gd name="connsiteX25" fmla="*/ 2814140 w 6586631"/>
              <a:gd name="connsiteY25" fmla="*/ 548823 h 2789293"/>
              <a:gd name="connsiteX26" fmla="*/ 3177175 w 6586631"/>
              <a:gd name="connsiteY26" fmla="*/ 201951 h 2789293"/>
              <a:gd name="connsiteX27" fmla="*/ 4136518 w 6586631"/>
              <a:gd name="connsiteY27" fmla="*/ 2172084 h 2789293"/>
              <a:gd name="connsiteX28" fmla="*/ 4461417 w 6586631"/>
              <a:gd name="connsiteY28" fmla="*/ 1428964 h 2789293"/>
              <a:gd name="connsiteX29" fmla="*/ 3960696 w 6586631"/>
              <a:gd name="connsiteY29" fmla="*/ 945071 h 2789293"/>
              <a:gd name="connsiteX30" fmla="*/ 3502073 w 6586631"/>
              <a:gd name="connsiteY30" fmla="*/ 1036418 h 2789293"/>
              <a:gd name="connsiteX31" fmla="*/ 3494397 w 6586631"/>
              <a:gd name="connsiteY31" fmla="*/ 1021112 h 2789293"/>
              <a:gd name="connsiteX32" fmla="*/ 3907206 w 6586631"/>
              <a:gd name="connsiteY32" fmla="*/ 518209 h 2789293"/>
              <a:gd name="connsiteX33" fmla="*/ 3188566 w 6586631"/>
              <a:gd name="connsiteY33" fmla="*/ 0 h 2789293"/>
              <a:gd name="connsiteX34" fmla="*/ 2401082 w 6586631"/>
              <a:gd name="connsiteY34" fmla="*/ 659180 h 2789293"/>
              <a:gd name="connsiteX35" fmla="*/ 2706913 w 6586631"/>
              <a:gd name="connsiteY35" fmla="*/ 1295646 h 2789293"/>
              <a:gd name="connsiteX36" fmla="*/ 2710628 w 6586631"/>
              <a:gd name="connsiteY36" fmla="*/ 1303300 h 2789293"/>
              <a:gd name="connsiteX37" fmla="*/ 2164094 w 6586631"/>
              <a:gd name="connsiteY37" fmla="*/ 2069134 h 2789293"/>
              <a:gd name="connsiteX38" fmla="*/ 2932262 w 6586631"/>
              <a:gd name="connsiteY38" fmla="*/ 2789294 h 2789293"/>
              <a:gd name="connsiteX39" fmla="*/ 3796018 w 6586631"/>
              <a:gd name="connsiteY39" fmla="*/ 2480689 h 2789293"/>
              <a:gd name="connsiteX40" fmla="*/ 4025329 w 6586631"/>
              <a:gd name="connsiteY40" fmla="*/ 2728314 h 2789293"/>
              <a:gd name="connsiteX41" fmla="*/ 4625352 w 6586631"/>
              <a:gd name="connsiteY41" fmla="*/ 2728314 h 2789293"/>
              <a:gd name="connsiteX42" fmla="*/ 4625352 w 6586631"/>
              <a:gd name="connsiteY42" fmla="*/ 2709303 h 2789293"/>
              <a:gd name="connsiteX43" fmla="*/ 4136518 w 6586631"/>
              <a:gd name="connsiteY43" fmla="*/ 2172084 h 2789293"/>
              <a:gd name="connsiteX44" fmla="*/ 886786 w 6586631"/>
              <a:gd name="connsiteY44" fmla="*/ 2789294 h 2789293"/>
              <a:gd name="connsiteX45" fmla="*/ 1773572 w 6586631"/>
              <a:gd name="connsiteY45" fmla="*/ 1909153 h 2789293"/>
              <a:gd name="connsiteX46" fmla="*/ 1773572 w 6586631"/>
              <a:gd name="connsiteY46" fmla="*/ 60980 h 2789293"/>
              <a:gd name="connsiteX47" fmla="*/ 1299596 w 6586631"/>
              <a:gd name="connsiteY47" fmla="*/ 60980 h 2789293"/>
              <a:gd name="connsiteX48" fmla="*/ 1299596 w 6586631"/>
              <a:gd name="connsiteY48" fmla="*/ 2031114 h 2789293"/>
              <a:gd name="connsiteX49" fmla="*/ 886786 w 6586631"/>
              <a:gd name="connsiteY49" fmla="*/ 2541669 h 2789293"/>
              <a:gd name="connsiteX50" fmla="*/ 473976 w 6586631"/>
              <a:gd name="connsiteY50" fmla="*/ 1992847 h 2789293"/>
              <a:gd name="connsiteX51" fmla="*/ 473976 w 6586631"/>
              <a:gd name="connsiteY51" fmla="*/ 1627212 h 2789293"/>
              <a:gd name="connsiteX52" fmla="*/ 0 w 6586631"/>
              <a:gd name="connsiteY52" fmla="*/ 1745222 h 2789293"/>
              <a:gd name="connsiteX53" fmla="*/ 0 w 6586631"/>
              <a:gd name="connsiteY53" fmla="*/ 1909153 h 2789293"/>
              <a:gd name="connsiteX54" fmla="*/ 886786 w 6586631"/>
              <a:gd name="connsiteY54" fmla="*/ 2789294 h 2789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586631" h="2789293">
                <a:moveTo>
                  <a:pt x="5699846" y="2789294"/>
                </a:moveTo>
                <a:cubicBezTo>
                  <a:pt x="6338253" y="2789294"/>
                  <a:pt x="6586632" y="2408105"/>
                  <a:pt x="6586632" y="1909153"/>
                </a:cubicBezTo>
                <a:lnTo>
                  <a:pt x="6586632" y="60980"/>
                </a:lnTo>
                <a:lnTo>
                  <a:pt x="6112656" y="60980"/>
                </a:lnTo>
                <a:lnTo>
                  <a:pt x="6112656" y="2031114"/>
                </a:lnTo>
                <a:cubicBezTo>
                  <a:pt x="6112656" y="2351075"/>
                  <a:pt x="5990324" y="2541669"/>
                  <a:pt x="5699846" y="2541669"/>
                </a:cubicBezTo>
                <a:cubicBezTo>
                  <a:pt x="5413083" y="2541669"/>
                  <a:pt x="5287036" y="2339718"/>
                  <a:pt x="5287036" y="1992847"/>
                </a:cubicBezTo>
                <a:lnTo>
                  <a:pt x="5287036" y="1627212"/>
                </a:lnTo>
                <a:lnTo>
                  <a:pt x="4813060" y="1745222"/>
                </a:lnTo>
                <a:lnTo>
                  <a:pt x="4813060" y="1909153"/>
                </a:lnTo>
                <a:cubicBezTo>
                  <a:pt x="4813060" y="2408352"/>
                  <a:pt x="5061440" y="2789294"/>
                  <a:pt x="5699846" y="2789294"/>
                </a:cubicBezTo>
                <a:moveTo>
                  <a:pt x="3177175" y="2511056"/>
                </a:moveTo>
                <a:cubicBezTo>
                  <a:pt x="2810177" y="2511056"/>
                  <a:pt x="2584828" y="2213808"/>
                  <a:pt x="2584828" y="1897549"/>
                </a:cubicBezTo>
                <a:cubicBezTo>
                  <a:pt x="2584828" y="1699302"/>
                  <a:pt x="2672739" y="1516361"/>
                  <a:pt x="2817854" y="1413657"/>
                </a:cubicBezTo>
                <a:lnTo>
                  <a:pt x="3681610" y="2354778"/>
                </a:lnTo>
                <a:cubicBezTo>
                  <a:pt x="3521141" y="2450075"/>
                  <a:pt x="3341358" y="2511056"/>
                  <a:pt x="3177175" y="2511056"/>
                </a:cubicBezTo>
                <a:moveTo>
                  <a:pt x="3639512" y="1147022"/>
                </a:moveTo>
                <a:cubicBezTo>
                  <a:pt x="3949057" y="1147022"/>
                  <a:pt x="4140232" y="1326013"/>
                  <a:pt x="4140232" y="1634865"/>
                </a:cubicBezTo>
                <a:cubicBezTo>
                  <a:pt x="4140232" y="1772132"/>
                  <a:pt x="4102096" y="1913103"/>
                  <a:pt x="4017900" y="2042717"/>
                </a:cubicBezTo>
                <a:lnTo>
                  <a:pt x="3268800" y="1219359"/>
                </a:lnTo>
                <a:cubicBezTo>
                  <a:pt x="3402524" y="1166032"/>
                  <a:pt x="3532533" y="1147022"/>
                  <a:pt x="3639512" y="1147022"/>
                </a:cubicBezTo>
                <a:moveTo>
                  <a:pt x="3177175" y="201951"/>
                </a:moveTo>
                <a:cubicBezTo>
                  <a:pt x="3402771" y="201951"/>
                  <a:pt x="3536495" y="331565"/>
                  <a:pt x="3536495" y="567833"/>
                </a:cubicBezTo>
                <a:cubicBezTo>
                  <a:pt x="3536495" y="785091"/>
                  <a:pt x="3429516" y="990745"/>
                  <a:pt x="3165783" y="1109002"/>
                </a:cubicBezTo>
                <a:lnTo>
                  <a:pt x="3001353" y="926061"/>
                </a:lnTo>
                <a:cubicBezTo>
                  <a:pt x="2855990" y="766081"/>
                  <a:pt x="2814140" y="666833"/>
                  <a:pt x="2814140" y="548823"/>
                </a:cubicBezTo>
                <a:cubicBezTo>
                  <a:pt x="2813892" y="327615"/>
                  <a:pt x="2955292" y="201951"/>
                  <a:pt x="3177175" y="201951"/>
                </a:cubicBezTo>
                <a:moveTo>
                  <a:pt x="4136518" y="2172084"/>
                </a:moveTo>
                <a:cubicBezTo>
                  <a:pt x="4343047" y="1928163"/>
                  <a:pt x="4461417" y="1661528"/>
                  <a:pt x="4461417" y="1428964"/>
                </a:cubicBezTo>
                <a:cubicBezTo>
                  <a:pt x="4461417" y="1139369"/>
                  <a:pt x="4266527" y="945071"/>
                  <a:pt x="3960696" y="945071"/>
                </a:cubicBezTo>
                <a:cubicBezTo>
                  <a:pt x="3800228" y="945071"/>
                  <a:pt x="3620443" y="990745"/>
                  <a:pt x="3502073" y="1036418"/>
                </a:cubicBezTo>
                <a:lnTo>
                  <a:pt x="3494397" y="1021112"/>
                </a:lnTo>
                <a:cubicBezTo>
                  <a:pt x="3784874" y="864834"/>
                  <a:pt x="3907206" y="720160"/>
                  <a:pt x="3907206" y="518209"/>
                </a:cubicBezTo>
                <a:cubicBezTo>
                  <a:pt x="3907206" y="228614"/>
                  <a:pt x="3647188" y="0"/>
                  <a:pt x="3188566" y="0"/>
                </a:cubicBezTo>
                <a:cubicBezTo>
                  <a:pt x="2661100" y="0"/>
                  <a:pt x="2401082" y="293545"/>
                  <a:pt x="2401082" y="659180"/>
                </a:cubicBezTo>
                <a:cubicBezTo>
                  <a:pt x="2401082" y="857428"/>
                  <a:pt x="2485278" y="1055429"/>
                  <a:pt x="2706913" y="1295646"/>
                </a:cubicBezTo>
                <a:lnTo>
                  <a:pt x="2710628" y="1303300"/>
                </a:lnTo>
                <a:cubicBezTo>
                  <a:pt x="2336201" y="1482291"/>
                  <a:pt x="2164094" y="1771886"/>
                  <a:pt x="2164094" y="2069134"/>
                </a:cubicBezTo>
                <a:cubicBezTo>
                  <a:pt x="2164094" y="2461679"/>
                  <a:pt x="2465963" y="2789294"/>
                  <a:pt x="2932262" y="2789294"/>
                </a:cubicBezTo>
                <a:cubicBezTo>
                  <a:pt x="3199710" y="2789294"/>
                  <a:pt x="3513217" y="2678690"/>
                  <a:pt x="3796018" y="2480689"/>
                </a:cubicBezTo>
                <a:lnTo>
                  <a:pt x="4025329" y="2728314"/>
                </a:lnTo>
                <a:lnTo>
                  <a:pt x="4625352" y="2728314"/>
                </a:lnTo>
                <a:lnTo>
                  <a:pt x="4625352" y="2709303"/>
                </a:lnTo>
                <a:lnTo>
                  <a:pt x="4136518" y="2172084"/>
                </a:lnTo>
                <a:close/>
                <a:moveTo>
                  <a:pt x="886786" y="2789294"/>
                </a:moveTo>
                <a:cubicBezTo>
                  <a:pt x="1525192" y="2789294"/>
                  <a:pt x="1773572" y="2408105"/>
                  <a:pt x="1773572" y="1909153"/>
                </a:cubicBezTo>
                <a:lnTo>
                  <a:pt x="1773572" y="60980"/>
                </a:lnTo>
                <a:lnTo>
                  <a:pt x="1299596" y="60980"/>
                </a:lnTo>
                <a:lnTo>
                  <a:pt x="1299596" y="2031114"/>
                </a:lnTo>
                <a:cubicBezTo>
                  <a:pt x="1299596" y="2351075"/>
                  <a:pt x="1177263" y="2541669"/>
                  <a:pt x="886786" y="2541669"/>
                </a:cubicBezTo>
                <a:cubicBezTo>
                  <a:pt x="600023" y="2541669"/>
                  <a:pt x="473976" y="2339718"/>
                  <a:pt x="473976" y="1992847"/>
                </a:cubicBezTo>
                <a:lnTo>
                  <a:pt x="473976" y="1627212"/>
                </a:lnTo>
                <a:lnTo>
                  <a:pt x="0" y="1745222"/>
                </a:lnTo>
                <a:lnTo>
                  <a:pt x="0" y="1909153"/>
                </a:lnTo>
                <a:cubicBezTo>
                  <a:pt x="0" y="2408352"/>
                  <a:pt x="248379" y="2789294"/>
                  <a:pt x="886786" y="2789294"/>
                </a:cubicBezTo>
              </a:path>
            </a:pathLst>
          </a:custGeom>
          <a:solidFill>
            <a:schemeClr val="bg1"/>
          </a:solidFill>
          <a:ln w="24751" cap="flat">
            <a:noFill/>
            <a:prstDash val="solid"/>
            <a:miter/>
          </a:ln>
        </p:spPr>
        <p:txBody>
          <a:bodyPr rtlCol="0" anchor="ctr"/>
          <a:lstStyle/>
          <a:p>
            <a:endParaRPr lang="en-GB"/>
          </a:p>
        </p:txBody>
      </p:sp>
      <p:sp>
        <p:nvSpPr>
          <p:cNvPr id="7" name="TextBox 6">
            <a:extLst>
              <a:ext uri="{FF2B5EF4-FFF2-40B4-BE49-F238E27FC236}">
                <a16:creationId xmlns:a16="http://schemas.microsoft.com/office/drawing/2014/main" id="{985B915D-0BC0-5F5C-C8C7-AE1197474FDC}"/>
              </a:ext>
            </a:extLst>
          </p:cNvPr>
          <p:cNvSpPr txBox="1"/>
          <p:nvPr/>
        </p:nvSpPr>
        <p:spPr>
          <a:xfrm>
            <a:off x="8124825" y="6449779"/>
            <a:ext cx="3260725" cy="153464"/>
          </a:xfrm>
          <a:prstGeom prst="rect">
            <a:avLst/>
          </a:prstGeom>
          <a:noFill/>
        </p:spPr>
        <p:txBody>
          <a:bodyPr wrap="square" lIns="0" tIns="0" rIns="0" bIns="0" rtlCol="0" anchor="b" anchorCtr="0">
            <a:noAutofit/>
          </a:bodyPr>
          <a:lstStyle/>
          <a:p>
            <a:pPr algn="r"/>
            <a:r>
              <a:rPr lang="en-US" sz="1100" kern="1200" dirty="0">
                <a:solidFill>
                  <a:schemeClr val="bg1"/>
                </a:solidFill>
                <a:latin typeface="+mn-lt"/>
                <a:ea typeface="+mn-ea"/>
                <a:cs typeface="+mn-cs"/>
              </a:rPr>
              <a:t>Core program name</a:t>
            </a:r>
          </a:p>
        </p:txBody>
      </p:sp>
    </p:spTree>
    <p:extLst>
      <p:ext uri="{BB962C8B-B14F-4D97-AF65-F5344CB8AC3E}">
        <p14:creationId xmlns:p14="http://schemas.microsoft.com/office/powerpoint/2010/main" val="11102377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ection Header with Full Image">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BED0E8-5F3C-7ED5-6D85-7ADCF623965A}"/>
              </a:ext>
            </a:extLst>
          </p:cNvPr>
          <p:cNvSpPr>
            <a:spLocks noGrp="1"/>
          </p:cNvSpPr>
          <p:nvPr>
            <p:ph type="pic" sz="quarter" idx="13" hasCustomPrompt="1"/>
          </p:nvPr>
        </p:nvSpPr>
        <p:spPr>
          <a:xfrm>
            <a:off x="0" y="0"/>
            <a:ext cx="12192000" cy="6858000"/>
          </a:xfrm>
          <a:solidFill>
            <a:srgbClr val="F6F3F2"/>
          </a:solidFill>
        </p:spPr>
        <p:txBody>
          <a:bodyPr anchor="ctr"/>
          <a:lstStyle>
            <a:lvl1pPr algn="ctr">
              <a:defRPr b="0" i="0">
                <a:latin typeface="+mn-lt"/>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If using a title over the image, ensure the text is legible. Double click the image to adjust crop and scale.</a:t>
            </a:r>
          </a:p>
        </p:txBody>
      </p:sp>
      <p:sp>
        <p:nvSpPr>
          <p:cNvPr id="2" name="Title 1">
            <a:extLst>
              <a:ext uri="{FF2B5EF4-FFF2-40B4-BE49-F238E27FC236}">
                <a16:creationId xmlns:a16="http://schemas.microsoft.com/office/drawing/2014/main" id="{199B8AD4-5298-7DA9-DDAD-3AB53AF2F9F5}"/>
              </a:ext>
            </a:extLst>
          </p:cNvPr>
          <p:cNvSpPr>
            <a:spLocks noGrp="1"/>
          </p:cNvSpPr>
          <p:nvPr>
            <p:ph type="title"/>
          </p:nvPr>
        </p:nvSpPr>
        <p:spPr>
          <a:xfrm>
            <a:off x="289384" y="270000"/>
            <a:ext cx="8672054" cy="1758623"/>
          </a:xfrm>
        </p:spPr>
        <p:txBody>
          <a:bodyPr anchor="t">
            <a:spAutoFit/>
          </a:bodyPr>
          <a:lstStyle>
            <a:lvl1pPr>
              <a:lnSpc>
                <a:spcPct val="80000"/>
              </a:lnSpc>
              <a:defRPr lang="en-GB" sz="7000" b="0" i="0" kern="1200" spc="0" baseline="0" dirty="0" smtClean="0">
                <a:solidFill>
                  <a:schemeClr val="tx1"/>
                </a:solidFill>
                <a:latin typeface="+mj-lt"/>
                <a:ea typeface="+mj-ea"/>
                <a:cs typeface="+mj-cs"/>
              </a:defRPr>
            </a:lvl1pPr>
          </a:lstStyle>
          <a:p>
            <a:r>
              <a:rPr lang="en-US"/>
              <a:t>Click to edit Master title style</a:t>
            </a:r>
            <a:endParaRPr lang="en-GB" dirty="0"/>
          </a:p>
        </p:txBody>
      </p:sp>
      <p:sp>
        <p:nvSpPr>
          <p:cNvPr id="6" name="Slide Number Placeholder 5">
            <a:extLst>
              <a:ext uri="{FF2B5EF4-FFF2-40B4-BE49-F238E27FC236}">
                <a16:creationId xmlns:a16="http://schemas.microsoft.com/office/drawing/2014/main" id="{6F49183B-3F5F-D40F-DF08-A45F8678A099}"/>
              </a:ext>
            </a:extLst>
          </p:cNvPr>
          <p:cNvSpPr>
            <a:spLocks noGrp="1"/>
          </p:cNvSpPr>
          <p:nvPr>
            <p:ph type="sldNum" sz="quarter" idx="12"/>
          </p:nvPr>
        </p:nvSpPr>
        <p:spPr/>
        <p:txBody>
          <a:bodyPr/>
          <a:lstStyle>
            <a:lvl1pPr>
              <a:defRPr>
                <a:solidFill>
                  <a:schemeClr val="tx1"/>
                </a:solidFill>
              </a:defRPr>
            </a:lvl1pPr>
          </a:lstStyle>
          <a:p>
            <a:fld id="{C5BF5472-8D93-4A90-A2A5-629ECA2C2464}" type="slidenum">
              <a:rPr lang="en-US" smtClean="0"/>
              <a:t>‹#›</a:t>
            </a:fld>
            <a:endParaRPr lang="en-US"/>
          </a:p>
        </p:txBody>
      </p:sp>
      <p:sp>
        <p:nvSpPr>
          <p:cNvPr id="3" name="Footer Placeholder 4">
            <a:extLst>
              <a:ext uri="{FF2B5EF4-FFF2-40B4-BE49-F238E27FC236}">
                <a16:creationId xmlns:a16="http://schemas.microsoft.com/office/drawing/2014/main" id="{9491BFCC-4CF5-814A-036A-AA78247FF396}"/>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
        <p:nvSpPr>
          <p:cNvPr id="10" name="SmartArt Placeholder 9">
            <a:extLst>
              <a:ext uri="{FF2B5EF4-FFF2-40B4-BE49-F238E27FC236}">
                <a16:creationId xmlns:a16="http://schemas.microsoft.com/office/drawing/2014/main" id="{5A280A0E-8ABE-87F1-05FC-BB3C20B16178}"/>
              </a:ext>
            </a:extLst>
          </p:cNvPr>
          <p:cNvSpPr>
            <a:spLocks noGrp="1"/>
          </p:cNvSpPr>
          <p:nvPr>
            <p:ph type="dgm" sz="quarter" idx="14" hasCustomPrompt="1"/>
          </p:nvPr>
        </p:nvSpPr>
        <p:spPr>
          <a:xfrm>
            <a:off x="287338" y="6416675"/>
            <a:ext cx="352800" cy="149403"/>
          </a:xfrm>
          <a:custGeom>
            <a:avLst/>
            <a:gdLst>
              <a:gd name="connsiteX0" fmla="*/ 150933 w 352800"/>
              <a:gd name="connsiteY0" fmla="*/ 75720 h 149403"/>
              <a:gd name="connsiteX1" fmla="*/ 138451 w 352800"/>
              <a:gd name="connsiteY1" fmla="*/ 101639 h 149403"/>
              <a:gd name="connsiteX2" fmla="*/ 170179 w 352800"/>
              <a:gd name="connsiteY2" fmla="*/ 134500 h 149403"/>
              <a:gd name="connsiteX3" fmla="*/ 197198 w 352800"/>
              <a:gd name="connsiteY3" fmla="*/ 126129 h 149403"/>
              <a:gd name="connsiteX4" fmla="*/ 194943 w 352800"/>
              <a:gd name="connsiteY4" fmla="*/ 61438 h 149403"/>
              <a:gd name="connsiteX5" fmla="*/ 175087 w 352800"/>
              <a:gd name="connsiteY5" fmla="*/ 65313 h 149403"/>
              <a:gd name="connsiteX6" fmla="*/ 215211 w 352800"/>
              <a:gd name="connsiteY6" fmla="*/ 109414 h 149403"/>
              <a:gd name="connsiteX7" fmla="*/ 221763 w 352800"/>
              <a:gd name="connsiteY7" fmla="*/ 87569 h 149403"/>
              <a:gd name="connsiteX8" fmla="*/ 194943 w 352800"/>
              <a:gd name="connsiteY8" fmla="*/ 61438 h 149403"/>
              <a:gd name="connsiteX9" fmla="*/ 170179 w 352800"/>
              <a:gd name="connsiteY9" fmla="*/ 10817 h 149403"/>
              <a:gd name="connsiteX10" fmla="*/ 150734 w 352800"/>
              <a:gd name="connsiteY10" fmla="*/ 29397 h 149403"/>
              <a:gd name="connsiteX11" fmla="*/ 160762 w 352800"/>
              <a:gd name="connsiteY11" fmla="*/ 49603 h 149403"/>
              <a:gd name="connsiteX12" fmla="*/ 169569 w 352800"/>
              <a:gd name="connsiteY12" fmla="*/ 59402 h 149403"/>
              <a:gd name="connsiteX13" fmla="*/ 189425 w 352800"/>
              <a:gd name="connsiteY13" fmla="*/ 30415 h 149403"/>
              <a:gd name="connsiteX14" fmla="*/ 170179 w 352800"/>
              <a:gd name="connsiteY14" fmla="*/ 10817 h 149403"/>
              <a:gd name="connsiteX15" fmla="*/ 327413 w 352800"/>
              <a:gd name="connsiteY15" fmla="*/ 3267 h 149403"/>
              <a:gd name="connsiteX16" fmla="*/ 352800 w 352800"/>
              <a:gd name="connsiteY16" fmla="*/ 3267 h 149403"/>
              <a:gd name="connsiteX17" fmla="*/ 352800 w 352800"/>
              <a:gd name="connsiteY17" fmla="*/ 102260 h 149403"/>
              <a:gd name="connsiteX18" fmla="*/ 305301 w 352800"/>
              <a:gd name="connsiteY18" fmla="*/ 149403 h 149403"/>
              <a:gd name="connsiteX19" fmla="*/ 257802 w 352800"/>
              <a:gd name="connsiteY19" fmla="*/ 102260 h 149403"/>
              <a:gd name="connsiteX20" fmla="*/ 257802 w 352800"/>
              <a:gd name="connsiteY20" fmla="*/ 93480 h 149403"/>
              <a:gd name="connsiteX21" fmla="*/ 283190 w 352800"/>
              <a:gd name="connsiteY21" fmla="*/ 87159 h 149403"/>
              <a:gd name="connsiteX22" fmla="*/ 283190 w 352800"/>
              <a:gd name="connsiteY22" fmla="*/ 106743 h 149403"/>
              <a:gd name="connsiteX23" fmla="*/ 305301 w 352800"/>
              <a:gd name="connsiteY23" fmla="*/ 136140 h 149403"/>
              <a:gd name="connsiteX24" fmla="*/ 327413 w 352800"/>
              <a:gd name="connsiteY24" fmla="*/ 108793 h 149403"/>
              <a:gd name="connsiteX25" fmla="*/ 69610 w 352800"/>
              <a:gd name="connsiteY25" fmla="*/ 3267 h 149403"/>
              <a:gd name="connsiteX26" fmla="*/ 94998 w 352800"/>
              <a:gd name="connsiteY26" fmla="*/ 3267 h 149403"/>
              <a:gd name="connsiteX27" fmla="*/ 94998 w 352800"/>
              <a:gd name="connsiteY27" fmla="*/ 102260 h 149403"/>
              <a:gd name="connsiteX28" fmla="*/ 47499 w 352800"/>
              <a:gd name="connsiteY28" fmla="*/ 149403 h 149403"/>
              <a:gd name="connsiteX29" fmla="*/ 0 w 352800"/>
              <a:gd name="connsiteY29" fmla="*/ 102260 h 149403"/>
              <a:gd name="connsiteX30" fmla="*/ 0 w 352800"/>
              <a:gd name="connsiteY30" fmla="*/ 93480 h 149403"/>
              <a:gd name="connsiteX31" fmla="*/ 25388 w 352800"/>
              <a:gd name="connsiteY31" fmla="*/ 87159 h 149403"/>
              <a:gd name="connsiteX32" fmla="*/ 25388 w 352800"/>
              <a:gd name="connsiteY32" fmla="*/ 106743 h 149403"/>
              <a:gd name="connsiteX33" fmla="*/ 47499 w 352800"/>
              <a:gd name="connsiteY33" fmla="*/ 136140 h 149403"/>
              <a:gd name="connsiteX34" fmla="*/ 69610 w 352800"/>
              <a:gd name="connsiteY34" fmla="*/ 108793 h 149403"/>
              <a:gd name="connsiteX35" fmla="*/ 170789 w 352800"/>
              <a:gd name="connsiteY35" fmla="*/ 0 h 149403"/>
              <a:gd name="connsiteX36" fmla="*/ 209282 w 352800"/>
              <a:gd name="connsiteY36" fmla="*/ 27757 h 149403"/>
              <a:gd name="connsiteX37" fmla="*/ 187171 w 352800"/>
              <a:gd name="connsiteY37" fmla="*/ 54694 h 149403"/>
              <a:gd name="connsiteX38" fmla="*/ 187582 w 352800"/>
              <a:gd name="connsiteY38" fmla="*/ 55514 h 149403"/>
              <a:gd name="connsiteX39" fmla="*/ 212147 w 352800"/>
              <a:gd name="connsiteY39" fmla="*/ 50621 h 149403"/>
              <a:gd name="connsiteX40" fmla="*/ 238967 w 352800"/>
              <a:gd name="connsiteY40" fmla="*/ 76540 h 149403"/>
              <a:gd name="connsiteX41" fmla="*/ 221565 w 352800"/>
              <a:gd name="connsiteY41" fmla="*/ 116344 h 149403"/>
              <a:gd name="connsiteX42" fmla="*/ 247748 w 352800"/>
              <a:gd name="connsiteY42" fmla="*/ 145119 h 149403"/>
              <a:gd name="connsiteX43" fmla="*/ 247748 w 352800"/>
              <a:gd name="connsiteY43" fmla="*/ 146137 h 149403"/>
              <a:gd name="connsiteX44" fmla="*/ 215609 w 352800"/>
              <a:gd name="connsiteY44" fmla="*/ 146137 h 149403"/>
              <a:gd name="connsiteX45" fmla="*/ 203326 w 352800"/>
              <a:gd name="connsiteY45" fmla="*/ 132873 h 149403"/>
              <a:gd name="connsiteX46" fmla="*/ 157061 w 352800"/>
              <a:gd name="connsiteY46" fmla="*/ 149403 h 149403"/>
              <a:gd name="connsiteX47" fmla="*/ 115915 w 352800"/>
              <a:gd name="connsiteY47" fmla="*/ 110829 h 149403"/>
              <a:gd name="connsiteX48" fmla="*/ 145190 w 352800"/>
              <a:gd name="connsiteY48" fmla="*/ 69809 h 149403"/>
              <a:gd name="connsiteX49" fmla="*/ 144991 w 352800"/>
              <a:gd name="connsiteY49" fmla="*/ 69399 h 149403"/>
              <a:gd name="connsiteX50" fmla="*/ 128609 w 352800"/>
              <a:gd name="connsiteY50" fmla="*/ 35308 h 149403"/>
              <a:gd name="connsiteX51" fmla="*/ 170789 w 352800"/>
              <a:gd name="connsiteY51" fmla="*/ 0 h 149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52800" h="149403">
                <a:moveTo>
                  <a:pt x="150933" y="75720"/>
                </a:moveTo>
                <a:cubicBezTo>
                  <a:pt x="143160" y="81221"/>
                  <a:pt x="138451" y="91020"/>
                  <a:pt x="138451" y="101639"/>
                </a:cubicBezTo>
                <a:cubicBezTo>
                  <a:pt x="138451" y="118579"/>
                  <a:pt x="150522" y="134500"/>
                  <a:pt x="170179" y="134500"/>
                </a:cubicBezTo>
                <a:cubicBezTo>
                  <a:pt x="178973" y="134500"/>
                  <a:pt x="188603" y="131234"/>
                  <a:pt x="197198" y="126129"/>
                </a:cubicBezTo>
                <a:close/>
                <a:moveTo>
                  <a:pt x="194943" y="61438"/>
                </a:moveTo>
                <a:cubicBezTo>
                  <a:pt x="189213" y="61438"/>
                  <a:pt x="182250" y="62456"/>
                  <a:pt x="175087" y="65313"/>
                </a:cubicBezTo>
                <a:lnTo>
                  <a:pt x="215211" y="109414"/>
                </a:lnTo>
                <a:cubicBezTo>
                  <a:pt x="219721" y="102472"/>
                  <a:pt x="221763" y="94921"/>
                  <a:pt x="221763" y="87569"/>
                </a:cubicBezTo>
                <a:cubicBezTo>
                  <a:pt x="221763" y="71026"/>
                  <a:pt x="211524" y="61438"/>
                  <a:pt x="194943" y="61438"/>
                </a:cubicBezTo>
                <a:close/>
                <a:moveTo>
                  <a:pt x="170179" y="10817"/>
                </a:moveTo>
                <a:cubicBezTo>
                  <a:pt x="158294" y="10817"/>
                  <a:pt x="150721" y="17548"/>
                  <a:pt x="150734" y="29397"/>
                </a:cubicBezTo>
                <a:cubicBezTo>
                  <a:pt x="150734" y="35718"/>
                  <a:pt x="152976" y="41034"/>
                  <a:pt x="160762" y="49603"/>
                </a:cubicBezTo>
                <a:lnTo>
                  <a:pt x="169569" y="59402"/>
                </a:lnTo>
                <a:cubicBezTo>
                  <a:pt x="183695" y="53068"/>
                  <a:pt x="189425" y="42052"/>
                  <a:pt x="189425" y="30415"/>
                </a:cubicBezTo>
                <a:cubicBezTo>
                  <a:pt x="189425" y="17760"/>
                  <a:pt x="182263" y="10817"/>
                  <a:pt x="170179" y="10817"/>
                </a:cubicBezTo>
                <a:close/>
                <a:moveTo>
                  <a:pt x="327413" y="3267"/>
                </a:moveTo>
                <a:lnTo>
                  <a:pt x="352800" y="3267"/>
                </a:lnTo>
                <a:lnTo>
                  <a:pt x="352800" y="102260"/>
                </a:lnTo>
                <a:cubicBezTo>
                  <a:pt x="352800" y="128986"/>
                  <a:pt x="339496" y="149403"/>
                  <a:pt x="305301" y="149403"/>
                </a:cubicBezTo>
                <a:cubicBezTo>
                  <a:pt x="271106" y="149403"/>
                  <a:pt x="257802" y="128999"/>
                  <a:pt x="257802" y="102260"/>
                </a:cubicBezTo>
                <a:lnTo>
                  <a:pt x="257802" y="93480"/>
                </a:lnTo>
                <a:lnTo>
                  <a:pt x="283190" y="87159"/>
                </a:lnTo>
                <a:lnTo>
                  <a:pt x="283190" y="106743"/>
                </a:lnTo>
                <a:cubicBezTo>
                  <a:pt x="283190" y="125323"/>
                  <a:pt x="289941" y="136140"/>
                  <a:pt x="305301" y="136140"/>
                </a:cubicBezTo>
                <a:cubicBezTo>
                  <a:pt x="320860" y="136140"/>
                  <a:pt x="327413" y="125931"/>
                  <a:pt x="327413" y="108793"/>
                </a:cubicBezTo>
                <a:close/>
                <a:moveTo>
                  <a:pt x="69610" y="3267"/>
                </a:moveTo>
                <a:lnTo>
                  <a:pt x="94998" y="3267"/>
                </a:lnTo>
                <a:lnTo>
                  <a:pt x="94998" y="102260"/>
                </a:lnTo>
                <a:cubicBezTo>
                  <a:pt x="94998" y="128986"/>
                  <a:pt x="81694" y="149403"/>
                  <a:pt x="47499" y="149403"/>
                </a:cubicBezTo>
                <a:cubicBezTo>
                  <a:pt x="13304" y="149403"/>
                  <a:pt x="0" y="128999"/>
                  <a:pt x="0" y="102260"/>
                </a:cubicBezTo>
                <a:lnTo>
                  <a:pt x="0" y="93480"/>
                </a:lnTo>
                <a:lnTo>
                  <a:pt x="25388" y="87159"/>
                </a:lnTo>
                <a:lnTo>
                  <a:pt x="25388" y="106743"/>
                </a:lnTo>
                <a:cubicBezTo>
                  <a:pt x="25388" y="125323"/>
                  <a:pt x="32139" y="136140"/>
                  <a:pt x="47499" y="136140"/>
                </a:cubicBezTo>
                <a:cubicBezTo>
                  <a:pt x="63058" y="136140"/>
                  <a:pt x="69610" y="125931"/>
                  <a:pt x="69610" y="108793"/>
                </a:cubicBezTo>
                <a:close/>
                <a:moveTo>
                  <a:pt x="170789" y="0"/>
                </a:moveTo>
                <a:cubicBezTo>
                  <a:pt x="195355" y="0"/>
                  <a:pt x="209282" y="12246"/>
                  <a:pt x="209282" y="27757"/>
                </a:cubicBezTo>
                <a:cubicBezTo>
                  <a:pt x="209282" y="38574"/>
                  <a:pt x="202729" y="46323"/>
                  <a:pt x="187171" y="54694"/>
                </a:cubicBezTo>
                <a:lnTo>
                  <a:pt x="187582" y="55514"/>
                </a:lnTo>
                <a:cubicBezTo>
                  <a:pt x="193922" y="53068"/>
                  <a:pt x="203552" y="50621"/>
                  <a:pt x="212147" y="50621"/>
                </a:cubicBezTo>
                <a:cubicBezTo>
                  <a:pt x="228528" y="50621"/>
                  <a:pt x="238967" y="61028"/>
                  <a:pt x="238967" y="76540"/>
                </a:cubicBezTo>
                <a:cubicBezTo>
                  <a:pt x="238967" y="88997"/>
                  <a:pt x="232627" y="103279"/>
                  <a:pt x="221565" y="116344"/>
                </a:cubicBezTo>
                <a:lnTo>
                  <a:pt x="247748" y="145119"/>
                </a:lnTo>
                <a:lnTo>
                  <a:pt x="247748" y="146137"/>
                </a:lnTo>
                <a:lnTo>
                  <a:pt x="215609" y="146137"/>
                </a:lnTo>
                <a:lnTo>
                  <a:pt x="203326" y="132873"/>
                </a:lnTo>
                <a:cubicBezTo>
                  <a:pt x="188179" y="143479"/>
                  <a:pt x="171386" y="149403"/>
                  <a:pt x="157061" y="149403"/>
                </a:cubicBezTo>
                <a:cubicBezTo>
                  <a:pt x="132085" y="149403"/>
                  <a:pt x="115915" y="131855"/>
                  <a:pt x="115915" y="110829"/>
                </a:cubicBezTo>
                <a:cubicBezTo>
                  <a:pt x="115915" y="94908"/>
                  <a:pt x="125134" y="79396"/>
                  <a:pt x="145190" y="69809"/>
                </a:cubicBezTo>
                <a:lnTo>
                  <a:pt x="144991" y="69399"/>
                </a:lnTo>
                <a:cubicBezTo>
                  <a:pt x="133119" y="56532"/>
                  <a:pt x="128609" y="45927"/>
                  <a:pt x="128609" y="35308"/>
                </a:cubicBezTo>
                <a:cubicBezTo>
                  <a:pt x="128609" y="15723"/>
                  <a:pt x="142537" y="0"/>
                  <a:pt x="170789" y="0"/>
                </a:cubicBezTo>
                <a:close/>
              </a:path>
            </a:pathLst>
          </a:custGeom>
          <a:solidFill>
            <a:schemeClr val="accent1"/>
          </a:solidFill>
        </p:spPr>
        <p:txBody>
          <a:bodyPr wrap="square">
            <a:noAutofit/>
          </a:bodyPr>
          <a:lstStyle/>
          <a:p>
            <a:r>
              <a:rPr lang="en-US" dirty="0"/>
              <a:t>  </a:t>
            </a:r>
          </a:p>
        </p:txBody>
      </p:sp>
      <p:sp>
        <p:nvSpPr>
          <p:cNvPr id="4" name="Subtitle 2">
            <a:extLst>
              <a:ext uri="{FF2B5EF4-FFF2-40B4-BE49-F238E27FC236}">
                <a16:creationId xmlns:a16="http://schemas.microsoft.com/office/drawing/2014/main" id="{ED7FA108-29C1-EF3A-0837-89432CE7B9CC}"/>
              </a:ext>
            </a:extLst>
          </p:cNvPr>
          <p:cNvSpPr>
            <a:spLocks noGrp="1"/>
          </p:cNvSpPr>
          <p:nvPr>
            <p:ph type="subTitle" idx="1" hasCustomPrompt="1"/>
          </p:nvPr>
        </p:nvSpPr>
        <p:spPr>
          <a:xfrm>
            <a:off x="284805" y="4889500"/>
            <a:ext cx="5760000" cy="865834"/>
          </a:xfrm>
        </p:spPr>
        <p:txBody>
          <a:bodyPr anchor="b"/>
          <a:lstStyle>
            <a:lvl1pPr marL="0" indent="0" algn="l">
              <a:lnSpc>
                <a:spcPct val="100000"/>
              </a:lnSpc>
              <a:spcBef>
                <a:spcPts val="0"/>
              </a:spcBef>
              <a:spcAft>
                <a:spcPts val="0"/>
              </a:spcAft>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Supporting details. Delete if not required. </a:t>
            </a:r>
            <a:br>
              <a:rPr lang="en-GB" dirty="0"/>
            </a:br>
            <a:r>
              <a:rPr lang="en-GB" dirty="0"/>
              <a:t>Note: Do not alter or move the J&amp;J shorthand logo.</a:t>
            </a:r>
          </a:p>
        </p:txBody>
      </p:sp>
      <p:sp>
        <p:nvSpPr>
          <p:cNvPr id="8" name="Text Placeholder 7">
            <a:extLst>
              <a:ext uri="{FF2B5EF4-FFF2-40B4-BE49-F238E27FC236}">
                <a16:creationId xmlns:a16="http://schemas.microsoft.com/office/drawing/2014/main" id="{54F11F1D-6E43-6E24-F6D7-D23A1AE51CC3}"/>
              </a:ext>
            </a:extLst>
          </p:cNvPr>
          <p:cNvSpPr>
            <a:spLocks noGrp="1"/>
          </p:cNvSpPr>
          <p:nvPr>
            <p:ph type="body" sz="quarter" idx="15" hasCustomPrompt="1"/>
          </p:nvPr>
        </p:nvSpPr>
        <p:spPr>
          <a:xfrm>
            <a:off x="8121142" y="6447795"/>
            <a:ext cx="3264408" cy="155448"/>
          </a:xfrm>
        </p:spPr>
        <p:txBody>
          <a:bodyPr anchor="b" anchorCtr="0"/>
          <a:lstStyle>
            <a:lvl1pPr algn="r">
              <a:defRPr sz="1100">
                <a:solidFill>
                  <a:schemeClr val="accent1"/>
                </a:solidFill>
              </a:defRPr>
            </a:lvl1pPr>
            <a:lvl2pPr>
              <a:defRPr sz="1100">
                <a:solidFill>
                  <a:schemeClr val="accent1"/>
                </a:solidFill>
              </a:defRPr>
            </a:lvl2pPr>
            <a:lvl3pPr>
              <a:defRPr sz="1100">
                <a:solidFill>
                  <a:schemeClr val="accent1"/>
                </a:solidFill>
              </a:defRPr>
            </a:lvl3pPr>
            <a:lvl4pPr>
              <a:defRPr sz="1100">
                <a:solidFill>
                  <a:schemeClr val="accent1"/>
                </a:solidFill>
              </a:defRPr>
            </a:lvl4pPr>
            <a:lvl5pPr>
              <a:defRPr sz="1100">
                <a:solidFill>
                  <a:schemeClr val="accent1"/>
                </a:solidFill>
              </a:defRPr>
            </a:lvl5pPr>
          </a:lstStyle>
          <a:p>
            <a:pPr lvl="0"/>
            <a:r>
              <a:rPr lang="en-US" dirty="0"/>
              <a:t>Core program name</a:t>
            </a:r>
          </a:p>
        </p:txBody>
      </p:sp>
    </p:spTree>
    <p:extLst>
      <p:ext uri="{BB962C8B-B14F-4D97-AF65-F5344CB8AC3E}">
        <p14:creationId xmlns:p14="http://schemas.microsoft.com/office/powerpoint/2010/main" val="23600582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Header with Full Dark Image">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BED0E8-5F3C-7ED5-6D85-7ADCF623965A}"/>
              </a:ext>
            </a:extLst>
          </p:cNvPr>
          <p:cNvSpPr>
            <a:spLocks noGrp="1"/>
          </p:cNvSpPr>
          <p:nvPr>
            <p:ph type="pic" sz="quarter" idx="13" hasCustomPrompt="1"/>
          </p:nvPr>
        </p:nvSpPr>
        <p:spPr>
          <a:xfrm>
            <a:off x="0" y="0"/>
            <a:ext cx="12192000" cy="6858000"/>
          </a:xfrm>
          <a:solidFill>
            <a:schemeClr val="bg2"/>
          </a:solidFill>
        </p:spPr>
        <p:txBody>
          <a:bodyPr anchor="ctr"/>
          <a:lstStyle>
            <a:lvl1pPr algn="ctr">
              <a:defRPr b="0" i="0">
                <a:solidFill>
                  <a:schemeClr val="bg1"/>
                </a:solidFill>
                <a:latin typeface="+mn-lt"/>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If using a title over the image, ensure the text is legible. Double click the image to adjust crop and scale.</a:t>
            </a:r>
          </a:p>
        </p:txBody>
      </p:sp>
      <p:sp>
        <p:nvSpPr>
          <p:cNvPr id="2" name="Title 1">
            <a:extLst>
              <a:ext uri="{FF2B5EF4-FFF2-40B4-BE49-F238E27FC236}">
                <a16:creationId xmlns:a16="http://schemas.microsoft.com/office/drawing/2014/main" id="{199B8AD4-5298-7DA9-DDAD-3AB53AF2F9F5}"/>
              </a:ext>
            </a:extLst>
          </p:cNvPr>
          <p:cNvSpPr>
            <a:spLocks noGrp="1"/>
          </p:cNvSpPr>
          <p:nvPr>
            <p:ph type="title"/>
          </p:nvPr>
        </p:nvSpPr>
        <p:spPr>
          <a:xfrm>
            <a:off x="289384" y="270000"/>
            <a:ext cx="8672054" cy="1758623"/>
          </a:xfrm>
        </p:spPr>
        <p:txBody>
          <a:bodyPr anchor="t">
            <a:spAutoFit/>
          </a:bodyPr>
          <a:lstStyle>
            <a:lvl1pPr>
              <a:lnSpc>
                <a:spcPct val="80000"/>
              </a:lnSpc>
              <a:defRPr lang="en-GB" sz="7000" b="0" i="0" kern="1200" spc="0" baseline="0" smtClean="0">
                <a:solidFill>
                  <a:schemeClr val="bg1"/>
                </a:solidFill>
                <a:latin typeface="+mj-lt"/>
                <a:ea typeface="+mj-ea"/>
                <a:cs typeface="+mj-cs"/>
              </a:defRPr>
            </a:lvl1pPr>
          </a:lstStyle>
          <a:p>
            <a:r>
              <a:rPr lang="en-US"/>
              <a:t>Click to edit Master title style</a:t>
            </a:r>
            <a:endParaRPr lang="en-GB" dirty="0"/>
          </a:p>
        </p:txBody>
      </p:sp>
      <p:sp>
        <p:nvSpPr>
          <p:cNvPr id="6" name="Slide Number Placeholder 5">
            <a:extLst>
              <a:ext uri="{FF2B5EF4-FFF2-40B4-BE49-F238E27FC236}">
                <a16:creationId xmlns:a16="http://schemas.microsoft.com/office/drawing/2014/main" id="{6F49183B-3F5F-D40F-DF08-A45F8678A099}"/>
              </a:ext>
            </a:extLst>
          </p:cNvPr>
          <p:cNvSpPr>
            <a:spLocks noGrp="1"/>
          </p:cNvSpPr>
          <p:nvPr>
            <p:ph type="sldNum" sz="quarter" idx="12"/>
          </p:nvPr>
        </p:nvSpPr>
        <p:spPr/>
        <p:txBody>
          <a:bodyPr/>
          <a:lstStyle>
            <a:lvl1pPr>
              <a:defRPr>
                <a:solidFill>
                  <a:schemeClr val="bg1"/>
                </a:solidFill>
              </a:defRPr>
            </a:lvl1pPr>
          </a:lstStyle>
          <a:p>
            <a:fld id="{C5BF5472-8D93-4A90-A2A5-629ECA2C2464}" type="slidenum">
              <a:rPr lang="en-US" smtClean="0"/>
              <a:t>‹#›</a:t>
            </a:fld>
            <a:endParaRPr lang="en-US"/>
          </a:p>
        </p:txBody>
      </p:sp>
      <p:sp>
        <p:nvSpPr>
          <p:cNvPr id="3" name="Footer Placeholder 4">
            <a:extLst>
              <a:ext uri="{FF2B5EF4-FFF2-40B4-BE49-F238E27FC236}">
                <a16:creationId xmlns:a16="http://schemas.microsoft.com/office/drawing/2014/main" id="{9491BFCC-4CF5-814A-036A-AA78247FF396}"/>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bg1"/>
                </a:solidFill>
                <a:latin typeface="+mn-lt"/>
              </a:defRPr>
            </a:lvl1pPr>
          </a:lstStyle>
          <a:p>
            <a:endParaRPr lang="en-US"/>
          </a:p>
        </p:txBody>
      </p:sp>
      <p:sp>
        <p:nvSpPr>
          <p:cNvPr id="10" name="SmartArt Placeholder 9">
            <a:extLst>
              <a:ext uri="{FF2B5EF4-FFF2-40B4-BE49-F238E27FC236}">
                <a16:creationId xmlns:a16="http://schemas.microsoft.com/office/drawing/2014/main" id="{5A280A0E-8ABE-87F1-05FC-BB3C20B16178}"/>
              </a:ext>
            </a:extLst>
          </p:cNvPr>
          <p:cNvSpPr>
            <a:spLocks noGrp="1"/>
          </p:cNvSpPr>
          <p:nvPr>
            <p:ph type="dgm" sz="quarter" idx="14" hasCustomPrompt="1"/>
          </p:nvPr>
        </p:nvSpPr>
        <p:spPr>
          <a:xfrm>
            <a:off x="287338" y="6416675"/>
            <a:ext cx="352800" cy="149403"/>
          </a:xfrm>
          <a:custGeom>
            <a:avLst/>
            <a:gdLst>
              <a:gd name="connsiteX0" fmla="*/ 150933 w 352800"/>
              <a:gd name="connsiteY0" fmla="*/ 75720 h 149403"/>
              <a:gd name="connsiteX1" fmla="*/ 138451 w 352800"/>
              <a:gd name="connsiteY1" fmla="*/ 101639 h 149403"/>
              <a:gd name="connsiteX2" fmla="*/ 170179 w 352800"/>
              <a:gd name="connsiteY2" fmla="*/ 134500 h 149403"/>
              <a:gd name="connsiteX3" fmla="*/ 197198 w 352800"/>
              <a:gd name="connsiteY3" fmla="*/ 126129 h 149403"/>
              <a:gd name="connsiteX4" fmla="*/ 194943 w 352800"/>
              <a:gd name="connsiteY4" fmla="*/ 61438 h 149403"/>
              <a:gd name="connsiteX5" fmla="*/ 175087 w 352800"/>
              <a:gd name="connsiteY5" fmla="*/ 65313 h 149403"/>
              <a:gd name="connsiteX6" fmla="*/ 215211 w 352800"/>
              <a:gd name="connsiteY6" fmla="*/ 109414 h 149403"/>
              <a:gd name="connsiteX7" fmla="*/ 221763 w 352800"/>
              <a:gd name="connsiteY7" fmla="*/ 87569 h 149403"/>
              <a:gd name="connsiteX8" fmla="*/ 194943 w 352800"/>
              <a:gd name="connsiteY8" fmla="*/ 61438 h 149403"/>
              <a:gd name="connsiteX9" fmla="*/ 170179 w 352800"/>
              <a:gd name="connsiteY9" fmla="*/ 10817 h 149403"/>
              <a:gd name="connsiteX10" fmla="*/ 150734 w 352800"/>
              <a:gd name="connsiteY10" fmla="*/ 29397 h 149403"/>
              <a:gd name="connsiteX11" fmla="*/ 160762 w 352800"/>
              <a:gd name="connsiteY11" fmla="*/ 49603 h 149403"/>
              <a:gd name="connsiteX12" fmla="*/ 169569 w 352800"/>
              <a:gd name="connsiteY12" fmla="*/ 59402 h 149403"/>
              <a:gd name="connsiteX13" fmla="*/ 189425 w 352800"/>
              <a:gd name="connsiteY13" fmla="*/ 30415 h 149403"/>
              <a:gd name="connsiteX14" fmla="*/ 170179 w 352800"/>
              <a:gd name="connsiteY14" fmla="*/ 10817 h 149403"/>
              <a:gd name="connsiteX15" fmla="*/ 327413 w 352800"/>
              <a:gd name="connsiteY15" fmla="*/ 3267 h 149403"/>
              <a:gd name="connsiteX16" fmla="*/ 352800 w 352800"/>
              <a:gd name="connsiteY16" fmla="*/ 3267 h 149403"/>
              <a:gd name="connsiteX17" fmla="*/ 352800 w 352800"/>
              <a:gd name="connsiteY17" fmla="*/ 102260 h 149403"/>
              <a:gd name="connsiteX18" fmla="*/ 305301 w 352800"/>
              <a:gd name="connsiteY18" fmla="*/ 149403 h 149403"/>
              <a:gd name="connsiteX19" fmla="*/ 257802 w 352800"/>
              <a:gd name="connsiteY19" fmla="*/ 102260 h 149403"/>
              <a:gd name="connsiteX20" fmla="*/ 257802 w 352800"/>
              <a:gd name="connsiteY20" fmla="*/ 93480 h 149403"/>
              <a:gd name="connsiteX21" fmla="*/ 283190 w 352800"/>
              <a:gd name="connsiteY21" fmla="*/ 87159 h 149403"/>
              <a:gd name="connsiteX22" fmla="*/ 283190 w 352800"/>
              <a:gd name="connsiteY22" fmla="*/ 106743 h 149403"/>
              <a:gd name="connsiteX23" fmla="*/ 305301 w 352800"/>
              <a:gd name="connsiteY23" fmla="*/ 136140 h 149403"/>
              <a:gd name="connsiteX24" fmla="*/ 327413 w 352800"/>
              <a:gd name="connsiteY24" fmla="*/ 108793 h 149403"/>
              <a:gd name="connsiteX25" fmla="*/ 69610 w 352800"/>
              <a:gd name="connsiteY25" fmla="*/ 3267 h 149403"/>
              <a:gd name="connsiteX26" fmla="*/ 94998 w 352800"/>
              <a:gd name="connsiteY26" fmla="*/ 3267 h 149403"/>
              <a:gd name="connsiteX27" fmla="*/ 94998 w 352800"/>
              <a:gd name="connsiteY27" fmla="*/ 102260 h 149403"/>
              <a:gd name="connsiteX28" fmla="*/ 47499 w 352800"/>
              <a:gd name="connsiteY28" fmla="*/ 149403 h 149403"/>
              <a:gd name="connsiteX29" fmla="*/ 0 w 352800"/>
              <a:gd name="connsiteY29" fmla="*/ 102260 h 149403"/>
              <a:gd name="connsiteX30" fmla="*/ 0 w 352800"/>
              <a:gd name="connsiteY30" fmla="*/ 93480 h 149403"/>
              <a:gd name="connsiteX31" fmla="*/ 25388 w 352800"/>
              <a:gd name="connsiteY31" fmla="*/ 87159 h 149403"/>
              <a:gd name="connsiteX32" fmla="*/ 25388 w 352800"/>
              <a:gd name="connsiteY32" fmla="*/ 106743 h 149403"/>
              <a:gd name="connsiteX33" fmla="*/ 47499 w 352800"/>
              <a:gd name="connsiteY33" fmla="*/ 136140 h 149403"/>
              <a:gd name="connsiteX34" fmla="*/ 69610 w 352800"/>
              <a:gd name="connsiteY34" fmla="*/ 108793 h 149403"/>
              <a:gd name="connsiteX35" fmla="*/ 170789 w 352800"/>
              <a:gd name="connsiteY35" fmla="*/ 0 h 149403"/>
              <a:gd name="connsiteX36" fmla="*/ 209282 w 352800"/>
              <a:gd name="connsiteY36" fmla="*/ 27757 h 149403"/>
              <a:gd name="connsiteX37" fmla="*/ 187171 w 352800"/>
              <a:gd name="connsiteY37" fmla="*/ 54694 h 149403"/>
              <a:gd name="connsiteX38" fmla="*/ 187582 w 352800"/>
              <a:gd name="connsiteY38" fmla="*/ 55514 h 149403"/>
              <a:gd name="connsiteX39" fmla="*/ 212147 w 352800"/>
              <a:gd name="connsiteY39" fmla="*/ 50621 h 149403"/>
              <a:gd name="connsiteX40" fmla="*/ 238967 w 352800"/>
              <a:gd name="connsiteY40" fmla="*/ 76540 h 149403"/>
              <a:gd name="connsiteX41" fmla="*/ 221565 w 352800"/>
              <a:gd name="connsiteY41" fmla="*/ 116344 h 149403"/>
              <a:gd name="connsiteX42" fmla="*/ 247748 w 352800"/>
              <a:gd name="connsiteY42" fmla="*/ 145119 h 149403"/>
              <a:gd name="connsiteX43" fmla="*/ 247748 w 352800"/>
              <a:gd name="connsiteY43" fmla="*/ 146137 h 149403"/>
              <a:gd name="connsiteX44" fmla="*/ 215609 w 352800"/>
              <a:gd name="connsiteY44" fmla="*/ 146137 h 149403"/>
              <a:gd name="connsiteX45" fmla="*/ 203326 w 352800"/>
              <a:gd name="connsiteY45" fmla="*/ 132873 h 149403"/>
              <a:gd name="connsiteX46" fmla="*/ 157061 w 352800"/>
              <a:gd name="connsiteY46" fmla="*/ 149403 h 149403"/>
              <a:gd name="connsiteX47" fmla="*/ 115915 w 352800"/>
              <a:gd name="connsiteY47" fmla="*/ 110829 h 149403"/>
              <a:gd name="connsiteX48" fmla="*/ 145190 w 352800"/>
              <a:gd name="connsiteY48" fmla="*/ 69809 h 149403"/>
              <a:gd name="connsiteX49" fmla="*/ 144991 w 352800"/>
              <a:gd name="connsiteY49" fmla="*/ 69399 h 149403"/>
              <a:gd name="connsiteX50" fmla="*/ 128609 w 352800"/>
              <a:gd name="connsiteY50" fmla="*/ 35308 h 149403"/>
              <a:gd name="connsiteX51" fmla="*/ 170789 w 352800"/>
              <a:gd name="connsiteY51" fmla="*/ 0 h 149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52800" h="149403">
                <a:moveTo>
                  <a:pt x="150933" y="75720"/>
                </a:moveTo>
                <a:cubicBezTo>
                  <a:pt x="143160" y="81221"/>
                  <a:pt x="138451" y="91020"/>
                  <a:pt x="138451" y="101639"/>
                </a:cubicBezTo>
                <a:cubicBezTo>
                  <a:pt x="138451" y="118579"/>
                  <a:pt x="150522" y="134500"/>
                  <a:pt x="170179" y="134500"/>
                </a:cubicBezTo>
                <a:cubicBezTo>
                  <a:pt x="178973" y="134500"/>
                  <a:pt x="188603" y="131234"/>
                  <a:pt x="197198" y="126129"/>
                </a:cubicBezTo>
                <a:close/>
                <a:moveTo>
                  <a:pt x="194943" y="61438"/>
                </a:moveTo>
                <a:cubicBezTo>
                  <a:pt x="189213" y="61438"/>
                  <a:pt x="182250" y="62456"/>
                  <a:pt x="175087" y="65313"/>
                </a:cubicBezTo>
                <a:lnTo>
                  <a:pt x="215211" y="109414"/>
                </a:lnTo>
                <a:cubicBezTo>
                  <a:pt x="219721" y="102472"/>
                  <a:pt x="221763" y="94921"/>
                  <a:pt x="221763" y="87569"/>
                </a:cubicBezTo>
                <a:cubicBezTo>
                  <a:pt x="221763" y="71026"/>
                  <a:pt x="211524" y="61438"/>
                  <a:pt x="194943" y="61438"/>
                </a:cubicBezTo>
                <a:close/>
                <a:moveTo>
                  <a:pt x="170179" y="10817"/>
                </a:moveTo>
                <a:cubicBezTo>
                  <a:pt x="158294" y="10817"/>
                  <a:pt x="150721" y="17548"/>
                  <a:pt x="150734" y="29397"/>
                </a:cubicBezTo>
                <a:cubicBezTo>
                  <a:pt x="150734" y="35718"/>
                  <a:pt x="152976" y="41034"/>
                  <a:pt x="160762" y="49603"/>
                </a:cubicBezTo>
                <a:lnTo>
                  <a:pt x="169569" y="59402"/>
                </a:lnTo>
                <a:cubicBezTo>
                  <a:pt x="183695" y="53068"/>
                  <a:pt x="189425" y="42052"/>
                  <a:pt x="189425" y="30415"/>
                </a:cubicBezTo>
                <a:cubicBezTo>
                  <a:pt x="189425" y="17760"/>
                  <a:pt x="182263" y="10817"/>
                  <a:pt x="170179" y="10817"/>
                </a:cubicBezTo>
                <a:close/>
                <a:moveTo>
                  <a:pt x="327413" y="3267"/>
                </a:moveTo>
                <a:lnTo>
                  <a:pt x="352800" y="3267"/>
                </a:lnTo>
                <a:lnTo>
                  <a:pt x="352800" y="102260"/>
                </a:lnTo>
                <a:cubicBezTo>
                  <a:pt x="352800" y="128986"/>
                  <a:pt x="339496" y="149403"/>
                  <a:pt x="305301" y="149403"/>
                </a:cubicBezTo>
                <a:cubicBezTo>
                  <a:pt x="271106" y="149403"/>
                  <a:pt x="257802" y="128999"/>
                  <a:pt x="257802" y="102260"/>
                </a:cubicBezTo>
                <a:lnTo>
                  <a:pt x="257802" y="93480"/>
                </a:lnTo>
                <a:lnTo>
                  <a:pt x="283190" y="87159"/>
                </a:lnTo>
                <a:lnTo>
                  <a:pt x="283190" y="106743"/>
                </a:lnTo>
                <a:cubicBezTo>
                  <a:pt x="283190" y="125323"/>
                  <a:pt x="289941" y="136140"/>
                  <a:pt x="305301" y="136140"/>
                </a:cubicBezTo>
                <a:cubicBezTo>
                  <a:pt x="320860" y="136140"/>
                  <a:pt x="327413" y="125931"/>
                  <a:pt x="327413" y="108793"/>
                </a:cubicBezTo>
                <a:close/>
                <a:moveTo>
                  <a:pt x="69610" y="3267"/>
                </a:moveTo>
                <a:lnTo>
                  <a:pt x="94998" y="3267"/>
                </a:lnTo>
                <a:lnTo>
                  <a:pt x="94998" y="102260"/>
                </a:lnTo>
                <a:cubicBezTo>
                  <a:pt x="94998" y="128986"/>
                  <a:pt x="81694" y="149403"/>
                  <a:pt x="47499" y="149403"/>
                </a:cubicBezTo>
                <a:cubicBezTo>
                  <a:pt x="13304" y="149403"/>
                  <a:pt x="0" y="128999"/>
                  <a:pt x="0" y="102260"/>
                </a:cubicBezTo>
                <a:lnTo>
                  <a:pt x="0" y="93480"/>
                </a:lnTo>
                <a:lnTo>
                  <a:pt x="25388" y="87159"/>
                </a:lnTo>
                <a:lnTo>
                  <a:pt x="25388" y="106743"/>
                </a:lnTo>
                <a:cubicBezTo>
                  <a:pt x="25388" y="125323"/>
                  <a:pt x="32139" y="136140"/>
                  <a:pt x="47499" y="136140"/>
                </a:cubicBezTo>
                <a:cubicBezTo>
                  <a:pt x="63058" y="136140"/>
                  <a:pt x="69610" y="125931"/>
                  <a:pt x="69610" y="108793"/>
                </a:cubicBezTo>
                <a:close/>
                <a:moveTo>
                  <a:pt x="170789" y="0"/>
                </a:moveTo>
                <a:cubicBezTo>
                  <a:pt x="195355" y="0"/>
                  <a:pt x="209282" y="12246"/>
                  <a:pt x="209282" y="27757"/>
                </a:cubicBezTo>
                <a:cubicBezTo>
                  <a:pt x="209282" y="38574"/>
                  <a:pt x="202729" y="46323"/>
                  <a:pt x="187171" y="54694"/>
                </a:cubicBezTo>
                <a:lnTo>
                  <a:pt x="187582" y="55514"/>
                </a:lnTo>
                <a:cubicBezTo>
                  <a:pt x="193922" y="53068"/>
                  <a:pt x="203552" y="50621"/>
                  <a:pt x="212147" y="50621"/>
                </a:cubicBezTo>
                <a:cubicBezTo>
                  <a:pt x="228528" y="50621"/>
                  <a:pt x="238967" y="61028"/>
                  <a:pt x="238967" y="76540"/>
                </a:cubicBezTo>
                <a:cubicBezTo>
                  <a:pt x="238967" y="88997"/>
                  <a:pt x="232627" y="103279"/>
                  <a:pt x="221565" y="116344"/>
                </a:cubicBezTo>
                <a:lnTo>
                  <a:pt x="247748" y="145119"/>
                </a:lnTo>
                <a:lnTo>
                  <a:pt x="247748" y="146137"/>
                </a:lnTo>
                <a:lnTo>
                  <a:pt x="215609" y="146137"/>
                </a:lnTo>
                <a:lnTo>
                  <a:pt x="203326" y="132873"/>
                </a:lnTo>
                <a:cubicBezTo>
                  <a:pt x="188179" y="143479"/>
                  <a:pt x="171386" y="149403"/>
                  <a:pt x="157061" y="149403"/>
                </a:cubicBezTo>
                <a:cubicBezTo>
                  <a:pt x="132085" y="149403"/>
                  <a:pt x="115915" y="131855"/>
                  <a:pt x="115915" y="110829"/>
                </a:cubicBezTo>
                <a:cubicBezTo>
                  <a:pt x="115915" y="94908"/>
                  <a:pt x="125134" y="79396"/>
                  <a:pt x="145190" y="69809"/>
                </a:cubicBezTo>
                <a:lnTo>
                  <a:pt x="144991" y="69399"/>
                </a:lnTo>
                <a:cubicBezTo>
                  <a:pt x="133119" y="56532"/>
                  <a:pt x="128609" y="45927"/>
                  <a:pt x="128609" y="35308"/>
                </a:cubicBezTo>
                <a:cubicBezTo>
                  <a:pt x="128609" y="15723"/>
                  <a:pt x="142537" y="0"/>
                  <a:pt x="170789" y="0"/>
                </a:cubicBezTo>
                <a:close/>
              </a:path>
            </a:pathLst>
          </a:custGeom>
          <a:solidFill>
            <a:schemeClr val="bg1"/>
          </a:solidFill>
        </p:spPr>
        <p:txBody>
          <a:bodyPr wrap="square">
            <a:noAutofit/>
          </a:bodyPr>
          <a:lstStyle>
            <a:lvl1pPr>
              <a:defRPr>
                <a:solidFill>
                  <a:schemeClr val="bg1"/>
                </a:solidFill>
              </a:defRPr>
            </a:lvl1pPr>
          </a:lstStyle>
          <a:p>
            <a:r>
              <a:rPr lang="en-US" dirty="0"/>
              <a:t>  </a:t>
            </a:r>
          </a:p>
        </p:txBody>
      </p:sp>
      <p:sp>
        <p:nvSpPr>
          <p:cNvPr id="4" name="Subtitle 2">
            <a:extLst>
              <a:ext uri="{FF2B5EF4-FFF2-40B4-BE49-F238E27FC236}">
                <a16:creationId xmlns:a16="http://schemas.microsoft.com/office/drawing/2014/main" id="{A477576C-4DAC-133C-26FB-AA2139F25803}"/>
              </a:ext>
            </a:extLst>
          </p:cNvPr>
          <p:cNvSpPr>
            <a:spLocks noGrp="1"/>
          </p:cNvSpPr>
          <p:nvPr>
            <p:ph type="subTitle" idx="1" hasCustomPrompt="1"/>
          </p:nvPr>
        </p:nvSpPr>
        <p:spPr>
          <a:xfrm>
            <a:off x="284805" y="4889500"/>
            <a:ext cx="5760000" cy="865834"/>
          </a:xfrm>
        </p:spPr>
        <p:txBody>
          <a:bodyPr anchor="b"/>
          <a:lstStyle>
            <a:lvl1pPr marL="0" indent="0" algn="l">
              <a:lnSpc>
                <a:spcPct val="100000"/>
              </a:lnSpc>
              <a:spcBef>
                <a:spcPts val="0"/>
              </a:spcBef>
              <a:spcAft>
                <a:spcPts val="0"/>
              </a:spcAft>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Supporting details. Delete if not required. </a:t>
            </a:r>
            <a:br>
              <a:rPr lang="en-GB" dirty="0"/>
            </a:br>
            <a:r>
              <a:rPr lang="en-GB" dirty="0"/>
              <a:t>Note: Do not alter or move the J&amp;J shorthand logo.</a:t>
            </a:r>
          </a:p>
        </p:txBody>
      </p:sp>
      <p:sp>
        <p:nvSpPr>
          <p:cNvPr id="5" name="Text Placeholder 7">
            <a:extLst>
              <a:ext uri="{FF2B5EF4-FFF2-40B4-BE49-F238E27FC236}">
                <a16:creationId xmlns:a16="http://schemas.microsoft.com/office/drawing/2014/main" id="{C6B4EDB1-E8A5-840C-2EC4-4342CA597ED1}"/>
              </a:ext>
            </a:extLst>
          </p:cNvPr>
          <p:cNvSpPr>
            <a:spLocks noGrp="1"/>
          </p:cNvSpPr>
          <p:nvPr>
            <p:ph type="body" sz="quarter" idx="15" hasCustomPrompt="1"/>
          </p:nvPr>
        </p:nvSpPr>
        <p:spPr>
          <a:xfrm>
            <a:off x="8121142" y="6447795"/>
            <a:ext cx="3264408" cy="155448"/>
          </a:xfrm>
        </p:spPr>
        <p:txBody>
          <a:bodyPr anchor="b" anchorCtr="0"/>
          <a:lstStyle>
            <a:lvl1pPr algn="r">
              <a:defRPr sz="1100">
                <a:solidFill>
                  <a:schemeClr val="bg1"/>
                </a:solidFill>
              </a:defRPr>
            </a:lvl1pPr>
            <a:lvl2pPr>
              <a:defRPr sz="1100">
                <a:solidFill>
                  <a:schemeClr val="accent1"/>
                </a:solidFill>
              </a:defRPr>
            </a:lvl2pPr>
            <a:lvl3pPr>
              <a:defRPr sz="1100">
                <a:solidFill>
                  <a:schemeClr val="accent1"/>
                </a:solidFill>
              </a:defRPr>
            </a:lvl3pPr>
            <a:lvl4pPr>
              <a:defRPr sz="1100">
                <a:solidFill>
                  <a:schemeClr val="accent1"/>
                </a:solidFill>
              </a:defRPr>
            </a:lvl4pPr>
            <a:lvl5pPr>
              <a:defRPr sz="1100">
                <a:solidFill>
                  <a:schemeClr val="accent1"/>
                </a:solidFill>
              </a:defRPr>
            </a:lvl5pPr>
          </a:lstStyle>
          <a:p>
            <a:pPr lvl="0"/>
            <a:r>
              <a:rPr lang="en-US" dirty="0"/>
              <a:t>Core program name</a:t>
            </a:r>
          </a:p>
        </p:txBody>
      </p:sp>
    </p:spTree>
    <p:extLst>
      <p:ext uri="{BB962C8B-B14F-4D97-AF65-F5344CB8AC3E}">
        <p14:creationId xmlns:p14="http://schemas.microsoft.com/office/powerpoint/2010/main" val="17106388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Section Header Red with Ima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B8AD4-5298-7DA9-DDAD-3AB53AF2F9F5}"/>
              </a:ext>
            </a:extLst>
          </p:cNvPr>
          <p:cNvSpPr>
            <a:spLocks noGrp="1"/>
          </p:cNvSpPr>
          <p:nvPr>
            <p:ph type="title" hasCustomPrompt="1"/>
          </p:nvPr>
        </p:nvSpPr>
        <p:spPr>
          <a:xfrm>
            <a:off x="289384" y="266399"/>
            <a:ext cx="5732004" cy="3965875"/>
          </a:xfrm>
        </p:spPr>
        <p:txBody>
          <a:bodyPr anchor="t">
            <a:normAutofit/>
          </a:bodyPr>
          <a:lstStyle>
            <a:lvl1pPr>
              <a:lnSpc>
                <a:spcPct val="80000"/>
              </a:lnSpc>
              <a:defRPr lang="en-GB" sz="7000" b="0" i="0" kern="1200" spc="0" baseline="0" dirty="0">
                <a:solidFill>
                  <a:schemeClr val="bg1"/>
                </a:solidFill>
                <a:latin typeface="+mj-lt"/>
                <a:ea typeface="+mj-ea"/>
                <a:cs typeface="+mj-cs"/>
              </a:defRPr>
            </a:lvl1pPr>
          </a:lstStyle>
          <a:p>
            <a:r>
              <a:rPr lang="en-GB" dirty="0"/>
              <a:t>Click to edit Master title style</a:t>
            </a:r>
            <a:br>
              <a:rPr lang="en-GB" dirty="0"/>
            </a:br>
            <a:endParaRPr lang="en-GB" dirty="0"/>
          </a:p>
        </p:txBody>
      </p:sp>
      <p:sp>
        <p:nvSpPr>
          <p:cNvPr id="10" name="Picture Placeholder 3">
            <a:extLst>
              <a:ext uri="{FF2B5EF4-FFF2-40B4-BE49-F238E27FC236}">
                <a16:creationId xmlns:a16="http://schemas.microsoft.com/office/drawing/2014/main" id="{7474C3C3-E6CF-FCE1-1181-F02BC23A1017}"/>
              </a:ext>
            </a:extLst>
          </p:cNvPr>
          <p:cNvSpPr>
            <a:spLocks noGrp="1"/>
          </p:cNvSpPr>
          <p:nvPr>
            <p:ph type="pic" sz="quarter" idx="11" hasCustomPrompt="1"/>
          </p:nvPr>
        </p:nvSpPr>
        <p:spPr>
          <a:xfrm>
            <a:off x="6165851" y="0"/>
            <a:ext cx="6026150" cy="6858000"/>
          </a:xfrm>
          <a:solidFill>
            <a:srgbClr val="F6F3F2"/>
          </a:solidFill>
        </p:spPr>
        <p:txBody>
          <a:bodyPr/>
          <a:lstStyle>
            <a:lvl1pPr>
              <a:defRPr lang="en-US"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p:txBody>
      </p:sp>
      <p:sp>
        <p:nvSpPr>
          <p:cNvPr id="3" name="Graphic 8">
            <a:extLst>
              <a:ext uri="{FF2B5EF4-FFF2-40B4-BE49-F238E27FC236}">
                <a16:creationId xmlns:a16="http://schemas.microsoft.com/office/drawing/2014/main" id="{340F79D8-9CB3-8533-8439-9D23904770BB}"/>
              </a:ext>
            </a:extLst>
          </p:cNvPr>
          <p:cNvSpPr>
            <a:spLocks noChangeAspect="1"/>
          </p:cNvSpPr>
          <p:nvPr/>
        </p:nvSpPr>
        <p:spPr>
          <a:xfrm>
            <a:off x="287338" y="6416675"/>
            <a:ext cx="352800" cy="149403"/>
          </a:xfrm>
          <a:custGeom>
            <a:avLst/>
            <a:gdLst>
              <a:gd name="connsiteX0" fmla="*/ 5699846 w 6586631"/>
              <a:gd name="connsiteY0" fmla="*/ 2789294 h 2789293"/>
              <a:gd name="connsiteX1" fmla="*/ 6586632 w 6586631"/>
              <a:gd name="connsiteY1" fmla="*/ 1909153 h 2789293"/>
              <a:gd name="connsiteX2" fmla="*/ 6586632 w 6586631"/>
              <a:gd name="connsiteY2" fmla="*/ 60980 h 2789293"/>
              <a:gd name="connsiteX3" fmla="*/ 6112656 w 6586631"/>
              <a:gd name="connsiteY3" fmla="*/ 60980 h 2789293"/>
              <a:gd name="connsiteX4" fmla="*/ 6112656 w 6586631"/>
              <a:gd name="connsiteY4" fmla="*/ 2031114 h 2789293"/>
              <a:gd name="connsiteX5" fmla="*/ 5699846 w 6586631"/>
              <a:gd name="connsiteY5" fmla="*/ 2541669 h 2789293"/>
              <a:gd name="connsiteX6" fmla="*/ 5287036 w 6586631"/>
              <a:gd name="connsiteY6" fmla="*/ 1992847 h 2789293"/>
              <a:gd name="connsiteX7" fmla="*/ 5287036 w 6586631"/>
              <a:gd name="connsiteY7" fmla="*/ 1627212 h 2789293"/>
              <a:gd name="connsiteX8" fmla="*/ 4813060 w 6586631"/>
              <a:gd name="connsiteY8" fmla="*/ 1745222 h 2789293"/>
              <a:gd name="connsiteX9" fmla="*/ 4813060 w 6586631"/>
              <a:gd name="connsiteY9" fmla="*/ 1909153 h 2789293"/>
              <a:gd name="connsiteX10" fmla="*/ 5699846 w 6586631"/>
              <a:gd name="connsiteY10" fmla="*/ 2789294 h 2789293"/>
              <a:gd name="connsiteX11" fmla="*/ 3177175 w 6586631"/>
              <a:gd name="connsiteY11" fmla="*/ 2511056 h 2789293"/>
              <a:gd name="connsiteX12" fmla="*/ 2584828 w 6586631"/>
              <a:gd name="connsiteY12" fmla="*/ 1897549 h 2789293"/>
              <a:gd name="connsiteX13" fmla="*/ 2817854 w 6586631"/>
              <a:gd name="connsiteY13" fmla="*/ 1413657 h 2789293"/>
              <a:gd name="connsiteX14" fmla="*/ 3681610 w 6586631"/>
              <a:gd name="connsiteY14" fmla="*/ 2354778 h 2789293"/>
              <a:gd name="connsiteX15" fmla="*/ 3177175 w 6586631"/>
              <a:gd name="connsiteY15" fmla="*/ 2511056 h 2789293"/>
              <a:gd name="connsiteX16" fmla="*/ 3639512 w 6586631"/>
              <a:gd name="connsiteY16" fmla="*/ 1147022 h 2789293"/>
              <a:gd name="connsiteX17" fmla="*/ 4140232 w 6586631"/>
              <a:gd name="connsiteY17" fmla="*/ 1634865 h 2789293"/>
              <a:gd name="connsiteX18" fmla="*/ 4017900 w 6586631"/>
              <a:gd name="connsiteY18" fmla="*/ 2042717 h 2789293"/>
              <a:gd name="connsiteX19" fmla="*/ 3268800 w 6586631"/>
              <a:gd name="connsiteY19" fmla="*/ 1219359 h 2789293"/>
              <a:gd name="connsiteX20" fmla="*/ 3639512 w 6586631"/>
              <a:gd name="connsiteY20" fmla="*/ 1147022 h 2789293"/>
              <a:gd name="connsiteX21" fmla="*/ 3177175 w 6586631"/>
              <a:gd name="connsiteY21" fmla="*/ 201951 h 2789293"/>
              <a:gd name="connsiteX22" fmla="*/ 3536495 w 6586631"/>
              <a:gd name="connsiteY22" fmla="*/ 567833 h 2789293"/>
              <a:gd name="connsiteX23" fmla="*/ 3165783 w 6586631"/>
              <a:gd name="connsiteY23" fmla="*/ 1109002 h 2789293"/>
              <a:gd name="connsiteX24" fmla="*/ 3001353 w 6586631"/>
              <a:gd name="connsiteY24" fmla="*/ 926061 h 2789293"/>
              <a:gd name="connsiteX25" fmla="*/ 2814140 w 6586631"/>
              <a:gd name="connsiteY25" fmla="*/ 548823 h 2789293"/>
              <a:gd name="connsiteX26" fmla="*/ 3177175 w 6586631"/>
              <a:gd name="connsiteY26" fmla="*/ 201951 h 2789293"/>
              <a:gd name="connsiteX27" fmla="*/ 4136518 w 6586631"/>
              <a:gd name="connsiteY27" fmla="*/ 2172084 h 2789293"/>
              <a:gd name="connsiteX28" fmla="*/ 4461417 w 6586631"/>
              <a:gd name="connsiteY28" fmla="*/ 1428964 h 2789293"/>
              <a:gd name="connsiteX29" fmla="*/ 3960696 w 6586631"/>
              <a:gd name="connsiteY29" fmla="*/ 945071 h 2789293"/>
              <a:gd name="connsiteX30" fmla="*/ 3502073 w 6586631"/>
              <a:gd name="connsiteY30" fmla="*/ 1036418 h 2789293"/>
              <a:gd name="connsiteX31" fmla="*/ 3494397 w 6586631"/>
              <a:gd name="connsiteY31" fmla="*/ 1021112 h 2789293"/>
              <a:gd name="connsiteX32" fmla="*/ 3907206 w 6586631"/>
              <a:gd name="connsiteY32" fmla="*/ 518209 h 2789293"/>
              <a:gd name="connsiteX33" fmla="*/ 3188566 w 6586631"/>
              <a:gd name="connsiteY33" fmla="*/ 0 h 2789293"/>
              <a:gd name="connsiteX34" fmla="*/ 2401082 w 6586631"/>
              <a:gd name="connsiteY34" fmla="*/ 659180 h 2789293"/>
              <a:gd name="connsiteX35" fmla="*/ 2706913 w 6586631"/>
              <a:gd name="connsiteY35" fmla="*/ 1295646 h 2789293"/>
              <a:gd name="connsiteX36" fmla="*/ 2710628 w 6586631"/>
              <a:gd name="connsiteY36" fmla="*/ 1303300 h 2789293"/>
              <a:gd name="connsiteX37" fmla="*/ 2164094 w 6586631"/>
              <a:gd name="connsiteY37" fmla="*/ 2069134 h 2789293"/>
              <a:gd name="connsiteX38" fmla="*/ 2932262 w 6586631"/>
              <a:gd name="connsiteY38" fmla="*/ 2789294 h 2789293"/>
              <a:gd name="connsiteX39" fmla="*/ 3796018 w 6586631"/>
              <a:gd name="connsiteY39" fmla="*/ 2480689 h 2789293"/>
              <a:gd name="connsiteX40" fmla="*/ 4025329 w 6586631"/>
              <a:gd name="connsiteY40" fmla="*/ 2728314 h 2789293"/>
              <a:gd name="connsiteX41" fmla="*/ 4625352 w 6586631"/>
              <a:gd name="connsiteY41" fmla="*/ 2728314 h 2789293"/>
              <a:gd name="connsiteX42" fmla="*/ 4625352 w 6586631"/>
              <a:gd name="connsiteY42" fmla="*/ 2709303 h 2789293"/>
              <a:gd name="connsiteX43" fmla="*/ 4136518 w 6586631"/>
              <a:gd name="connsiteY43" fmla="*/ 2172084 h 2789293"/>
              <a:gd name="connsiteX44" fmla="*/ 886786 w 6586631"/>
              <a:gd name="connsiteY44" fmla="*/ 2789294 h 2789293"/>
              <a:gd name="connsiteX45" fmla="*/ 1773572 w 6586631"/>
              <a:gd name="connsiteY45" fmla="*/ 1909153 h 2789293"/>
              <a:gd name="connsiteX46" fmla="*/ 1773572 w 6586631"/>
              <a:gd name="connsiteY46" fmla="*/ 60980 h 2789293"/>
              <a:gd name="connsiteX47" fmla="*/ 1299596 w 6586631"/>
              <a:gd name="connsiteY47" fmla="*/ 60980 h 2789293"/>
              <a:gd name="connsiteX48" fmla="*/ 1299596 w 6586631"/>
              <a:gd name="connsiteY48" fmla="*/ 2031114 h 2789293"/>
              <a:gd name="connsiteX49" fmla="*/ 886786 w 6586631"/>
              <a:gd name="connsiteY49" fmla="*/ 2541669 h 2789293"/>
              <a:gd name="connsiteX50" fmla="*/ 473976 w 6586631"/>
              <a:gd name="connsiteY50" fmla="*/ 1992847 h 2789293"/>
              <a:gd name="connsiteX51" fmla="*/ 473976 w 6586631"/>
              <a:gd name="connsiteY51" fmla="*/ 1627212 h 2789293"/>
              <a:gd name="connsiteX52" fmla="*/ 0 w 6586631"/>
              <a:gd name="connsiteY52" fmla="*/ 1745222 h 2789293"/>
              <a:gd name="connsiteX53" fmla="*/ 0 w 6586631"/>
              <a:gd name="connsiteY53" fmla="*/ 1909153 h 2789293"/>
              <a:gd name="connsiteX54" fmla="*/ 886786 w 6586631"/>
              <a:gd name="connsiteY54" fmla="*/ 2789294 h 2789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586631" h="2789293">
                <a:moveTo>
                  <a:pt x="5699846" y="2789294"/>
                </a:moveTo>
                <a:cubicBezTo>
                  <a:pt x="6338253" y="2789294"/>
                  <a:pt x="6586632" y="2408105"/>
                  <a:pt x="6586632" y="1909153"/>
                </a:cubicBezTo>
                <a:lnTo>
                  <a:pt x="6586632" y="60980"/>
                </a:lnTo>
                <a:lnTo>
                  <a:pt x="6112656" y="60980"/>
                </a:lnTo>
                <a:lnTo>
                  <a:pt x="6112656" y="2031114"/>
                </a:lnTo>
                <a:cubicBezTo>
                  <a:pt x="6112656" y="2351075"/>
                  <a:pt x="5990324" y="2541669"/>
                  <a:pt x="5699846" y="2541669"/>
                </a:cubicBezTo>
                <a:cubicBezTo>
                  <a:pt x="5413083" y="2541669"/>
                  <a:pt x="5287036" y="2339718"/>
                  <a:pt x="5287036" y="1992847"/>
                </a:cubicBezTo>
                <a:lnTo>
                  <a:pt x="5287036" y="1627212"/>
                </a:lnTo>
                <a:lnTo>
                  <a:pt x="4813060" y="1745222"/>
                </a:lnTo>
                <a:lnTo>
                  <a:pt x="4813060" y="1909153"/>
                </a:lnTo>
                <a:cubicBezTo>
                  <a:pt x="4813060" y="2408352"/>
                  <a:pt x="5061440" y="2789294"/>
                  <a:pt x="5699846" y="2789294"/>
                </a:cubicBezTo>
                <a:moveTo>
                  <a:pt x="3177175" y="2511056"/>
                </a:moveTo>
                <a:cubicBezTo>
                  <a:pt x="2810177" y="2511056"/>
                  <a:pt x="2584828" y="2213808"/>
                  <a:pt x="2584828" y="1897549"/>
                </a:cubicBezTo>
                <a:cubicBezTo>
                  <a:pt x="2584828" y="1699302"/>
                  <a:pt x="2672739" y="1516361"/>
                  <a:pt x="2817854" y="1413657"/>
                </a:cubicBezTo>
                <a:lnTo>
                  <a:pt x="3681610" y="2354778"/>
                </a:lnTo>
                <a:cubicBezTo>
                  <a:pt x="3521141" y="2450075"/>
                  <a:pt x="3341358" y="2511056"/>
                  <a:pt x="3177175" y="2511056"/>
                </a:cubicBezTo>
                <a:moveTo>
                  <a:pt x="3639512" y="1147022"/>
                </a:moveTo>
                <a:cubicBezTo>
                  <a:pt x="3949057" y="1147022"/>
                  <a:pt x="4140232" y="1326013"/>
                  <a:pt x="4140232" y="1634865"/>
                </a:cubicBezTo>
                <a:cubicBezTo>
                  <a:pt x="4140232" y="1772132"/>
                  <a:pt x="4102096" y="1913103"/>
                  <a:pt x="4017900" y="2042717"/>
                </a:cubicBezTo>
                <a:lnTo>
                  <a:pt x="3268800" y="1219359"/>
                </a:lnTo>
                <a:cubicBezTo>
                  <a:pt x="3402524" y="1166032"/>
                  <a:pt x="3532533" y="1147022"/>
                  <a:pt x="3639512" y="1147022"/>
                </a:cubicBezTo>
                <a:moveTo>
                  <a:pt x="3177175" y="201951"/>
                </a:moveTo>
                <a:cubicBezTo>
                  <a:pt x="3402771" y="201951"/>
                  <a:pt x="3536495" y="331565"/>
                  <a:pt x="3536495" y="567833"/>
                </a:cubicBezTo>
                <a:cubicBezTo>
                  <a:pt x="3536495" y="785091"/>
                  <a:pt x="3429516" y="990745"/>
                  <a:pt x="3165783" y="1109002"/>
                </a:cubicBezTo>
                <a:lnTo>
                  <a:pt x="3001353" y="926061"/>
                </a:lnTo>
                <a:cubicBezTo>
                  <a:pt x="2855990" y="766081"/>
                  <a:pt x="2814140" y="666833"/>
                  <a:pt x="2814140" y="548823"/>
                </a:cubicBezTo>
                <a:cubicBezTo>
                  <a:pt x="2813892" y="327615"/>
                  <a:pt x="2955292" y="201951"/>
                  <a:pt x="3177175" y="201951"/>
                </a:cubicBezTo>
                <a:moveTo>
                  <a:pt x="4136518" y="2172084"/>
                </a:moveTo>
                <a:cubicBezTo>
                  <a:pt x="4343047" y="1928163"/>
                  <a:pt x="4461417" y="1661528"/>
                  <a:pt x="4461417" y="1428964"/>
                </a:cubicBezTo>
                <a:cubicBezTo>
                  <a:pt x="4461417" y="1139369"/>
                  <a:pt x="4266527" y="945071"/>
                  <a:pt x="3960696" y="945071"/>
                </a:cubicBezTo>
                <a:cubicBezTo>
                  <a:pt x="3800228" y="945071"/>
                  <a:pt x="3620443" y="990745"/>
                  <a:pt x="3502073" y="1036418"/>
                </a:cubicBezTo>
                <a:lnTo>
                  <a:pt x="3494397" y="1021112"/>
                </a:lnTo>
                <a:cubicBezTo>
                  <a:pt x="3784874" y="864834"/>
                  <a:pt x="3907206" y="720160"/>
                  <a:pt x="3907206" y="518209"/>
                </a:cubicBezTo>
                <a:cubicBezTo>
                  <a:pt x="3907206" y="228614"/>
                  <a:pt x="3647188" y="0"/>
                  <a:pt x="3188566" y="0"/>
                </a:cubicBezTo>
                <a:cubicBezTo>
                  <a:pt x="2661100" y="0"/>
                  <a:pt x="2401082" y="293545"/>
                  <a:pt x="2401082" y="659180"/>
                </a:cubicBezTo>
                <a:cubicBezTo>
                  <a:pt x="2401082" y="857428"/>
                  <a:pt x="2485278" y="1055429"/>
                  <a:pt x="2706913" y="1295646"/>
                </a:cubicBezTo>
                <a:lnTo>
                  <a:pt x="2710628" y="1303300"/>
                </a:lnTo>
                <a:cubicBezTo>
                  <a:pt x="2336201" y="1482291"/>
                  <a:pt x="2164094" y="1771886"/>
                  <a:pt x="2164094" y="2069134"/>
                </a:cubicBezTo>
                <a:cubicBezTo>
                  <a:pt x="2164094" y="2461679"/>
                  <a:pt x="2465963" y="2789294"/>
                  <a:pt x="2932262" y="2789294"/>
                </a:cubicBezTo>
                <a:cubicBezTo>
                  <a:pt x="3199710" y="2789294"/>
                  <a:pt x="3513217" y="2678690"/>
                  <a:pt x="3796018" y="2480689"/>
                </a:cubicBezTo>
                <a:lnTo>
                  <a:pt x="4025329" y="2728314"/>
                </a:lnTo>
                <a:lnTo>
                  <a:pt x="4625352" y="2728314"/>
                </a:lnTo>
                <a:lnTo>
                  <a:pt x="4625352" y="2709303"/>
                </a:lnTo>
                <a:lnTo>
                  <a:pt x="4136518" y="2172084"/>
                </a:lnTo>
                <a:close/>
                <a:moveTo>
                  <a:pt x="886786" y="2789294"/>
                </a:moveTo>
                <a:cubicBezTo>
                  <a:pt x="1525192" y="2789294"/>
                  <a:pt x="1773572" y="2408105"/>
                  <a:pt x="1773572" y="1909153"/>
                </a:cubicBezTo>
                <a:lnTo>
                  <a:pt x="1773572" y="60980"/>
                </a:lnTo>
                <a:lnTo>
                  <a:pt x="1299596" y="60980"/>
                </a:lnTo>
                <a:lnTo>
                  <a:pt x="1299596" y="2031114"/>
                </a:lnTo>
                <a:cubicBezTo>
                  <a:pt x="1299596" y="2351075"/>
                  <a:pt x="1177263" y="2541669"/>
                  <a:pt x="886786" y="2541669"/>
                </a:cubicBezTo>
                <a:cubicBezTo>
                  <a:pt x="600023" y="2541669"/>
                  <a:pt x="473976" y="2339718"/>
                  <a:pt x="473976" y="1992847"/>
                </a:cubicBezTo>
                <a:lnTo>
                  <a:pt x="473976" y="1627212"/>
                </a:lnTo>
                <a:lnTo>
                  <a:pt x="0" y="1745222"/>
                </a:lnTo>
                <a:lnTo>
                  <a:pt x="0" y="1909153"/>
                </a:lnTo>
                <a:cubicBezTo>
                  <a:pt x="0" y="2408352"/>
                  <a:pt x="248379" y="2789294"/>
                  <a:pt x="886786" y="2789294"/>
                </a:cubicBezTo>
              </a:path>
            </a:pathLst>
          </a:custGeom>
          <a:solidFill>
            <a:schemeClr val="bg1"/>
          </a:solidFill>
          <a:ln w="24751" cap="flat">
            <a:noFill/>
            <a:prstDash val="solid"/>
            <a:miter/>
          </a:ln>
        </p:spPr>
        <p:txBody>
          <a:bodyPr rtlCol="0" anchor="ctr"/>
          <a:lstStyle/>
          <a:p>
            <a:endParaRPr lang="en-GB"/>
          </a:p>
        </p:txBody>
      </p:sp>
      <p:sp>
        <p:nvSpPr>
          <p:cNvPr id="4" name="Footer Placeholder 4">
            <a:extLst>
              <a:ext uri="{FF2B5EF4-FFF2-40B4-BE49-F238E27FC236}">
                <a16:creationId xmlns:a16="http://schemas.microsoft.com/office/drawing/2014/main" id="{225F254E-C308-E8CA-73B7-DF67D354B850}"/>
              </a:ext>
            </a:extLst>
          </p:cNvPr>
          <p:cNvSpPr>
            <a:spLocks noGrp="1"/>
          </p:cNvSpPr>
          <p:nvPr>
            <p:ph type="ftr" sz="quarter" idx="3"/>
          </p:nvPr>
        </p:nvSpPr>
        <p:spPr>
          <a:xfrm>
            <a:off x="288259" y="5868000"/>
            <a:ext cx="5732004"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bg1"/>
                </a:solidFill>
                <a:latin typeface="+mn-lt"/>
              </a:defRPr>
            </a:lvl1pPr>
          </a:lstStyle>
          <a:p>
            <a:endParaRPr lang="en-US"/>
          </a:p>
        </p:txBody>
      </p:sp>
      <p:sp>
        <p:nvSpPr>
          <p:cNvPr id="5" name="Subtitle 2">
            <a:extLst>
              <a:ext uri="{FF2B5EF4-FFF2-40B4-BE49-F238E27FC236}">
                <a16:creationId xmlns:a16="http://schemas.microsoft.com/office/drawing/2014/main" id="{6F9D9E1F-908D-AE0A-5E38-471673E1AA2B}"/>
              </a:ext>
            </a:extLst>
          </p:cNvPr>
          <p:cNvSpPr>
            <a:spLocks noGrp="1"/>
          </p:cNvSpPr>
          <p:nvPr>
            <p:ph type="subTitle" idx="1" hasCustomPrompt="1"/>
          </p:nvPr>
        </p:nvSpPr>
        <p:spPr>
          <a:xfrm>
            <a:off x="284806" y="4889500"/>
            <a:ext cx="5762426" cy="865834"/>
          </a:xfrm>
        </p:spPr>
        <p:txBody>
          <a:bodyPr anchor="b"/>
          <a:lstStyle>
            <a:lvl1pPr marL="0" indent="0" algn="l">
              <a:lnSpc>
                <a:spcPct val="100000"/>
              </a:lnSpc>
              <a:spcBef>
                <a:spcPts val="0"/>
              </a:spcBef>
              <a:spcAft>
                <a:spcPts val="0"/>
              </a:spcAft>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Supporting details. Delete if not required.</a:t>
            </a:r>
          </a:p>
        </p:txBody>
      </p:sp>
      <p:sp>
        <p:nvSpPr>
          <p:cNvPr id="7" name="TextBox 6">
            <a:extLst>
              <a:ext uri="{FF2B5EF4-FFF2-40B4-BE49-F238E27FC236}">
                <a16:creationId xmlns:a16="http://schemas.microsoft.com/office/drawing/2014/main" id="{EB4C39F4-ED41-A31E-BF90-9D5EEDA01416}"/>
              </a:ext>
            </a:extLst>
          </p:cNvPr>
          <p:cNvSpPr txBox="1"/>
          <p:nvPr/>
        </p:nvSpPr>
        <p:spPr>
          <a:xfrm>
            <a:off x="2604124" y="6449779"/>
            <a:ext cx="3260725" cy="153464"/>
          </a:xfrm>
          <a:prstGeom prst="rect">
            <a:avLst/>
          </a:prstGeom>
          <a:noFill/>
        </p:spPr>
        <p:txBody>
          <a:bodyPr wrap="square" lIns="0" tIns="0" rIns="0" bIns="0" rtlCol="0" anchor="b" anchorCtr="0">
            <a:noAutofit/>
          </a:bodyPr>
          <a:lstStyle/>
          <a:p>
            <a:pPr algn="r"/>
            <a:r>
              <a:rPr lang="en-US" sz="1100" kern="1200" dirty="0">
                <a:solidFill>
                  <a:schemeClr val="bg1"/>
                </a:solidFill>
                <a:latin typeface="+mn-lt"/>
                <a:ea typeface="+mn-ea"/>
                <a:cs typeface="+mn-cs"/>
              </a:rPr>
              <a:t>Core program name</a:t>
            </a:r>
          </a:p>
        </p:txBody>
      </p:sp>
    </p:spTree>
    <p:extLst>
      <p:ext uri="{BB962C8B-B14F-4D97-AF65-F5344CB8AC3E}">
        <p14:creationId xmlns:p14="http://schemas.microsoft.com/office/powerpoint/2010/main" val="20165787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Header with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B8AD4-5298-7DA9-DDAD-3AB53AF2F9F5}"/>
              </a:ext>
            </a:extLst>
          </p:cNvPr>
          <p:cNvSpPr>
            <a:spLocks noGrp="1"/>
          </p:cNvSpPr>
          <p:nvPr>
            <p:ph type="title" hasCustomPrompt="1"/>
          </p:nvPr>
        </p:nvSpPr>
        <p:spPr>
          <a:xfrm>
            <a:off x="289384" y="269999"/>
            <a:ext cx="5732004" cy="3962275"/>
          </a:xfrm>
        </p:spPr>
        <p:txBody>
          <a:bodyPr anchor="t">
            <a:normAutofit/>
          </a:bodyPr>
          <a:lstStyle>
            <a:lvl1pPr>
              <a:lnSpc>
                <a:spcPct val="80000"/>
              </a:lnSpc>
              <a:defRPr lang="en-GB" sz="7000" b="0" i="0" kern="1200" spc="0" baseline="0" dirty="0">
                <a:solidFill>
                  <a:schemeClr val="accent1"/>
                </a:solidFill>
                <a:latin typeface="+mj-lt"/>
                <a:ea typeface="+mj-ea"/>
                <a:cs typeface="+mj-cs"/>
              </a:defRPr>
            </a:lvl1pPr>
          </a:lstStyle>
          <a:p>
            <a:r>
              <a:rPr lang="en-GB" dirty="0"/>
              <a:t>Click to edit Master title style</a:t>
            </a:r>
            <a:br>
              <a:rPr lang="en-GB" dirty="0"/>
            </a:br>
            <a:endParaRPr lang="en-GB" dirty="0"/>
          </a:p>
        </p:txBody>
      </p:sp>
      <p:sp>
        <p:nvSpPr>
          <p:cNvPr id="6" name="Picture Placeholder 3">
            <a:extLst>
              <a:ext uri="{FF2B5EF4-FFF2-40B4-BE49-F238E27FC236}">
                <a16:creationId xmlns:a16="http://schemas.microsoft.com/office/drawing/2014/main" id="{4C3BD605-06B1-68EF-DD24-2EA9D4780A82}"/>
              </a:ext>
            </a:extLst>
          </p:cNvPr>
          <p:cNvSpPr>
            <a:spLocks noGrp="1"/>
          </p:cNvSpPr>
          <p:nvPr>
            <p:ph type="pic" sz="quarter" idx="11" hasCustomPrompt="1"/>
          </p:nvPr>
        </p:nvSpPr>
        <p:spPr>
          <a:xfrm>
            <a:off x="6165851" y="0"/>
            <a:ext cx="6026150" cy="6858000"/>
          </a:xfrm>
          <a:solidFill>
            <a:srgbClr val="F6F3F2"/>
          </a:solidFill>
        </p:spPr>
        <p:txBody>
          <a:bodyPr/>
          <a:lstStyle>
            <a:lvl1pPr>
              <a:defRPr lang="en-US"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p:txBody>
      </p:sp>
      <p:sp>
        <p:nvSpPr>
          <p:cNvPr id="3" name="Footer Placeholder 4">
            <a:extLst>
              <a:ext uri="{FF2B5EF4-FFF2-40B4-BE49-F238E27FC236}">
                <a16:creationId xmlns:a16="http://schemas.microsoft.com/office/drawing/2014/main" id="{B39B618F-2071-CF8F-C3F6-63092DC24434}"/>
              </a:ext>
            </a:extLst>
          </p:cNvPr>
          <p:cNvSpPr>
            <a:spLocks noGrp="1"/>
          </p:cNvSpPr>
          <p:nvPr>
            <p:ph type="ftr" sz="quarter" idx="3"/>
          </p:nvPr>
        </p:nvSpPr>
        <p:spPr>
          <a:xfrm>
            <a:off x="288259" y="5868000"/>
            <a:ext cx="5732004"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
        <p:nvSpPr>
          <p:cNvPr id="4" name="Subtitle 2">
            <a:extLst>
              <a:ext uri="{FF2B5EF4-FFF2-40B4-BE49-F238E27FC236}">
                <a16:creationId xmlns:a16="http://schemas.microsoft.com/office/drawing/2014/main" id="{A0E68614-F52A-AD0A-D435-2C2D756FA9A7}"/>
              </a:ext>
            </a:extLst>
          </p:cNvPr>
          <p:cNvSpPr>
            <a:spLocks noGrp="1"/>
          </p:cNvSpPr>
          <p:nvPr>
            <p:ph type="subTitle" idx="1" hasCustomPrompt="1"/>
          </p:nvPr>
        </p:nvSpPr>
        <p:spPr>
          <a:xfrm>
            <a:off x="284806" y="4889500"/>
            <a:ext cx="5762426" cy="865834"/>
          </a:xfrm>
        </p:spPr>
        <p:txBody>
          <a:bodyPr anchor="b"/>
          <a:lstStyle>
            <a:lvl1pPr marL="0" indent="0" algn="l">
              <a:lnSpc>
                <a:spcPct val="100000"/>
              </a:lnSpc>
              <a:spcBef>
                <a:spcPts val="0"/>
              </a:spcBef>
              <a:spcAft>
                <a:spcPts val="0"/>
              </a:spcAft>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Supporting details. Delete if not required.</a:t>
            </a:r>
          </a:p>
        </p:txBody>
      </p:sp>
      <p:sp>
        <p:nvSpPr>
          <p:cNvPr id="5" name="TextBox 4">
            <a:extLst>
              <a:ext uri="{FF2B5EF4-FFF2-40B4-BE49-F238E27FC236}">
                <a16:creationId xmlns:a16="http://schemas.microsoft.com/office/drawing/2014/main" id="{D4BBA4EF-3CB9-78D6-9187-EC9AAD9AC652}"/>
              </a:ext>
            </a:extLst>
          </p:cNvPr>
          <p:cNvSpPr txBox="1"/>
          <p:nvPr/>
        </p:nvSpPr>
        <p:spPr>
          <a:xfrm>
            <a:off x="2604124" y="6449779"/>
            <a:ext cx="3260725" cy="153464"/>
          </a:xfrm>
          <a:prstGeom prst="rect">
            <a:avLst/>
          </a:prstGeom>
          <a:noFill/>
        </p:spPr>
        <p:txBody>
          <a:bodyPr wrap="square" lIns="0" tIns="0" rIns="0" bIns="0" rtlCol="0" anchor="b" anchorCtr="0">
            <a:noAutofit/>
          </a:bodyPr>
          <a:lstStyle/>
          <a:p>
            <a:pPr algn="r"/>
            <a:r>
              <a:rPr lang="en-US" sz="1100" kern="1200" dirty="0">
                <a:solidFill>
                  <a:schemeClr val="accent1"/>
                </a:solidFill>
                <a:latin typeface="+mn-lt"/>
                <a:ea typeface="+mn-ea"/>
                <a:cs typeface="+mn-cs"/>
              </a:rPr>
              <a:t>Core program name</a:t>
            </a:r>
          </a:p>
        </p:txBody>
      </p:sp>
    </p:spTree>
    <p:extLst>
      <p:ext uri="{BB962C8B-B14F-4D97-AF65-F5344CB8AC3E}">
        <p14:creationId xmlns:p14="http://schemas.microsoft.com/office/powerpoint/2010/main" val="35499412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C22AC-FEA7-AD51-FB22-01EC3D276410}"/>
              </a:ext>
            </a:extLst>
          </p:cNvPr>
          <p:cNvSpPr>
            <a:spLocks noGrp="1"/>
          </p:cNvSpPr>
          <p:nvPr>
            <p:ph type="title"/>
          </p:nvPr>
        </p:nvSpPr>
        <p:spPr>
          <a:xfrm>
            <a:off x="286715" y="273600"/>
            <a:ext cx="1811959" cy="392415"/>
          </a:xfrm>
        </p:spPr>
        <p:txBody>
          <a:bodyPr/>
          <a:lstStyle>
            <a:lvl1pPr>
              <a:lnSpc>
                <a:spcPct val="85000"/>
              </a:lnSpc>
              <a:defRPr sz="1500" b="1" i="0">
                <a:solidFill>
                  <a:schemeClr val="tx1"/>
                </a:solidFill>
                <a:latin typeface="+mn-lt"/>
              </a:defRPr>
            </a:lvl1pPr>
          </a:lstStyle>
          <a:p>
            <a:r>
              <a:rPr lang="en-US"/>
              <a:t>Click to edit Master title style</a:t>
            </a:r>
            <a:endParaRPr lang="en-GB" dirty="0"/>
          </a:p>
        </p:txBody>
      </p:sp>
      <p:sp>
        <p:nvSpPr>
          <p:cNvPr id="6" name="Text Placeholder 5">
            <a:extLst>
              <a:ext uri="{FF2B5EF4-FFF2-40B4-BE49-F238E27FC236}">
                <a16:creationId xmlns:a16="http://schemas.microsoft.com/office/drawing/2014/main" id="{D07DAC6C-95A8-D53D-7D6B-43128BEEF186}"/>
              </a:ext>
            </a:extLst>
          </p:cNvPr>
          <p:cNvSpPr>
            <a:spLocks noGrp="1"/>
          </p:cNvSpPr>
          <p:nvPr>
            <p:ph type="body" sz="quarter" idx="13"/>
          </p:nvPr>
        </p:nvSpPr>
        <p:spPr>
          <a:xfrm>
            <a:off x="3225801" y="277200"/>
            <a:ext cx="8966200" cy="5488600"/>
          </a:xfrm>
        </p:spPr>
        <p:txBody>
          <a:bodyPr/>
          <a:lstStyle>
            <a:lvl1pPr marL="981075" indent="-981075">
              <a:lnSpc>
                <a:spcPct val="80000"/>
              </a:lnSpc>
              <a:spcBef>
                <a:spcPts val="600"/>
              </a:spcBef>
              <a:spcAft>
                <a:spcPts val="600"/>
              </a:spcAft>
              <a:buFont typeface="+mj-lt"/>
              <a:buAutoNum type="arabicPeriod"/>
              <a:tabLst/>
              <a:defRPr sz="3000" b="0" i="0">
                <a:latin typeface="+mj-lt"/>
              </a:defRPr>
            </a:lvl1pPr>
            <a:lvl2pPr marL="1201738" indent="-220663">
              <a:tabLst/>
              <a:defRPr/>
            </a:lvl2pPr>
            <a:lvl3pPr marL="1201738" indent="-220663">
              <a:tabLst/>
              <a:defRPr/>
            </a:lvl3pPr>
            <a:lvl4pPr marL="1201738" indent="-220663">
              <a:tabLst/>
              <a:defRPr/>
            </a:lvl4pPr>
            <a:lvl5pPr marL="1201738" indent="-220663">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9" name="Footer Placeholder 4">
            <a:extLst>
              <a:ext uri="{FF2B5EF4-FFF2-40B4-BE49-F238E27FC236}">
                <a16:creationId xmlns:a16="http://schemas.microsoft.com/office/drawing/2014/main" id="{73D73DEF-9C82-2768-837B-EB448FCEC2C3}"/>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10841930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F4DE542-4D98-B05D-597C-9623E7D2E7C2}"/>
              </a:ext>
            </a:extLst>
          </p:cNvPr>
          <p:cNvSpPr>
            <a:spLocks noGrp="1"/>
          </p:cNvSpPr>
          <p:nvPr>
            <p:ph type="title"/>
          </p:nvPr>
        </p:nvSpPr>
        <p:spPr>
          <a:xfrm>
            <a:off x="286715" y="273600"/>
            <a:ext cx="1811959" cy="392415"/>
          </a:xfrm>
        </p:spPr>
        <p:txBody>
          <a:bodyPr/>
          <a:lstStyle>
            <a:lvl1pPr>
              <a:lnSpc>
                <a:spcPct val="85000"/>
              </a:lnSpc>
              <a:defRPr sz="1500" b="1" i="0">
                <a:solidFill>
                  <a:schemeClr val="tx1"/>
                </a:solidFill>
                <a:latin typeface="+mn-lt"/>
              </a:defRPr>
            </a:lvl1pPr>
          </a:lstStyle>
          <a:p>
            <a:r>
              <a:rPr lang="en-US"/>
              <a:t>Click to edit Master title style</a:t>
            </a:r>
            <a:endParaRPr lang="en-GB" dirty="0"/>
          </a:p>
        </p:txBody>
      </p:sp>
      <p:sp>
        <p:nvSpPr>
          <p:cNvPr id="151" name="Picture Placeholder 92">
            <a:extLst>
              <a:ext uri="{FF2B5EF4-FFF2-40B4-BE49-F238E27FC236}">
                <a16:creationId xmlns:a16="http://schemas.microsoft.com/office/drawing/2014/main" id="{414C0709-0B1A-11C5-45EE-CC44E7A13411}"/>
              </a:ext>
            </a:extLst>
          </p:cNvPr>
          <p:cNvSpPr>
            <a:spLocks noGrp="1"/>
          </p:cNvSpPr>
          <p:nvPr>
            <p:ph type="pic" sz="quarter" idx="56" hasCustomPrompt="1"/>
          </p:nvPr>
        </p:nvSpPr>
        <p:spPr>
          <a:xfrm>
            <a:off x="3225799" y="933132"/>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dirty="0"/>
              <a:t> </a:t>
            </a:r>
          </a:p>
        </p:txBody>
      </p:sp>
      <p:sp>
        <p:nvSpPr>
          <p:cNvPr id="163" name="Text Placeholder 5">
            <a:extLst>
              <a:ext uri="{FF2B5EF4-FFF2-40B4-BE49-F238E27FC236}">
                <a16:creationId xmlns:a16="http://schemas.microsoft.com/office/drawing/2014/main" id="{12B824E8-EE25-7DB2-F96D-DEA8631E51FB}"/>
              </a:ext>
            </a:extLst>
          </p:cNvPr>
          <p:cNvSpPr>
            <a:spLocks noGrp="1"/>
          </p:cNvSpPr>
          <p:nvPr>
            <p:ph type="body" sz="quarter" idx="13" hasCustomPrompt="1"/>
          </p:nvPr>
        </p:nvSpPr>
        <p:spPr>
          <a:xfrm>
            <a:off x="3225800" y="231771"/>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dirty="0"/>
              <a:t>00:00</a:t>
            </a:r>
          </a:p>
        </p:txBody>
      </p:sp>
      <p:sp>
        <p:nvSpPr>
          <p:cNvPr id="164" name="Text Placeholder 5">
            <a:extLst>
              <a:ext uri="{FF2B5EF4-FFF2-40B4-BE49-F238E27FC236}">
                <a16:creationId xmlns:a16="http://schemas.microsoft.com/office/drawing/2014/main" id="{A4F70AC5-374E-DFC2-2B29-2318F0BB51E4}"/>
              </a:ext>
            </a:extLst>
          </p:cNvPr>
          <p:cNvSpPr>
            <a:spLocks noGrp="1"/>
          </p:cNvSpPr>
          <p:nvPr>
            <p:ph type="body" sz="quarter" idx="14"/>
          </p:nvPr>
        </p:nvSpPr>
        <p:spPr>
          <a:xfrm>
            <a:off x="4644000" y="231771"/>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65" name="Text Placeholder 5">
            <a:extLst>
              <a:ext uri="{FF2B5EF4-FFF2-40B4-BE49-F238E27FC236}">
                <a16:creationId xmlns:a16="http://schemas.microsoft.com/office/drawing/2014/main" id="{EB857D0D-CD76-A612-A712-E14D8C7049C6}"/>
              </a:ext>
            </a:extLst>
          </p:cNvPr>
          <p:cNvSpPr>
            <a:spLocks noGrp="1"/>
          </p:cNvSpPr>
          <p:nvPr>
            <p:ph type="body" sz="quarter" idx="15" hasCustomPrompt="1"/>
          </p:nvPr>
        </p:nvSpPr>
        <p:spPr>
          <a:xfrm>
            <a:off x="9106462" y="231771"/>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66" name="Picture Placeholder 91">
            <a:extLst>
              <a:ext uri="{FF2B5EF4-FFF2-40B4-BE49-F238E27FC236}">
                <a16:creationId xmlns:a16="http://schemas.microsoft.com/office/drawing/2014/main" id="{23E05799-FE6A-9155-DA4E-C09C4B03CA27}"/>
              </a:ext>
            </a:extLst>
          </p:cNvPr>
          <p:cNvSpPr>
            <a:spLocks noGrp="1"/>
          </p:cNvSpPr>
          <p:nvPr>
            <p:ph type="pic" sz="quarter" idx="55" hasCustomPrompt="1"/>
          </p:nvPr>
        </p:nvSpPr>
        <p:spPr>
          <a:xfrm>
            <a:off x="3225799" y="538994"/>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dirty="0"/>
              <a:t>  </a:t>
            </a:r>
          </a:p>
        </p:txBody>
      </p:sp>
      <p:sp>
        <p:nvSpPr>
          <p:cNvPr id="167" name="Text Placeholder 5">
            <a:extLst>
              <a:ext uri="{FF2B5EF4-FFF2-40B4-BE49-F238E27FC236}">
                <a16:creationId xmlns:a16="http://schemas.microsoft.com/office/drawing/2014/main" id="{24089EB1-E806-6913-C5B8-A4C01D0814E6}"/>
              </a:ext>
            </a:extLst>
          </p:cNvPr>
          <p:cNvSpPr>
            <a:spLocks noGrp="1"/>
          </p:cNvSpPr>
          <p:nvPr>
            <p:ph type="body" sz="quarter" idx="16" hasCustomPrompt="1"/>
          </p:nvPr>
        </p:nvSpPr>
        <p:spPr>
          <a:xfrm>
            <a:off x="3225800" y="625471"/>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68" name="Text Placeholder 5">
            <a:extLst>
              <a:ext uri="{FF2B5EF4-FFF2-40B4-BE49-F238E27FC236}">
                <a16:creationId xmlns:a16="http://schemas.microsoft.com/office/drawing/2014/main" id="{10C7981E-34E4-22AC-19D7-855BF963AC6A}"/>
              </a:ext>
            </a:extLst>
          </p:cNvPr>
          <p:cNvSpPr>
            <a:spLocks noGrp="1"/>
          </p:cNvSpPr>
          <p:nvPr>
            <p:ph type="body" sz="quarter" idx="17"/>
          </p:nvPr>
        </p:nvSpPr>
        <p:spPr>
          <a:xfrm>
            <a:off x="4644000" y="625471"/>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69" name="Text Placeholder 5">
            <a:extLst>
              <a:ext uri="{FF2B5EF4-FFF2-40B4-BE49-F238E27FC236}">
                <a16:creationId xmlns:a16="http://schemas.microsoft.com/office/drawing/2014/main" id="{127EEF89-640D-17FA-3E79-57DA3786E32A}"/>
              </a:ext>
            </a:extLst>
          </p:cNvPr>
          <p:cNvSpPr>
            <a:spLocks noGrp="1"/>
          </p:cNvSpPr>
          <p:nvPr>
            <p:ph type="body" sz="quarter" idx="18" hasCustomPrompt="1"/>
          </p:nvPr>
        </p:nvSpPr>
        <p:spPr>
          <a:xfrm>
            <a:off x="9106462" y="625471"/>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dirty="0" err="1"/>
              <a:t>Firstname</a:t>
            </a:r>
            <a:r>
              <a:rPr lang="en-GB" dirty="0"/>
              <a:t> Surname</a:t>
            </a:r>
          </a:p>
        </p:txBody>
      </p:sp>
      <p:sp>
        <p:nvSpPr>
          <p:cNvPr id="170" name="Text Placeholder 5">
            <a:extLst>
              <a:ext uri="{FF2B5EF4-FFF2-40B4-BE49-F238E27FC236}">
                <a16:creationId xmlns:a16="http://schemas.microsoft.com/office/drawing/2014/main" id="{C3E76B7F-03AC-D5BD-BECC-8B0881567D59}"/>
              </a:ext>
            </a:extLst>
          </p:cNvPr>
          <p:cNvSpPr>
            <a:spLocks noGrp="1"/>
          </p:cNvSpPr>
          <p:nvPr>
            <p:ph type="body" sz="quarter" idx="19" hasCustomPrompt="1"/>
          </p:nvPr>
        </p:nvSpPr>
        <p:spPr>
          <a:xfrm>
            <a:off x="3225800" y="1022195"/>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71" name="Text Placeholder 5">
            <a:extLst>
              <a:ext uri="{FF2B5EF4-FFF2-40B4-BE49-F238E27FC236}">
                <a16:creationId xmlns:a16="http://schemas.microsoft.com/office/drawing/2014/main" id="{8344A73D-BCE2-9041-0430-DCA16AE2194A}"/>
              </a:ext>
            </a:extLst>
          </p:cNvPr>
          <p:cNvSpPr>
            <a:spLocks noGrp="1"/>
          </p:cNvSpPr>
          <p:nvPr>
            <p:ph type="body" sz="quarter" idx="20"/>
          </p:nvPr>
        </p:nvSpPr>
        <p:spPr>
          <a:xfrm>
            <a:off x="4644000" y="1022195"/>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72" name="Text Placeholder 5">
            <a:extLst>
              <a:ext uri="{FF2B5EF4-FFF2-40B4-BE49-F238E27FC236}">
                <a16:creationId xmlns:a16="http://schemas.microsoft.com/office/drawing/2014/main" id="{BA7AD8A2-995B-0025-7B23-12D44BEB24F7}"/>
              </a:ext>
            </a:extLst>
          </p:cNvPr>
          <p:cNvSpPr>
            <a:spLocks noGrp="1"/>
          </p:cNvSpPr>
          <p:nvPr>
            <p:ph type="body" sz="quarter" idx="21" hasCustomPrompt="1"/>
          </p:nvPr>
        </p:nvSpPr>
        <p:spPr>
          <a:xfrm>
            <a:off x="9106462" y="1022195"/>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73" name="Picture Placeholder 93">
            <a:extLst>
              <a:ext uri="{FF2B5EF4-FFF2-40B4-BE49-F238E27FC236}">
                <a16:creationId xmlns:a16="http://schemas.microsoft.com/office/drawing/2014/main" id="{C7221CC4-5A16-F8BC-F970-B26EBD5A8BA8}"/>
              </a:ext>
            </a:extLst>
          </p:cNvPr>
          <p:cNvSpPr>
            <a:spLocks noGrp="1"/>
          </p:cNvSpPr>
          <p:nvPr>
            <p:ph type="pic" sz="quarter" idx="57" hasCustomPrompt="1"/>
          </p:nvPr>
        </p:nvSpPr>
        <p:spPr>
          <a:xfrm>
            <a:off x="3225799" y="1335152"/>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dirty="0"/>
              <a:t> </a:t>
            </a:r>
          </a:p>
        </p:txBody>
      </p:sp>
      <p:sp>
        <p:nvSpPr>
          <p:cNvPr id="174" name="Text Placeholder 5">
            <a:extLst>
              <a:ext uri="{FF2B5EF4-FFF2-40B4-BE49-F238E27FC236}">
                <a16:creationId xmlns:a16="http://schemas.microsoft.com/office/drawing/2014/main" id="{B4AD80BA-61F2-11A3-5213-31194E78CF82}"/>
              </a:ext>
            </a:extLst>
          </p:cNvPr>
          <p:cNvSpPr>
            <a:spLocks noGrp="1"/>
          </p:cNvSpPr>
          <p:nvPr>
            <p:ph type="body" sz="quarter" idx="22" hasCustomPrompt="1"/>
          </p:nvPr>
        </p:nvSpPr>
        <p:spPr>
          <a:xfrm>
            <a:off x="3225800" y="1418919"/>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75" name="Text Placeholder 5">
            <a:extLst>
              <a:ext uri="{FF2B5EF4-FFF2-40B4-BE49-F238E27FC236}">
                <a16:creationId xmlns:a16="http://schemas.microsoft.com/office/drawing/2014/main" id="{27C0D85E-74CB-0D5E-89E5-5D22045B8749}"/>
              </a:ext>
            </a:extLst>
          </p:cNvPr>
          <p:cNvSpPr>
            <a:spLocks noGrp="1"/>
          </p:cNvSpPr>
          <p:nvPr>
            <p:ph type="body" sz="quarter" idx="23"/>
          </p:nvPr>
        </p:nvSpPr>
        <p:spPr>
          <a:xfrm>
            <a:off x="4644000" y="1418919"/>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76" name="Text Placeholder 5">
            <a:extLst>
              <a:ext uri="{FF2B5EF4-FFF2-40B4-BE49-F238E27FC236}">
                <a16:creationId xmlns:a16="http://schemas.microsoft.com/office/drawing/2014/main" id="{D3602011-9A32-BE74-D43E-233E4FC27356}"/>
              </a:ext>
            </a:extLst>
          </p:cNvPr>
          <p:cNvSpPr>
            <a:spLocks noGrp="1"/>
          </p:cNvSpPr>
          <p:nvPr>
            <p:ph type="body" sz="quarter" idx="24" hasCustomPrompt="1"/>
          </p:nvPr>
        </p:nvSpPr>
        <p:spPr>
          <a:xfrm>
            <a:off x="9106462" y="1418919"/>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77" name="Picture Placeholder 94">
            <a:extLst>
              <a:ext uri="{FF2B5EF4-FFF2-40B4-BE49-F238E27FC236}">
                <a16:creationId xmlns:a16="http://schemas.microsoft.com/office/drawing/2014/main" id="{269B4BB8-2420-C116-E384-4500FB15D7E4}"/>
              </a:ext>
            </a:extLst>
          </p:cNvPr>
          <p:cNvSpPr>
            <a:spLocks noGrp="1"/>
          </p:cNvSpPr>
          <p:nvPr>
            <p:ph type="pic" sz="quarter" idx="58" hasCustomPrompt="1"/>
          </p:nvPr>
        </p:nvSpPr>
        <p:spPr>
          <a:xfrm>
            <a:off x="3225799" y="1737173"/>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dirty="0"/>
              <a:t> </a:t>
            </a:r>
          </a:p>
        </p:txBody>
      </p:sp>
      <p:sp>
        <p:nvSpPr>
          <p:cNvPr id="178" name="Text Placeholder 5">
            <a:extLst>
              <a:ext uri="{FF2B5EF4-FFF2-40B4-BE49-F238E27FC236}">
                <a16:creationId xmlns:a16="http://schemas.microsoft.com/office/drawing/2014/main" id="{A65D6C32-597E-A87D-B6BE-91881E645FE5}"/>
              </a:ext>
            </a:extLst>
          </p:cNvPr>
          <p:cNvSpPr>
            <a:spLocks noGrp="1"/>
          </p:cNvSpPr>
          <p:nvPr>
            <p:ph type="body" sz="quarter" idx="25" hasCustomPrompt="1"/>
          </p:nvPr>
        </p:nvSpPr>
        <p:spPr>
          <a:xfrm>
            <a:off x="3225800" y="1815643"/>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79" name="Text Placeholder 5">
            <a:extLst>
              <a:ext uri="{FF2B5EF4-FFF2-40B4-BE49-F238E27FC236}">
                <a16:creationId xmlns:a16="http://schemas.microsoft.com/office/drawing/2014/main" id="{4B1DF343-DFC7-F81B-915B-96E9335A5E49}"/>
              </a:ext>
            </a:extLst>
          </p:cNvPr>
          <p:cNvSpPr>
            <a:spLocks noGrp="1"/>
          </p:cNvSpPr>
          <p:nvPr>
            <p:ph type="body" sz="quarter" idx="26"/>
          </p:nvPr>
        </p:nvSpPr>
        <p:spPr>
          <a:xfrm>
            <a:off x="4644000" y="1815643"/>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80" name="Text Placeholder 5">
            <a:extLst>
              <a:ext uri="{FF2B5EF4-FFF2-40B4-BE49-F238E27FC236}">
                <a16:creationId xmlns:a16="http://schemas.microsoft.com/office/drawing/2014/main" id="{B101370D-BD23-0E59-00B2-1DF4D768EBDF}"/>
              </a:ext>
            </a:extLst>
          </p:cNvPr>
          <p:cNvSpPr>
            <a:spLocks noGrp="1"/>
          </p:cNvSpPr>
          <p:nvPr>
            <p:ph type="body" sz="quarter" idx="27" hasCustomPrompt="1"/>
          </p:nvPr>
        </p:nvSpPr>
        <p:spPr>
          <a:xfrm>
            <a:off x="9106462" y="1815643"/>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dirty="0" err="1"/>
              <a:t>Firstname</a:t>
            </a:r>
            <a:r>
              <a:rPr lang="en-GB" dirty="0"/>
              <a:t> Surname</a:t>
            </a:r>
          </a:p>
        </p:txBody>
      </p:sp>
      <p:sp>
        <p:nvSpPr>
          <p:cNvPr id="181" name="Picture Placeholder 95">
            <a:extLst>
              <a:ext uri="{FF2B5EF4-FFF2-40B4-BE49-F238E27FC236}">
                <a16:creationId xmlns:a16="http://schemas.microsoft.com/office/drawing/2014/main" id="{F4B3C050-4D54-40AC-903F-F698E83D054E}"/>
              </a:ext>
            </a:extLst>
          </p:cNvPr>
          <p:cNvSpPr>
            <a:spLocks noGrp="1"/>
          </p:cNvSpPr>
          <p:nvPr>
            <p:ph type="pic" sz="quarter" idx="59" hasCustomPrompt="1"/>
          </p:nvPr>
        </p:nvSpPr>
        <p:spPr>
          <a:xfrm>
            <a:off x="3225799" y="2123428"/>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dirty="0"/>
              <a:t> </a:t>
            </a:r>
          </a:p>
        </p:txBody>
      </p:sp>
      <p:sp>
        <p:nvSpPr>
          <p:cNvPr id="182" name="Text Placeholder 5">
            <a:extLst>
              <a:ext uri="{FF2B5EF4-FFF2-40B4-BE49-F238E27FC236}">
                <a16:creationId xmlns:a16="http://schemas.microsoft.com/office/drawing/2014/main" id="{155ABD36-F107-FAC7-D94F-C71129D99E04}"/>
              </a:ext>
            </a:extLst>
          </p:cNvPr>
          <p:cNvSpPr>
            <a:spLocks noGrp="1"/>
          </p:cNvSpPr>
          <p:nvPr>
            <p:ph type="body" sz="quarter" idx="28" hasCustomPrompt="1"/>
          </p:nvPr>
        </p:nvSpPr>
        <p:spPr>
          <a:xfrm>
            <a:off x="3225800" y="2212367"/>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83" name="Text Placeholder 5">
            <a:extLst>
              <a:ext uri="{FF2B5EF4-FFF2-40B4-BE49-F238E27FC236}">
                <a16:creationId xmlns:a16="http://schemas.microsoft.com/office/drawing/2014/main" id="{0A1512C3-4983-E876-9159-16E3626DF5B5}"/>
              </a:ext>
            </a:extLst>
          </p:cNvPr>
          <p:cNvSpPr>
            <a:spLocks noGrp="1"/>
          </p:cNvSpPr>
          <p:nvPr>
            <p:ph type="body" sz="quarter" idx="29"/>
          </p:nvPr>
        </p:nvSpPr>
        <p:spPr>
          <a:xfrm>
            <a:off x="4644000" y="2212367"/>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84" name="Text Placeholder 5">
            <a:extLst>
              <a:ext uri="{FF2B5EF4-FFF2-40B4-BE49-F238E27FC236}">
                <a16:creationId xmlns:a16="http://schemas.microsoft.com/office/drawing/2014/main" id="{F7879AFD-9EB9-2FB8-189D-455DEDB6131F}"/>
              </a:ext>
            </a:extLst>
          </p:cNvPr>
          <p:cNvSpPr>
            <a:spLocks noGrp="1"/>
          </p:cNvSpPr>
          <p:nvPr>
            <p:ph type="body" sz="quarter" idx="30" hasCustomPrompt="1"/>
          </p:nvPr>
        </p:nvSpPr>
        <p:spPr>
          <a:xfrm>
            <a:off x="9106462" y="2212367"/>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dirty="0" err="1"/>
              <a:t>Firstname</a:t>
            </a:r>
            <a:r>
              <a:rPr lang="en-GB" dirty="0"/>
              <a:t> Surname</a:t>
            </a:r>
          </a:p>
        </p:txBody>
      </p:sp>
      <p:sp>
        <p:nvSpPr>
          <p:cNvPr id="185" name="Picture Placeholder 96">
            <a:extLst>
              <a:ext uri="{FF2B5EF4-FFF2-40B4-BE49-F238E27FC236}">
                <a16:creationId xmlns:a16="http://schemas.microsoft.com/office/drawing/2014/main" id="{35FA00DC-0DE0-96B1-C7B7-F45DB8335CDB}"/>
              </a:ext>
            </a:extLst>
          </p:cNvPr>
          <p:cNvSpPr>
            <a:spLocks noGrp="1"/>
          </p:cNvSpPr>
          <p:nvPr>
            <p:ph type="pic" sz="quarter" idx="60" hasCustomPrompt="1"/>
          </p:nvPr>
        </p:nvSpPr>
        <p:spPr>
          <a:xfrm>
            <a:off x="3225799" y="2525448"/>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dirty="0"/>
              <a:t> </a:t>
            </a:r>
          </a:p>
        </p:txBody>
      </p:sp>
      <p:sp>
        <p:nvSpPr>
          <p:cNvPr id="186" name="Text Placeholder 5">
            <a:extLst>
              <a:ext uri="{FF2B5EF4-FFF2-40B4-BE49-F238E27FC236}">
                <a16:creationId xmlns:a16="http://schemas.microsoft.com/office/drawing/2014/main" id="{BE4AFC06-39CD-C8B1-3AE0-5EC6BA91A93A}"/>
              </a:ext>
            </a:extLst>
          </p:cNvPr>
          <p:cNvSpPr>
            <a:spLocks noGrp="1"/>
          </p:cNvSpPr>
          <p:nvPr>
            <p:ph type="body" sz="quarter" idx="31" hasCustomPrompt="1"/>
          </p:nvPr>
        </p:nvSpPr>
        <p:spPr>
          <a:xfrm>
            <a:off x="3225800" y="2607652"/>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87" name="Text Placeholder 5">
            <a:extLst>
              <a:ext uri="{FF2B5EF4-FFF2-40B4-BE49-F238E27FC236}">
                <a16:creationId xmlns:a16="http://schemas.microsoft.com/office/drawing/2014/main" id="{626B338C-7172-C0D7-9039-86A9DE0F1FA0}"/>
              </a:ext>
            </a:extLst>
          </p:cNvPr>
          <p:cNvSpPr>
            <a:spLocks noGrp="1"/>
          </p:cNvSpPr>
          <p:nvPr>
            <p:ph type="body" sz="quarter" idx="32"/>
          </p:nvPr>
        </p:nvSpPr>
        <p:spPr>
          <a:xfrm>
            <a:off x="4644000" y="2607652"/>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88" name="Text Placeholder 5">
            <a:extLst>
              <a:ext uri="{FF2B5EF4-FFF2-40B4-BE49-F238E27FC236}">
                <a16:creationId xmlns:a16="http://schemas.microsoft.com/office/drawing/2014/main" id="{F53E4D8E-1408-3646-C31B-01AB5D69F9EE}"/>
              </a:ext>
            </a:extLst>
          </p:cNvPr>
          <p:cNvSpPr>
            <a:spLocks noGrp="1"/>
          </p:cNvSpPr>
          <p:nvPr>
            <p:ph type="body" sz="quarter" idx="33" hasCustomPrompt="1"/>
          </p:nvPr>
        </p:nvSpPr>
        <p:spPr>
          <a:xfrm>
            <a:off x="9106462" y="2607652"/>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dirty="0" err="1"/>
              <a:t>Firstname</a:t>
            </a:r>
            <a:r>
              <a:rPr lang="en-GB" dirty="0"/>
              <a:t> Surname</a:t>
            </a:r>
          </a:p>
        </p:txBody>
      </p:sp>
      <p:sp>
        <p:nvSpPr>
          <p:cNvPr id="189" name="Picture Placeholder 97">
            <a:extLst>
              <a:ext uri="{FF2B5EF4-FFF2-40B4-BE49-F238E27FC236}">
                <a16:creationId xmlns:a16="http://schemas.microsoft.com/office/drawing/2014/main" id="{E48216AF-0F70-8F6D-3261-AB2C4BA6E6DD}"/>
              </a:ext>
            </a:extLst>
          </p:cNvPr>
          <p:cNvSpPr>
            <a:spLocks noGrp="1"/>
          </p:cNvSpPr>
          <p:nvPr>
            <p:ph type="pic" sz="quarter" idx="61" hasCustomPrompt="1"/>
          </p:nvPr>
        </p:nvSpPr>
        <p:spPr>
          <a:xfrm>
            <a:off x="3225799" y="2919586"/>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dirty="0"/>
              <a:t> </a:t>
            </a:r>
          </a:p>
        </p:txBody>
      </p:sp>
      <p:sp>
        <p:nvSpPr>
          <p:cNvPr id="190" name="Text Placeholder 5">
            <a:extLst>
              <a:ext uri="{FF2B5EF4-FFF2-40B4-BE49-F238E27FC236}">
                <a16:creationId xmlns:a16="http://schemas.microsoft.com/office/drawing/2014/main" id="{ACC59BB8-BBFA-7099-D2F9-58BFCAF10734}"/>
              </a:ext>
            </a:extLst>
          </p:cNvPr>
          <p:cNvSpPr>
            <a:spLocks noGrp="1"/>
          </p:cNvSpPr>
          <p:nvPr>
            <p:ph type="body" sz="quarter" idx="34" hasCustomPrompt="1"/>
          </p:nvPr>
        </p:nvSpPr>
        <p:spPr>
          <a:xfrm>
            <a:off x="3225800" y="3002937"/>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dirty="0"/>
              <a:t>00:00</a:t>
            </a:r>
          </a:p>
        </p:txBody>
      </p:sp>
      <p:sp>
        <p:nvSpPr>
          <p:cNvPr id="191" name="Text Placeholder 5">
            <a:extLst>
              <a:ext uri="{FF2B5EF4-FFF2-40B4-BE49-F238E27FC236}">
                <a16:creationId xmlns:a16="http://schemas.microsoft.com/office/drawing/2014/main" id="{CACBCBB1-0D34-45F6-E211-B0C865D3FF9F}"/>
              </a:ext>
            </a:extLst>
          </p:cNvPr>
          <p:cNvSpPr>
            <a:spLocks noGrp="1"/>
          </p:cNvSpPr>
          <p:nvPr>
            <p:ph type="body" sz="quarter" idx="35"/>
          </p:nvPr>
        </p:nvSpPr>
        <p:spPr>
          <a:xfrm>
            <a:off x="4644000" y="3002937"/>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92" name="Text Placeholder 5">
            <a:extLst>
              <a:ext uri="{FF2B5EF4-FFF2-40B4-BE49-F238E27FC236}">
                <a16:creationId xmlns:a16="http://schemas.microsoft.com/office/drawing/2014/main" id="{AA85DA3F-ECA7-C004-3370-0301B640466D}"/>
              </a:ext>
            </a:extLst>
          </p:cNvPr>
          <p:cNvSpPr>
            <a:spLocks noGrp="1"/>
          </p:cNvSpPr>
          <p:nvPr>
            <p:ph type="body" sz="quarter" idx="36" hasCustomPrompt="1"/>
          </p:nvPr>
        </p:nvSpPr>
        <p:spPr>
          <a:xfrm>
            <a:off x="9106462" y="3002937"/>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dirty="0" err="1"/>
              <a:t>Firstname</a:t>
            </a:r>
            <a:r>
              <a:rPr lang="en-GB" dirty="0"/>
              <a:t> Surname</a:t>
            </a:r>
          </a:p>
        </p:txBody>
      </p:sp>
      <p:sp>
        <p:nvSpPr>
          <p:cNvPr id="193" name="Picture Placeholder 98">
            <a:extLst>
              <a:ext uri="{FF2B5EF4-FFF2-40B4-BE49-F238E27FC236}">
                <a16:creationId xmlns:a16="http://schemas.microsoft.com/office/drawing/2014/main" id="{6E85E349-99D2-61C9-CD7D-58A15220FF0A}"/>
              </a:ext>
            </a:extLst>
          </p:cNvPr>
          <p:cNvSpPr>
            <a:spLocks noGrp="1"/>
          </p:cNvSpPr>
          <p:nvPr>
            <p:ph type="pic" sz="quarter" idx="62" hasCustomPrompt="1"/>
          </p:nvPr>
        </p:nvSpPr>
        <p:spPr>
          <a:xfrm>
            <a:off x="3225799" y="3313724"/>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dirty="0"/>
              <a:t> </a:t>
            </a:r>
          </a:p>
        </p:txBody>
      </p:sp>
      <p:sp>
        <p:nvSpPr>
          <p:cNvPr id="194" name="Text Placeholder 5">
            <a:extLst>
              <a:ext uri="{FF2B5EF4-FFF2-40B4-BE49-F238E27FC236}">
                <a16:creationId xmlns:a16="http://schemas.microsoft.com/office/drawing/2014/main" id="{D00E7ED3-4AED-567D-4156-2F6D199ADA79}"/>
              </a:ext>
            </a:extLst>
          </p:cNvPr>
          <p:cNvSpPr>
            <a:spLocks noGrp="1"/>
          </p:cNvSpPr>
          <p:nvPr>
            <p:ph type="body" sz="quarter" idx="37" hasCustomPrompt="1"/>
          </p:nvPr>
        </p:nvSpPr>
        <p:spPr>
          <a:xfrm>
            <a:off x="3225800" y="3398222"/>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95" name="Text Placeholder 5">
            <a:extLst>
              <a:ext uri="{FF2B5EF4-FFF2-40B4-BE49-F238E27FC236}">
                <a16:creationId xmlns:a16="http://schemas.microsoft.com/office/drawing/2014/main" id="{C8FC743C-8275-AD1C-7797-8C970CCC8D44}"/>
              </a:ext>
            </a:extLst>
          </p:cNvPr>
          <p:cNvSpPr>
            <a:spLocks noGrp="1"/>
          </p:cNvSpPr>
          <p:nvPr>
            <p:ph type="body" sz="quarter" idx="38"/>
          </p:nvPr>
        </p:nvSpPr>
        <p:spPr>
          <a:xfrm>
            <a:off x="4644000" y="3398222"/>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96" name="Text Placeholder 5">
            <a:extLst>
              <a:ext uri="{FF2B5EF4-FFF2-40B4-BE49-F238E27FC236}">
                <a16:creationId xmlns:a16="http://schemas.microsoft.com/office/drawing/2014/main" id="{AF7A0554-FA98-7604-80E6-32CB2E2929A8}"/>
              </a:ext>
            </a:extLst>
          </p:cNvPr>
          <p:cNvSpPr>
            <a:spLocks noGrp="1"/>
          </p:cNvSpPr>
          <p:nvPr>
            <p:ph type="body" sz="quarter" idx="39" hasCustomPrompt="1"/>
          </p:nvPr>
        </p:nvSpPr>
        <p:spPr>
          <a:xfrm>
            <a:off x="9106462" y="3398222"/>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dirty="0" err="1"/>
              <a:t>Firstname</a:t>
            </a:r>
            <a:r>
              <a:rPr lang="en-GB" dirty="0"/>
              <a:t> Surname</a:t>
            </a:r>
          </a:p>
        </p:txBody>
      </p:sp>
      <p:sp>
        <p:nvSpPr>
          <p:cNvPr id="197" name="Picture Placeholder 99">
            <a:extLst>
              <a:ext uri="{FF2B5EF4-FFF2-40B4-BE49-F238E27FC236}">
                <a16:creationId xmlns:a16="http://schemas.microsoft.com/office/drawing/2014/main" id="{F876AA1D-D562-3A3B-A233-9C23797C9A2F}"/>
              </a:ext>
            </a:extLst>
          </p:cNvPr>
          <p:cNvSpPr>
            <a:spLocks noGrp="1"/>
          </p:cNvSpPr>
          <p:nvPr>
            <p:ph type="pic" sz="quarter" idx="63" hasCustomPrompt="1"/>
          </p:nvPr>
        </p:nvSpPr>
        <p:spPr>
          <a:xfrm>
            <a:off x="3225799" y="3715744"/>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dirty="0"/>
              <a:t> </a:t>
            </a:r>
          </a:p>
        </p:txBody>
      </p:sp>
      <p:sp>
        <p:nvSpPr>
          <p:cNvPr id="198" name="Text Placeholder 5">
            <a:extLst>
              <a:ext uri="{FF2B5EF4-FFF2-40B4-BE49-F238E27FC236}">
                <a16:creationId xmlns:a16="http://schemas.microsoft.com/office/drawing/2014/main" id="{4AAF2467-86C6-2863-72E4-0D257BDEFEC8}"/>
              </a:ext>
            </a:extLst>
          </p:cNvPr>
          <p:cNvSpPr>
            <a:spLocks noGrp="1"/>
          </p:cNvSpPr>
          <p:nvPr>
            <p:ph type="body" sz="quarter" idx="40" hasCustomPrompt="1"/>
          </p:nvPr>
        </p:nvSpPr>
        <p:spPr>
          <a:xfrm>
            <a:off x="3225800" y="3793507"/>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99" name="Text Placeholder 5">
            <a:extLst>
              <a:ext uri="{FF2B5EF4-FFF2-40B4-BE49-F238E27FC236}">
                <a16:creationId xmlns:a16="http://schemas.microsoft.com/office/drawing/2014/main" id="{D10BCF98-803A-D107-CF63-05EE97CCF877}"/>
              </a:ext>
            </a:extLst>
          </p:cNvPr>
          <p:cNvSpPr>
            <a:spLocks noGrp="1"/>
          </p:cNvSpPr>
          <p:nvPr>
            <p:ph type="body" sz="quarter" idx="41"/>
          </p:nvPr>
        </p:nvSpPr>
        <p:spPr>
          <a:xfrm>
            <a:off x="4644000" y="3793507"/>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200" name="Text Placeholder 5">
            <a:extLst>
              <a:ext uri="{FF2B5EF4-FFF2-40B4-BE49-F238E27FC236}">
                <a16:creationId xmlns:a16="http://schemas.microsoft.com/office/drawing/2014/main" id="{66FCBF15-2260-D8AF-4A2A-454AC1F084CE}"/>
              </a:ext>
            </a:extLst>
          </p:cNvPr>
          <p:cNvSpPr>
            <a:spLocks noGrp="1"/>
          </p:cNvSpPr>
          <p:nvPr>
            <p:ph type="body" sz="quarter" idx="42" hasCustomPrompt="1"/>
          </p:nvPr>
        </p:nvSpPr>
        <p:spPr>
          <a:xfrm>
            <a:off x="9106462" y="3793507"/>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dirty="0" err="1"/>
              <a:t>Firstname</a:t>
            </a:r>
            <a:r>
              <a:rPr lang="en-GB" dirty="0"/>
              <a:t> Surname</a:t>
            </a:r>
          </a:p>
        </p:txBody>
      </p:sp>
      <p:sp>
        <p:nvSpPr>
          <p:cNvPr id="201" name="Picture Placeholder 100">
            <a:extLst>
              <a:ext uri="{FF2B5EF4-FFF2-40B4-BE49-F238E27FC236}">
                <a16:creationId xmlns:a16="http://schemas.microsoft.com/office/drawing/2014/main" id="{9AA08646-E580-C6E2-B08A-A52294AA1302}"/>
              </a:ext>
            </a:extLst>
          </p:cNvPr>
          <p:cNvSpPr>
            <a:spLocks noGrp="1"/>
          </p:cNvSpPr>
          <p:nvPr>
            <p:ph type="pic" sz="quarter" idx="64" hasCustomPrompt="1"/>
          </p:nvPr>
        </p:nvSpPr>
        <p:spPr>
          <a:xfrm>
            <a:off x="3225799" y="4101999"/>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dirty="0"/>
              <a:t> </a:t>
            </a:r>
          </a:p>
        </p:txBody>
      </p:sp>
      <p:sp>
        <p:nvSpPr>
          <p:cNvPr id="202" name="Text Placeholder 5">
            <a:extLst>
              <a:ext uri="{FF2B5EF4-FFF2-40B4-BE49-F238E27FC236}">
                <a16:creationId xmlns:a16="http://schemas.microsoft.com/office/drawing/2014/main" id="{F1F57BF8-4802-2C8C-0E82-371529BD021B}"/>
              </a:ext>
            </a:extLst>
          </p:cNvPr>
          <p:cNvSpPr>
            <a:spLocks noGrp="1"/>
          </p:cNvSpPr>
          <p:nvPr>
            <p:ph type="body" sz="quarter" idx="43" hasCustomPrompt="1"/>
          </p:nvPr>
        </p:nvSpPr>
        <p:spPr>
          <a:xfrm>
            <a:off x="3225800" y="4185778"/>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203" name="Text Placeholder 5">
            <a:extLst>
              <a:ext uri="{FF2B5EF4-FFF2-40B4-BE49-F238E27FC236}">
                <a16:creationId xmlns:a16="http://schemas.microsoft.com/office/drawing/2014/main" id="{04A64809-4725-EAB5-6238-C72786840E58}"/>
              </a:ext>
            </a:extLst>
          </p:cNvPr>
          <p:cNvSpPr>
            <a:spLocks noGrp="1"/>
          </p:cNvSpPr>
          <p:nvPr>
            <p:ph type="body" sz="quarter" idx="44"/>
          </p:nvPr>
        </p:nvSpPr>
        <p:spPr>
          <a:xfrm>
            <a:off x="4644000" y="4185778"/>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204" name="Text Placeholder 5">
            <a:extLst>
              <a:ext uri="{FF2B5EF4-FFF2-40B4-BE49-F238E27FC236}">
                <a16:creationId xmlns:a16="http://schemas.microsoft.com/office/drawing/2014/main" id="{4CB9BFE3-9BB1-5FD8-09B8-E24BA20F557E}"/>
              </a:ext>
            </a:extLst>
          </p:cNvPr>
          <p:cNvSpPr>
            <a:spLocks noGrp="1"/>
          </p:cNvSpPr>
          <p:nvPr>
            <p:ph type="body" sz="quarter" idx="45" hasCustomPrompt="1"/>
          </p:nvPr>
        </p:nvSpPr>
        <p:spPr>
          <a:xfrm>
            <a:off x="9106462" y="4185778"/>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205" name="Picture Placeholder 101">
            <a:extLst>
              <a:ext uri="{FF2B5EF4-FFF2-40B4-BE49-F238E27FC236}">
                <a16:creationId xmlns:a16="http://schemas.microsoft.com/office/drawing/2014/main" id="{44DB8248-2938-15C7-274A-CA5D91633846}"/>
              </a:ext>
            </a:extLst>
          </p:cNvPr>
          <p:cNvSpPr>
            <a:spLocks noGrp="1"/>
          </p:cNvSpPr>
          <p:nvPr>
            <p:ph type="pic" sz="quarter" idx="65" hasCustomPrompt="1"/>
          </p:nvPr>
        </p:nvSpPr>
        <p:spPr>
          <a:xfrm>
            <a:off x="3225799" y="449613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dirty="0"/>
              <a:t> </a:t>
            </a:r>
          </a:p>
        </p:txBody>
      </p:sp>
      <p:sp>
        <p:nvSpPr>
          <p:cNvPr id="206" name="Text Placeholder 5">
            <a:extLst>
              <a:ext uri="{FF2B5EF4-FFF2-40B4-BE49-F238E27FC236}">
                <a16:creationId xmlns:a16="http://schemas.microsoft.com/office/drawing/2014/main" id="{611AE180-E3A1-4890-5ADE-0648958344D8}"/>
              </a:ext>
            </a:extLst>
          </p:cNvPr>
          <p:cNvSpPr>
            <a:spLocks noGrp="1"/>
          </p:cNvSpPr>
          <p:nvPr>
            <p:ph type="body" sz="quarter" idx="46" hasCustomPrompt="1"/>
          </p:nvPr>
        </p:nvSpPr>
        <p:spPr>
          <a:xfrm>
            <a:off x="3225800" y="4578049"/>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207" name="Text Placeholder 5">
            <a:extLst>
              <a:ext uri="{FF2B5EF4-FFF2-40B4-BE49-F238E27FC236}">
                <a16:creationId xmlns:a16="http://schemas.microsoft.com/office/drawing/2014/main" id="{E90EADE4-597A-8C59-D59C-21DE4011EC86}"/>
              </a:ext>
            </a:extLst>
          </p:cNvPr>
          <p:cNvSpPr>
            <a:spLocks noGrp="1"/>
          </p:cNvSpPr>
          <p:nvPr>
            <p:ph type="body" sz="quarter" idx="47"/>
          </p:nvPr>
        </p:nvSpPr>
        <p:spPr>
          <a:xfrm>
            <a:off x="4644000" y="4578049"/>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208" name="Text Placeholder 5">
            <a:extLst>
              <a:ext uri="{FF2B5EF4-FFF2-40B4-BE49-F238E27FC236}">
                <a16:creationId xmlns:a16="http://schemas.microsoft.com/office/drawing/2014/main" id="{8988DD51-F3BF-BE97-FF13-DAAFB4A50B04}"/>
              </a:ext>
            </a:extLst>
          </p:cNvPr>
          <p:cNvSpPr>
            <a:spLocks noGrp="1"/>
          </p:cNvSpPr>
          <p:nvPr>
            <p:ph type="body" sz="quarter" idx="48" hasCustomPrompt="1"/>
          </p:nvPr>
        </p:nvSpPr>
        <p:spPr>
          <a:xfrm>
            <a:off x="9106462" y="4578049"/>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dirty="0" err="1"/>
              <a:t>Firstname</a:t>
            </a:r>
            <a:r>
              <a:rPr lang="en-GB" dirty="0"/>
              <a:t> Surname</a:t>
            </a:r>
          </a:p>
        </p:txBody>
      </p:sp>
      <p:sp>
        <p:nvSpPr>
          <p:cNvPr id="209" name="Picture Placeholder 102">
            <a:extLst>
              <a:ext uri="{FF2B5EF4-FFF2-40B4-BE49-F238E27FC236}">
                <a16:creationId xmlns:a16="http://schemas.microsoft.com/office/drawing/2014/main" id="{5DAB147A-0351-E869-E2C9-849967B3E0CC}"/>
              </a:ext>
            </a:extLst>
          </p:cNvPr>
          <p:cNvSpPr>
            <a:spLocks noGrp="1"/>
          </p:cNvSpPr>
          <p:nvPr>
            <p:ph type="pic" sz="quarter" idx="66" hasCustomPrompt="1"/>
          </p:nvPr>
        </p:nvSpPr>
        <p:spPr>
          <a:xfrm>
            <a:off x="3225799" y="4890274"/>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dirty="0"/>
              <a:t> </a:t>
            </a:r>
          </a:p>
        </p:txBody>
      </p:sp>
      <p:sp>
        <p:nvSpPr>
          <p:cNvPr id="210" name="Text Placeholder 5">
            <a:extLst>
              <a:ext uri="{FF2B5EF4-FFF2-40B4-BE49-F238E27FC236}">
                <a16:creationId xmlns:a16="http://schemas.microsoft.com/office/drawing/2014/main" id="{3A1DC516-9D33-7E76-1881-D60014DC876A}"/>
              </a:ext>
            </a:extLst>
          </p:cNvPr>
          <p:cNvSpPr>
            <a:spLocks noGrp="1"/>
          </p:cNvSpPr>
          <p:nvPr>
            <p:ph type="body" sz="quarter" idx="49" hasCustomPrompt="1"/>
          </p:nvPr>
        </p:nvSpPr>
        <p:spPr>
          <a:xfrm>
            <a:off x="3225800" y="4969019"/>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211" name="Text Placeholder 5">
            <a:extLst>
              <a:ext uri="{FF2B5EF4-FFF2-40B4-BE49-F238E27FC236}">
                <a16:creationId xmlns:a16="http://schemas.microsoft.com/office/drawing/2014/main" id="{50E9B1C4-B2F3-4C78-8518-39911DF5B99E}"/>
              </a:ext>
            </a:extLst>
          </p:cNvPr>
          <p:cNvSpPr>
            <a:spLocks noGrp="1"/>
          </p:cNvSpPr>
          <p:nvPr>
            <p:ph type="body" sz="quarter" idx="50"/>
          </p:nvPr>
        </p:nvSpPr>
        <p:spPr>
          <a:xfrm>
            <a:off x="4644000" y="4969019"/>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212" name="Text Placeholder 5">
            <a:extLst>
              <a:ext uri="{FF2B5EF4-FFF2-40B4-BE49-F238E27FC236}">
                <a16:creationId xmlns:a16="http://schemas.microsoft.com/office/drawing/2014/main" id="{BE4B6B57-1237-7AB3-7574-6A37E89A9F5C}"/>
              </a:ext>
            </a:extLst>
          </p:cNvPr>
          <p:cNvSpPr>
            <a:spLocks noGrp="1"/>
          </p:cNvSpPr>
          <p:nvPr>
            <p:ph type="body" sz="quarter" idx="51" hasCustomPrompt="1"/>
          </p:nvPr>
        </p:nvSpPr>
        <p:spPr>
          <a:xfrm>
            <a:off x="9106462" y="4969019"/>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dirty="0" err="1"/>
              <a:t>Firstname</a:t>
            </a:r>
            <a:r>
              <a:rPr lang="en-GB" dirty="0"/>
              <a:t> Surname</a:t>
            </a:r>
          </a:p>
        </p:txBody>
      </p:sp>
      <p:sp>
        <p:nvSpPr>
          <p:cNvPr id="213" name="Picture Placeholder 103">
            <a:extLst>
              <a:ext uri="{FF2B5EF4-FFF2-40B4-BE49-F238E27FC236}">
                <a16:creationId xmlns:a16="http://schemas.microsoft.com/office/drawing/2014/main" id="{469187E8-1DE2-B301-6DE0-4B9CEA368C43}"/>
              </a:ext>
            </a:extLst>
          </p:cNvPr>
          <p:cNvSpPr>
            <a:spLocks noGrp="1"/>
          </p:cNvSpPr>
          <p:nvPr>
            <p:ph type="pic" sz="quarter" idx="67" hasCustomPrompt="1"/>
          </p:nvPr>
        </p:nvSpPr>
        <p:spPr>
          <a:xfrm>
            <a:off x="3225799" y="5276529"/>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rmAutofit/>
          </a:bodyPr>
          <a:lstStyle>
            <a:lvl1pPr>
              <a:defRPr sz="400" b="0" i="0">
                <a:latin typeface="+mn-lt"/>
              </a:defRPr>
            </a:lvl1pPr>
          </a:lstStyle>
          <a:p>
            <a:r>
              <a:rPr lang="en-GB" dirty="0"/>
              <a:t> </a:t>
            </a:r>
          </a:p>
        </p:txBody>
      </p:sp>
      <p:sp>
        <p:nvSpPr>
          <p:cNvPr id="214" name="Text Placeholder 5">
            <a:extLst>
              <a:ext uri="{FF2B5EF4-FFF2-40B4-BE49-F238E27FC236}">
                <a16:creationId xmlns:a16="http://schemas.microsoft.com/office/drawing/2014/main" id="{C07B97CB-6CF8-744C-72E9-403869FF62FA}"/>
              </a:ext>
            </a:extLst>
          </p:cNvPr>
          <p:cNvSpPr>
            <a:spLocks noGrp="1"/>
          </p:cNvSpPr>
          <p:nvPr>
            <p:ph type="body" sz="quarter" idx="52" hasCustomPrompt="1"/>
          </p:nvPr>
        </p:nvSpPr>
        <p:spPr>
          <a:xfrm>
            <a:off x="3225800" y="5359989"/>
            <a:ext cx="1273176" cy="228909"/>
          </a:xfrm>
        </p:spPr>
        <p:txBody>
          <a:bodyPr wrap="square">
            <a:norm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dirty="0"/>
              <a:t>00:00</a:t>
            </a:r>
          </a:p>
        </p:txBody>
      </p:sp>
      <p:sp>
        <p:nvSpPr>
          <p:cNvPr id="215" name="Text Placeholder 5">
            <a:extLst>
              <a:ext uri="{FF2B5EF4-FFF2-40B4-BE49-F238E27FC236}">
                <a16:creationId xmlns:a16="http://schemas.microsoft.com/office/drawing/2014/main" id="{D7694E3D-9EAE-7860-514C-D3E6A6066D79}"/>
              </a:ext>
            </a:extLst>
          </p:cNvPr>
          <p:cNvSpPr>
            <a:spLocks noGrp="1"/>
          </p:cNvSpPr>
          <p:nvPr>
            <p:ph type="body" sz="quarter" idx="53"/>
          </p:nvPr>
        </p:nvSpPr>
        <p:spPr>
          <a:xfrm>
            <a:off x="4644000" y="5359989"/>
            <a:ext cx="4317438"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216" name="Text Placeholder 5">
            <a:extLst>
              <a:ext uri="{FF2B5EF4-FFF2-40B4-BE49-F238E27FC236}">
                <a16:creationId xmlns:a16="http://schemas.microsoft.com/office/drawing/2014/main" id="{673631ED-FCF1-AA91-EA4E-8BD53A7ED357}"/>
              </a:ext>
            </a:extLst>
          </p:cNvPr>
          <p:cNvSpPr>
            <a:spLocks noGrp="1"/>
          </p:cNvSpPr>
          <p:nvPr>
            <p:ph type="body" sz="quarter" idx="54" hasCustomPrompt="1"/>
          </p:nvPr>
        </p:nvSpPr>
        <p:spPr>
          <a:xfrm>
            <a:off x="9106462" y="5359989"/>
            <a:ext cx="2794059" cy="228909"/>
          </a:xfrm>
        </p:spPr>
        <p:txBody>
          <a:bodyPr wrap="square">
            <a:norm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dirty="0" err="1"/>
              <a:t>Firstname</a:t>
            </a:r>
            <a:r>
              <a:rPr lang="en-GB" dirty="0"/>
              <a:t> Surname</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3" name="Footer Placeholder 4">
            <a:extLst>
              <a:ext uri="{FF2B5EF4-FFF2-40B4-BE49-F238E27FC236}">
                <a16:creationId xmlns:a16="http://schemas.microsoft.com/office/drawing/2014/main" id="{3BF28211-1086-A258-4B97-2558FD5CBF7B}"/>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38930185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Agenda 3">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F4DE542-4D98-B05D-597C-9623E7D2E7C2}"/>
              </a:ext>
            </a:extLst>
          </p:cNvPr>
          <p:cNvSpPr>
            <a:spLocks noGrp="1"/>
          </p:cNvSpPr>
          <p:nvPr>
            <p:ph type="title"/>
          </p:nvPr>
        </p:nvSpPr>
        <p:spPr>
          <a:xfrm>
            <a:off x="286715" y="273600"/>
            <a:ext cx="1811959" cy="392415"/>
          </a:xfrm>
        </p:spPr>
        <p:txBody>
          <a:bodyPr/>
          <a:lstStyle>
            <a:lvl1pPr>
              <a:lnSpc>
                <a:spcPct val="85000"/>
              </a:lnSpc>
              <a:defRPr sz="1500" b="1" i="0">
                <a:solidFill>
                  <a:schemeClr val="tx1"/>
                </a:solidFill>
                <a:latin typeface="+mn-lt"/>
              </a:defRPr>
            </a:lvl1pPr>
          </a:lstStyle>
          <a:p>
            <a:r>
              <a:rPr lang="en-US"/>
              <a:t>Click to edit Master title style</a:t>
            </a:r>
            <a:endParaRPr lang="en-GB" dirty="0"/>
          </a:p>
        </p:txBody>
      </p:sp>
      <p:sp>
        <p:nvSpPr>
          <p:cNvPr id="151" name="Picture Placeholder 92">
            <a:extLst>
              <a:ext uri="{FF2B5EF4-FFF2-40B4-BE49-F238E27FC236}">
                <a16:creationId xmlns:a16="http://schemas.microsoft.com/office/drawing/2014/main" id="{414C0709-0B1A-11C5-45EE-CC44E7A13411}"/>
              </a:ext>
            </a:extLst>
          </p:cNvPr>
          <p:cNvSpPr>
            <a:spLocks noGrp="1"/>
          </p:cNvSpPr>
          <p:nvPr>
            <p:ph type="pic" sz="quarter" idx="56" hasCustomPrompt="1"/>
          </p:nvPr>
        </p:nvSpPr>
        <p:spPr>
          <a:xfrm>
            <a:off x="3225799" y="1156702"/>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chor="ctr" anchorCtr="0">
            <a:noAutofit/>
          </a:bodyPr>
          <a:lstStyle>
            <a:lvl1pPr>
              <a:defRPr sz="400" b="0" i="0">
                <a:latin typeface="+mn-lt"/>
              </a:defRPr>
            </a:lvl1pPr>
          </a:lstStyle>
          <a:p>
            <a:r>
              <a:rPr lang="en-GB" dirty="0"/>
              <a:t> </a:t>
            </a:r>
          </a:p>
        </p:txBody>
      </p:sp>
      <p:sp>
        <p:nvSpPr>
          <p:cNvPr id="163" name="Text Placeholder 5">
            <a:extLst>
              <a:ext uri="{FF2B5EF4-FFF2-40B4-BE49-F238E27FC236}">
                <a16:creationId xmlns:a16="http://schemas.microsoft.com/office/drawing/2014/main" id="{12B824E8-EE25-7DB2-F96D-DEA8631E51FB}"/>
              </a:ext>
            </a:extLst>
          </p:cNvPr>
          <p:cNvSpPr>
            <a:spLocks noGrp="1"/>
          </p:cNvSpPr>
          <p:nvPr>
            <p:ph type="body" sz="quarter" idx="13" hasCustomPrompt="1"/>
          </p:nvPr>
        </p:nvSpPr>
        <p:spPr>
          <a:xfrm>
            <a:off x="3225800" y="231771"/>
            <a:ext cx="1273176"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dirty="0"/>
              <a:t>00:00</a:t>
            </a:r>
          </a:p>
        </p:txBody>
      </p:sp>
      <p:sp>
        <p:nvSpPr>
          <p:cNvPr id="164" name="Text Placeholder 5">
            <a:extLst>
              <a:ext uri="{FF2B5EF4-FFF2-40B4-BE49-F238E27FC236}">
                <a16:creationId xmlns:a16="http://schemas.microsoft.com/office/drawing/2014/main" id="{A4F70AC5-374E-DFC2-2B29-2318F0BB51E4}"/>
              </a:ext>
            </a:extLst>
          </p:cNvPr>
          <p:cNvSpPr>
            <a:spLocks noGrp="1"/>
          </p:cNvSpPr>
          <p:nvPr>
            <p:ph type="body" sz="quarter" idx="14"/>
          </p:nvPr>
        </p:nvSpPr>
        <p:spPr>
          <a:xfrm>
            <a:off x="4644000" y="231771"/>
            <a:ext cx="4317438"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65" name="Text Placeholder 5">
            <a:extLst>
              <a:ext uri="{FF2B5EF4-FFF2-40B4-BE49-F238E27FC236}">
                <a16:creationId xmlns:a16="http://schemas.microsoft.com/office/drawing/2014/main" id="{EB857D0D-CD76-A612-A712-E14D8C7049C6}"/>
              </a:ext>
            </a:extLst>
          </p:cNvPr>
          <p:cNvSpPr>
            <a:spLocks noGrp="1"/>
          </p:cNvSpPr>
          <p:nvPr>
            <p:ph type="body" sz="quarter" idx="15" hasCustomPrompt="1"/>
          </p:nvPr>
        </p:nvSpPr>
        <p:spPr>
          <a:xfrm>
            <a:off x="9106462" y="231771"/>
            <a:ext cx="2794059"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66" name="Picture Placeholder 91">
            <a:extLst>
              <a:ext uri="{FF2B5EF4-FFF2-40B4-BE49-F238E27FC236}">
                <a16:creationId xmlns:a16="http://schemas.microsoft.com/office/drawing/2014/main" id="{23E05799-FE6A-9155-DA4E-C09C4B03CA27}"/>
              </a:ext>
            </a:extLst>
          </p:cNvPr>
          <p:cNvSpPr>
            <a:spLocks noGrp="1"/>
          </p:cNvSpPr>
          <p:nvPr>
            <p:ph type="pic" sz="quarter" idx="55" hasCustomPrompt="1"/>
          </p:nvPr>
        </p:nvSpPr>
        <p:spPr>
          <a:xfrm>
            <a:off x="3225799" y="57977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chor="ctr" anchorCtr="0">
            <a:noAutofit/>
          </a:bodyPr>
          <a:lstStyle>
            <a:lvl1pPr>
              <a:defRPr sz="400" b="0" i="0">
                <a:latin typeface="+mn-lt"/>
              </a:defRPr>
            </a:lvl1pPr>
          </a:lstStyle>
          <a:p>
            <a:r>
              <a:rPr lang="en-GB" dirty="0"/>
              <a:t>  </a:t>
            </a:r>
          </a:p>
        </p:txBody>
      </p:sp>
      <p:sp>
        <p:nvSpPr>
          <p:cNvPr id="167" name="Text Placeholder 5">
            <a:extLst>
              <a:ext uri="{FF2B5EF4-FFF2-40B4-BE49-F238E27FC236}">
                <a16:creationId xmlns:a16="http://schemas.microsoft.com/office/drawing/2014/main" id="{24089EB1-E806-6913-C5B8-A4C01D0814E6}"/>
              </a:ext>
            </a:extLst>
          </p:cNvPr>
          <p:cNvSpPr>
            <a:spLocks noGrp="1"/>
          </p:cNvSpPr>
          <p:nvPr>
            <p:ph type="body" sz="quarter" idx="16" hasCustomPrompt="1"/>
          </p:nvPr>
        </p:nvSpPr>
        <p:spPr>
          <a:xfrm>
            <a:off x="3225800" y="801573"/>
            <a:ext cx="1273176"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68" name="Text Placeholder 5">
            <a:extLst>
              <a:ext uri="{FF2B5EF4-FFF2-40B4-BE49-F238E27FC236}">
                <a16:creationId xmlns:a16="http://schemas.microsoft.com/office/drawing/2014/main" id="{10C7981E-34E4-22AC-19D7-855BF963AC6A}"/>
              </a:ext>
            </a:extLst>
          </p:cNvPr>
          <p:cNvSpPr>
            <a:spLocks noGrp="1"/>
          </p:cNvSpPr>
          <p:nvPr>
            <p:ph type="body" sz="quarter" idx="17"/>
          </p:nvPr>
        </p:nvSpPr>
        <p:spPr>
          <a:xfrm>
            <a:off x="4644000" y="801573"/>
            <a:ext cx="4317438"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69" name="Text Placeholder 5">
            <a:extLst>
              <a:ext uri="{FF2B5EF4-FFF2-40B4-BE49-F238E27FC236}">
                <a16:creationId xmlns:a16="http://schemas.microsoft.com/office/drawing/2014/main" id="{127EEF89-640D-17FA-3E79-57DA3786E32A}"/>
              </a:ext>
            </a:extLst>
          </p:cNvPr>
          <p:cNvSpPr>
            <a:spLocks noGrp="1"/>
          </p:cNvSpPr>
          <p:nvPr>
            <p:ph type="body" sz="quarter" idx="18" hasCustomPrompt="1"/>
          </p:nvPr>
        </p:nvSpPr>
        <p:spPr>
          <a:xfrm>
            <a:off x="9106462" y="801573"/>
            <a:ext cx="2794059"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dirty="0" err="1"/>
              <a:t>Firstname</a:t>
            </a:r>
            <a:r>
              <a:rPr lang="en-GB" dirty="0"/>
              <a:t> Surname</a:t>
            </a:r>
          </a:p>
        </p:txBody>
      </p:sp>
      <p:sp>
        <p:nvSpPr>
          <p:cNvPr id="170" name="Text Placeholder 5">
            <a:extLst>
              <a:ext uri="{FF2B5EF4-FFF2-40B4-BE49-F238E27FC236}">
                <a16:creationId xmlns:a16="http://schemas.microsoft.com/office/drawing/2014/main" id="{C3E76B7F-03AC-D5BD-BECC-8B0881567D59}"/>
              </a:ext>
            </a:extLst>
          </p:cNvPr>
          <p:cNvSpPr>
            <a:spLocks noGrp="1"/>
          </p:cNvSpPr>
          <p:nvPr>
            <p:ph type="body" sz="quarter" idx="19" hasCustomPrompt="1"/>
          </p:nvPr>
        </p:nvSpPr>
        <p:spPr>
          <a:xfrm>
            <a:off x="3225800" y="1371375"/>
            <a:ext cx="1273176"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71" name="Text Placeholder 5">
            <a:extLst>
              <a:ext uri="{FF2B5EF4-FFF2-40B4-BE49-F238E27FC236}">
                <a16:creationId xmlns:a16="http://schemas.microsoft.com/office/drawing/2014/main" id="{8344A73D-BCE2-9041-0430-DCA16AE2194A}"/>
              </a:ext>
            </a:extLst>
          </p:cNvPr>
          <p:cNvSpPr>
            <a:spLocks noGrp="1"/>
          </p:cNvSpPr>
          <p:nvPr>
            <p:ph type="body" sz="quarter" idx="20"/>
          </p:nvPr>
        </p:nvSpPr>
        <p:spPr>
          <a:xfrm>
            <a:off x="4644000" y="1371375"/>
            <a:ext cx="4317438"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72" name="Text Placeholder 5">
            <a:extLst>
              <a:ext uri="{FF2B5EF4-FFF2-40B4-BE49-F238E27FC236}">
                <a16:creationId xmlns:a16="http://schemas.microsoft.com/office/drawing/2014/main" id="{BA7AD8A2-995B-0025-7B23-12D44BEB24F7}"/>
              </a:ext>
            </a:extLst>
          </p:cNvPr>
          <p:cNvSpPr>
            <a:spLocks noGrp="1"/>
          </p:cNvSpPr>
          <p:nvPr>
            <p:ph type="body" sz="quarter" idx="21" hasCustomPrompt="1"/>
          </p:nvPr>
        </p:nvSpPr>
        <p:spPr>
          <a:xfrm>
            <a:off x="9106462" y="1371375"/>
            <a:ext cx="2794059"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err="1"/>
              <a:t>Firstname</a:t>
            </a:r>
            <a:r>
              <a:rPr lang="en-GB"/>
              <a:t> Surname</a:t>
            </a:r>
          </a:p>
        </p:txBody>
      </p:sp>
      <p:sp>
        <p:nvSpPr>
          <p:cNvPr id="173" name="Picture Placeholder 93">
            <a:extLst>
              <a:ext uri="{FF2B5EF4-FFF2-40B4-BE49-F238E27FC236}">
                <a16:creationId xmlns:a16="http://schemas.microsoft.com/office/drawing/2014/main" id="{C7221CC4-5A16-F8BC-F970-B26EBD5A8BA8}"/>
              </a:ext>
            </a:extLst>
          </p:cNvPr>
          <p:cNvSpPr>
            <a:spLocks noGrp="1"/>
          </p:cNvSpPr>
          <p:nvPr>
            <p:ph type="pic" sz="quarter" idx="57" hasCustomPrompt="1"/>
          </p:nvPr>
        </p:nvSpPr>
        <p:spPr>
          <a:xfrm>
            <a:off x="3225799" y="173362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chor="ctr" anchorCtr="0">
            <a:noAutofit/>
          </a:bodyPr>
          <a:lstStyle>
            <a:lvl1pPr>
              <a:defRPr sz="400" b="0" i="0">
                <a:latin typeface="+mn-lt"/>
              </a:defRPr>
            </a:lvl1pPr>
          </a:lstStyle>
          <a:p>
            <a:r>
              <a:rPr lang="en-GB" dirty="0"/>
              <a:t> </a:t>
            </a:r>
          </a:p>
        </p:txBody>
      </p:sp>
      <p:sp>
        <p:nvSpPr>
          <p:cNvPr id="174" name="Text Placeholder 5">
            <a:extLst>
              <a:ext uri="{FF2B5EF4-FFF2-40B4-BE49-F238E27FC236}">
                <a16:creationId xmlns:a16="http://schemas.microsoft.com/office/drawing/2014/main" id="{B4AD80BA-61F2-11A3-5213-31194E78CF82}"/>
              </a:ext>
            </a:extLst>
          </p:cNvPr>
          <p:cNvSpPr>
            <a:spLocks noGrp="1"/>
          </p:cNvSpPr>
          <p:nvPr>
            <p:ph type="body" sz="quarter" idx="22" hasCustomPrompt="1"/>
          </p:nvPr>
        </p:nvSpPr>
        <p:spPr>
          <a:xfrm>
            <a:off x="3225800" y="1941177"/>
            <a:ext cx="1273176"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75" name="Text Placeholder 5">
            <a:extLst>
              <a:ext uri="{FF2B5EF4-FFF2-40B4-BE49-F238E27FC236}">
                <a16:creationId xmlns:a16="http://schemas.microsoft.com/office/drawing/2014/main" id="{27C0D85E-74CB-0D5E-89E5-5D22045B8749}"/>
              </a:ext>
            </a:extLst>
          </p:cNvPr>
          <p:cNvSpPr>
            <a:spLocks noGrp="1"/>
          </p:cNvSpPr>
          <p:nvPr>
            <p:ph type="body" sz="quarter" idx="23"/>
          </p:nvPr>
        </p:nvSpPr>
        <p:spPr>
          <a:xfrm>
            <a:off x="4644000" y="1941177"/>
            <a:ext cx="4317438"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76" name="Text Placeholder 5">
            <a:extLst>
              <a:ext uri="{FF2B5EF4-FFF2-40B4-BE49-F238E27FC236}">
                <a16:creationId xmlns:a16="http://schemas.microsoft.com/office/drawing/2014/main" id="{D3602011-9A32-BE74-D43E-233E4FC27356}"/>
              </a:ext>
            </a:extLst>
          </p:cNvPr>
          <p:cNvSpPr>
            <a:spLocks noGrp="1"/>
          </p:cNvSpPr>
          <p:nvPr>
            <p:ph type="body" sz="quarter" idx="24" hasCustomPrompt="1"/>
          </p:nvPr>
        </p:nvSpPr>
        <p:spPr>
          <a:xfrm>
            <a:off x="9106462" y="1941177"/>
            <a:ext cx="2794059"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dirty="0" err="1"/>
              <a:t>Firstname</a:t>
            </a:r>
            <a:r>
              <a:rPr lang="en-GB" dirty="0"/>
              <a:t> Surname</a:t>
            </a:r>
          </a:p>
        </p:txBody>
      </p:sp>
      <p:sp>
        <p:nvSpPr>
          <p:cNvPr id="177" name="Picture Placeholder 94">
            <a:extLst>
              <a:ext uri="{FF2B5EF4-FFF2-40B4-BE49-F238E27FC236}">
                <a16:creationId xmlns:a16="http://schemas.microsoft.com/office/drawing/2014/main" id="{269B4BB8-2420-C116-E384-4500FB15D7E4}"/>
              </a:ext>
            </a:extLst>
          </p:cNvPr>
          <p:cNvSpPr>
            <a:spLocks noGrp="1"/>
          </p:cNvSpPr>
          <p:nvPr>
            <p:ph type="pic" sz="quarter" idx="58" hasCustomPrompt="1"/>
          </p:nvPr>
        </p:nvSpPr>
        <p:spPr>
          <a:xfrm>
            <a:off x="3225799" y="2310552"/>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chor="ctr" anchorCtr="0">
            <a:noAutofit/>
          </a:bodyPr>
          <a:lstStyle>
            <a:lvl1pPr>
              <a:defRPr sz="400" b="0" i="0">
                <a:latin typeface="+mn-lt"/>
              </a:defRPr>
            </a:lvl1pPr>
          </a:lstStyle>
          <a:p>
            <a:r>
              <a:rPr lang="en-GB" dirty="0"/>
              <a:t> </a:t>
            </a:r>
          </a:p>
        </p:txBody>
      </p:sp>
      <p:sp>
        <p:nvSpPr>
          <p:cNvPr id="178" name="Text Placeholder 5">
            <a:extLst>
              <a:ext uri="{FF2B5EF4-FFF2-40B4-BE49-F238E27FC236}">
                <a16:creationId xmlns:a16="http://schemas.microsoft.com/office/drawing/2014/main" id="{A65D6C32-597E-A87D-B6BE-91881E645FE5}"/>
              </a:ext>
            </a:extLst>
          </p:cNvPr>
          <p:cNvSpPr>
            <a:spLocks noGrp="1"/>
          </p:cNvSpPr>
          <p:nvPr>
            <p:ph type="body" sz="quarter" idx="25" hasCustomPrompt="1"/>
          </p:nvPr>
        </p:nvSpPr>
        <p:spPr>
          <a:xfrm>
            <a:off x="3225800" y="2510979"/>
            <a:ext cx="1273176"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79" name="Text Placeholder 5">
            <a:extLst>
              <a:ext uri="{FF2B5EF4-FFF2-40B4-BE49-F238E27FC236}">
                <a16:creationId xmlns:a16="http://schemas.microsoft.com/office/drawing/2014/main" id="{4B1DF343-DFC7-F81B-915B-96E9335A5E49}"/>
              </a:ext>
            </a:extLst>
          </p:cNvPr>
          <p:cNvSpPr>
            <a:spLocks noGrp="1"/>
          </p:cNvSpPr>
          <p:nvPr>
            <p:ph type="body" sz="quarter" idx="26"/>
          </p:nvPr>
        </p:nvSpPr>
        <p:spPr>
          <a:xfrm>
            <a:off x="4644000" y="2510979"/>
            <a:ext cx="4317438"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80" name="Text Placeholder 5">
            <a:extLst>
              <a:ext uri="{FF2B5EF4-FFF2-40B4-BE49-F238E27FC236}">
                <a16:creationId xmlns:a16="http://schemas.microsoft.com/office/drawing/2014/main" id="{B101370D-BD23-0E59-00B2-1DF4D768EBDF}"/>
              </a:ext>
            </a:extLst>
          </p:cNvPr>
          <p:cNvSpPr>
            <a:spLocks noGrp="1"/>
          </p:cNvSpPr>
          <p:nvPr>
            <p:ph type="body" sz="quarter" idx="27" hasCustomPrompt="1"/>
          </p:nvPr>
        </p:nvSpPr>
        <p:spPr>
          <a:xfrm>
            <a:off x="9106462" y="2510979"/>
            <a:ext cx="2794059"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dirty="0" err="1"/>
              <a:t>Firstname</a:t>
            </a:r>
            <a:r>
              <a:rPr lang="en-GB" dirty="0"/>
              <a:t> Surname</a:t>
            </a:r>
          </a:p>
        </p:txBody>
      </p:sp>
      <p:sp>
        <p:nvSpPr>
          <p:cNvPr id="181" name="Picture Placeholder 95">
            <a:extLst>
              <a:ext uri="{FF2B5EF4-FFF2-40B4-BE49-F238E27FC236}">
                <a16:creationId xmlns:a16="http://schemas.microsoft.com/office/drawing/2014/main" id="{F4B3C050-4D54-40AC-903F-F698E83D054E}"/>
              </a:ext>
            </a:extLst>
          </p:cNvPr>
          <p:cNvSpPr>
            <a:spLocks noGrp="1"/>
          </p:cNvSpPr>
          <p:nvPr>
            <p:ph type="pic" sz="quarter" idx="59" hasCustomPrompt="1"/>
          </p:nvPr>
        </p:nvSpPr>
        <p:spPr>
          <a:xfrm>
            <a:off x="3225799" y="288747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chor="ctr" anchorCtr="0">
            <a:noAutofit/>
          </a:bodyPr>
          <a:lstStyle>
            <a:lvl1pPr>
              <a:defRPr sz="400" b="0" i="0">
                <a:latin typeface="+mn-lt"/>
              </a:defRPr>
            </a:lvl1pPr>
          </a:lstStyle>
          <a:p>
            <a:r>
              <a:rPr lang="en-GB" dirty="0"/>
              <a:t> </a:t>
            </a:r>
          </a:p>
        </p:txBody>
      </p:sp>
      <p:sp>
        <p:nvSpPr>
          <p:cNvPr id="182" name="Text Placeholder 5">
            <a:extLst>
              <a:ext uri="{FF2B5EF4-FFF2-40B4-BE49-F238E27FC236}">
                <a16:creationId xmlns:a16="http://schemas.microsoft.com/office/drawing/2014/main" id="{155ABD36-F107-FAC7-D94F-C71129D99E04}"/>
              </a:ext>
            </a:extLst>
          </p:cNvPr>
          <p:cNvSpPr>
            <a:spLocks noGrp="1"/>
          </p:cNvSpPr>
          <p:nvPr>
            <p:ph type="body" sz="quarter" idx="28" hasCustomPrompt="1"/>
          </p:nvPr>
        </p:nvSpPr>
        <p:spPr>
          <a:xfrm>
            <a:off x="3225800" y="3080781"/>
            <a:ext cx="1273176"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83" name="Text Placeholder 5">
            <a:extLst>
              <a:ext uri="{FF2B5EF4-FFF2-40B4-BE49-F238E27FC236}">
                <a16:creationId xmlns:a16="http://schemas.microsoft.com/office/drawing/2014/main" id="{0A1512C3-4983-E876-9159-16E3626DF5B5}"/>
              </a:ext>
            </a:extLst>
          </p:cNvPr>
          <p:cNvSpPr>
            <a:spLocks noGrp="1"/>
          </p:cNvSpPr>
          <p:nvPr>
            <p:ph type="body" sz="quarter" idx="29"/>
          </p:nvPr>
        </p:nvSpPr>
        <p:spPr>
          <a:xfrm>
            <a:off x="4644000" y="3080781"/>
            <a:ext cx="4317438"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84" name="Text Placeholder 5">
            <a:extLst>
              <a:ext uri="{FF2B5EF4-FFF2-40B4-BE49-F238E27FC236}">
                <a16:creationId xmlns:a16="http://schemas.microsoft.com/office/drawing/2014/main" id="{F7879AFD-9EB9-2FB8-189D-455DEDB6131F}"/>
              </a:ext>
            </a:extLst>
          </p:cNvPr>
          <p:cNvSpPr>
            <a:spLocks noGrp="1"/>
          </p:cNvSpPr>
          <p:nvPr>
            <p:ph type="body" sz="quarter" idx="30" hasCustomPrompt="1"/>
          </p:nvPr>
        </p:nvSpPr>
        <p:spPr>
          <a:xfrm>
            <a:off x="9106462" y="3080781"/>
            <a:ext cx="2794059"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dirty="0" err="1"/>
              <a:t>Firstname</a:t>
            </a:r>
            <a:r>
              <a:rPr lang="en-GB" dirty="0"/>
              <a:t> Surname</a:t>
            </a:r>
          </a:p>
        </p:txBody>
      </p:sp>
      <p:sp>
        <p:nvSpPr>
          <p:cNvPr id="185" name="Picture Placeholder 96">
            <a:extLst>
              <a:ext uri="{FF2B5EF4-FFF2-40B4-BE49-F238E27FC236}">
                <a16:creationId xmlns:a16="http://schemas.microsoft.com/office/drawing/2014/main" id="{35FA00DC-0DE0-96B1-C7B7-F45DB8335CDB}"/>
              </a:ext>
            </a:extLst>
          </p:cNvPr>
          <p:cNvSpPr>
            <a:spLocks noGrp="1"/>
          </p:cNvSpPr>
          <p:nvPr>
            <p:ph type="pic" sz="quarter" idx="60" hasCustomPrompt="1"/>
          </p:nvPr>
        </p:nvSpPr>
        <p:spPr>
          <a:xfrm>
            <a:off x="3225799" y="3464402"/>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chor="ctr" anchorCtr="0">
            <a:noAutofit/>
          </a:bodyPr>
          <a:lstStyle>
            <a:lvl1pPr>
              <a:defRPr sz="400" b="0" i="0">
                <a:latin typeface="+mn-lt"/>
              </a:defRPr>
            </a:lvl1pPr>
          </a:lstStyle>
          <a:p>
            <a:r>
              <a:rPr lang="en-GB" dirty="0"/>
              <a:t> </a:t>
            </a:r>
          </a:p>
        </p:txBody>
      </p:sp>
      <p:sp>
        <p:nvSpPr>
          <p:cNvPr id="186" name="Text Placeholder 5">
            <a:extLst>
              <a:ext uri="{FF2B5EF4-FFF2-40B4-BE49-F238E27FC236}">
                <a16:creationId xmlns:a16="http://schemas.microsoft.com/office/drawing/2014/main" id="{BE4AFC06-39CD-C8B1-3AE0-5EC6BA91A93A}"/>
              </a:ext>
            </a:extLst>
          </p:cNvPr>
          <p:cNvSpPr>
            <a:spLocks noGrp="1"/>
          </p:cNvSpPr>
          <p:nvPr>
            <p:ph type="body" sz="quarter" idx="31" hasCustomPrompt="1"/>
          </p:nvPr>
        </p:nvSpPr>
        <p:spPr>
          <a:xfrm>
            <a:off x="3225800" y="3650583"/>
            <a:ext cx="1273176"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87" name="Text Placeholder 5">
            <a:extLst>
              <a:ext uri="{FF2B5EF4-FFF2-40B4-BE49-F238E27FC236}">
                <a16:creationId xmlns:a16="http://schemas.microsoft.com/office/drawing/2014/main" id="{626B338C-7172-C0D7-9039-86A9DE0F1FA0}"/>
              </a:ext>
            </a:extLst>
          </p:cNvPr>
          <p:cNvSpPr>
            <a:spLocks noGrp="1"/>
          </p:cNvSpPr>
          <p:nvPr>
            <p:ph type="body" sz="quarter" idx="32"/>
          </p:nvPr>
        </p:nvSpPr>
        <p:spPr>
          <a:xfrm>
            <a:off x="4644000" y="3650583"/>
            <a:ext cx="4317438"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88" name="Text Placeholder 5">
            <a:extLst>
              <a:ext uri="{FF2B5EF4-FFF2-40B4-BE49-F238E27FC236}">
                <a16:creationId xmlns:a16="http://schemas.microsoft.com/office/drawing/2014/main" id="{F53E4D8E-1408-3646-C31B-01AB5D69F9EE}"/>
              </a:ext>
            </a:extLst>
          </p:cNvPr>
          <p:cNvSpPr>
            <a:spLocks noGrp="1"/>
          </p:cNvSpPr>
          <p:nvPr>
            <p:ph type="body" sz="quarter" idx="33" hasCustomPrompt="1"/>
          </p:nvPr>
        </p:nvSpPr>
        <p:spPr>
          <a:xfrm>
            <a:off x="9106462" y="3650583"/>
            <a:ext cx="2794059"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dirty="0" err="1"/>
              <a:t>Firstname</a:t>
            </a:r>
            <a:r>
              <a:rPr lang="en-GB" dirty="0"/>
              <a:t> Surname</a:t>
            </a:r>
          </a:p>
        </p:txBody>
      </p:sp>
      <p:sp>
        <p:nvSpPr>
          <p:cNvPr id="189" name="Picture Placeholder 97">
            <a:extLst>
              <a:ext uri="{FF2B5EF4-FFF2-40B4-BE49-F238E27FC236}">
                <a16:creationId xmlns:a16="http://schemas.microsoft.com/office/drawing/2014/main" id="{E48216AF-0F70-8F6D-3261-AB2C4BA6E6DD}"/>
              </a:ext>
            </a:extLst>
          </p:cNvPr>
          <p:cNvSpPr>
            <a:spLocks noGrp="1"/>
          </p:cNvSpPr>
          <p:nvPr>
            <p:ph type="pic" sz="quarter" idx="61" hasCustomPrompt="1"/>
          </p:nvPr>
        </p:nvSpPr>
        <p:spPr>
          <a:xfrm>
            <a:off x="3225799" y="404132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chor="ctr" anchorCtr="0">
            <a:noAutofit/>
          </a:bodyPr>
          <a:lstStyle>
            <a:lvl1pPr>
              <a:defRPr sz="400" b="0" i="0">
                <a:latin typeface="+mn-lt"/>
              </a:defRPr>
            </a:lvl1pPr>
          </a:lstStyle>
          <a:p>
            <a:r>
              <a:rPr lang="en-GB" dirty="0"/>
              <a:t> </a:t>
            </a:r>
          </a:p>
        </p:txBody>
      </p:sp>
      <p:sp>
        <p:nvSpPr>
          <p:cNvPr id="190" name="Text Placeholder 5">
            <a:extLst>
              <a:ext uri="{FF2B5EF4-FFF2-40B4-BE49-F238E27FC236}">
                <a16:creationId xmlns:a16="http://schemas.microsoft.com/office/drawing/2014/main" id="{ACC59BB8-BBFA-7099-D2F9-58BFCAF10734}"/>
              </a:ext>
            </a:extLst>
          </p:cNvPr>
          <p:cNvSpPr>
            <a:spLocks noGrp="1"/>
          </p:cNvSpPr>
          <p:nvPr>
            <p:ph type="body" sz="quarter" idx="34" hasCustomPrompt="1"/>
          </p:nvPr>
        </p:nvSpPr>
        <p:spPr>
          <a:xfrm>
            <a:off x="3225800" y="4220385"/>
            <a:ext cx="1273176"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dirty="0"/>
              <a:t>00:00</a:t>
            </a:r>
          </a:p>
        </p:txBody>
      </p:sp>
      <p:sp>
        <p:nvSpPr>
          <p:cNvPr id="191" name="Text Placeholder 5">
            <a:extLst>
              <a:ext uri="{FF2B5EF4-FFF2-40B4-BE49-F238E27FC236}">
                <a16:creationId xmlns:a16="http://schemas.microsoft.com/office/drawing/2014/main" id="{CACBCBB1-0D34-45F6-E211-B0C865D3FF9F}"/>
              </a:ext>
            </a:extLst>
          </p:cNvPr>
          <p:cNvSpPr>
            <a:spLocks noGrp="1"/>
          </p:cNvSpPr>
          <p:nvPr>
            <p:ph type="body" sz="quarter" idx="35"/>
          </p:nvPr>
        </p:nvSpPr>
        <p:spPr>
          <a:xfrm>
            <a:off x="4644000" y="4220385"/>
            <a:ext cx="4317438"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92" name="Text Placeholder 5">
            <a:extLst>
              <a:ext uri="{FF2B5EF4-FFF2-40B4-BE49-F238E27FC236}">
                <a16:creationId xmlns:a16="http://schemas.microsoft.com/office/drawing/2014/main" id="{AA85DA3F-ECA7-C004-3370-0301B640466D}"/>
              </a:ext>
            </a:extLst>
          </p:cNvPr>
          <p:cNvSpPr>
            <a:spLocks noGrp="1"/>
          </p:cNvSpPr>
          <p:nvPr>
            <p:ph type="body" sz="quarter" idx="36" hasCustomPrompt="1"/>
          </p:nvPr>
        </p:nvSpPr>
        <p:spPr>
          <a:xfrm>
            <a:off x="9106462" y="4220385"/>
            <a:ext cx="2794059"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dirty="0" err="1"/>
              <a:t>Firstname</a:t>
            </a:r>
            <a:r>
              <a:rPr lang="en-GB" dirty="0"/>
              <a:t> Surname</a:t>
            </a:r>
          </a:p>
        </p:txBody>
      </p:sp>
      <p:sp>
        <p:nvSpPr>
          <p:cNvPr id="193" name="Picture Placeholder 98">
            <a:extLst>
              <a:ext uri="{FF2B5EF4-FFF2-40B4-BE49-F238E27FC236}">
                <a16:creationId xmlns:a16="http://schemas.microsoft.com/office/drawing/2014/main" id="{6E85E349-99D2-61C9-CD7D-58A15220FF0A}"/>
              </a:ext>
            </a:extLst>
          </p:cNvPr>
          <p:cNvSpPr>
            <a:spLocks noGrp="1"/>
          </p:cNvSpPr>
          <p:nvPr>
            <p:ph type="pic" sz="quarter" idx="62" hasCustomPrompt="1"/>
          </p:nvPr>
        </p:nvSpPr>
        <p:spPr>
          <a:xfrm>
            <a:off x="3225799" y="4618252"/>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chor="ctr" anchorCtr="0">
            <a:noAutofit/>
          </a:bodyPr>
          <a:lstStyle>
            <a:lvl1pPr>
              <a:defRPr sz="400" b="0" i="0">
                <a:latin typeface="+mn-lt"/>
              </a:defRPr>
            </a:lvl1pPr>
          </a:lstStyle>
          <a:p>
            <a:r>
              <a:rPr lang="en-GB" dirty="0"/>
              <a:t> </a:t>
            </a:r>
          </a:p>
        </p:txBody>
      </p:sp>
      <p:sp>
        <p:nvSpPr>
          <p:cNvPr id="194" name="Text Placeholder 5">
            <a:extLst>
              <a:ext uri="{FF2B5EF4-FFF2-40B4-BE49-F238E27FC236}">
                <a16:creationId xmlns:a16="http://schemas.microsoft.com/office/drawing/2014/main" id="{D00E7ED3-4AED-567D-4156-2F6D199ADA79}"/>
              </a:ext>
            </a:extLst>
          </p:cNvPr>
          <p:cNvSpPr>
            <a:spLocks noGrp="1"/>
          </p:cNvSpPr>
          <p:nvPr>
            <p:ph type="body" sz="quarter" idx="37" hasCustomPrompt="1"/>
          </p:nvPr>
        </p:nvSpPr>
        <p:spPr>
          <a:xfrm>
            <a:off x="3225800" y="4790187"/>
            <a:ext cx="1273176"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a:t>00:00</a:t>
            </a:r>
          </a:p>
        </p:txBody>
      </p:sp>
      <p:sp>
        <p:nvSpPr>
          <p:cNvPr id="195" name="Text Placeholder 5">
            <a:extLst>
              <a:ext uri="{FF2B5EF4-FFF2-40B4-BE49-F238E27FC236}">
                <a16:creationId xmlns:a16="http://schemas.microsoft.com/office/drawing/2014/main" id="{C8FC743C-8275-AD1C-7797-8C970CCC8D44}"/>
              </a:ext>
            </a:extLst>
          </p:cNvPr>
          <p:cNvSpPr>
            <a:spLocks noGrp="1"/>
          </p:cNvSpPr>
          <p:nvPr>
            <p:ph type="body" sz="quarter" idx="38"/>
          </p:nvPr>
        </p:nvSpPr>
        <p:spPr>
          <a:xfrm>
            <a:off x="4644000" y="4790187"/>
            <a:ext cx="4317438"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196" name="Text Placeholder 5">
            <a:extLst>
              <a:ext uri="{FF2B5EF4-FFF2-40B4-BE49-F238E27FC236}">
                <a16:creationId xmlns:a16="http://schemas.microsoft.com/office/drawing/2014/main" id="{AF7A0554-FA98-7604-80E6-32CB2E2929A8}"/>
              </a:ext>
            </a:extLst>
          </p:cNvPr>
          <p:cNvSpPr>
            <a:spLocks noGrp="1"/>
          </p:cNvSpPr>
          <p:nvPr>
            <p:ph type="body" sz="quarter" idx="39" hasCustomPrompt="1"/>
          </p:nvPr>
        </p:nvSpPr>
        <p:spPr>
          <a:xfrm>
            <a:off x="9106462" y="4790187"/>
            <a:ext cx="2794059"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dirty="0" err="1"/>
              <a:t>Firstname</a:t>
            </a:r>
            <a:r>
              <a:rPr lang="en-GB" dirty="0"/>
              <a:t> Surname</a:t>
            </a:r>
          </a:p>
        </p:txBody>
      </p:sp>
      <p:sp>
        <p:nvSpPr>
          <p:cNvPr id="201" name="Picture Placeholder 100">
            <a:extLst>
              <a:ext uri="{FF2B5EF4-FFF2-40B4-BE49-F238E27FC236}">
                <a16:creationId xmlns:a16="http://schemas.microsoft.com/office/drawing/2014/main" id="{9AA08646-E580-C6E2-B08A-A52294AA1302}"/>
              </a:ext>
            </a:extLst>
          </p:cNvPr>
          <p:cNvSpPr>
            <a:spLocks noGrp="1"/>
          </p:cNvSpPr>
          <p:nvPr>
            <p:ph type="pic" sz="quarter" idx="64" hasCustomPrompt="1"/>
          </p:nvPr>
        </p:nvSpPr>
        <p:spPr>
          <a:xfrm>
            <a:off x="3225799" y="5195175"/>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chor="ctr" anchorCtr="0">
            <a:noAutofit/>
          </a:bodyPr>
          <a:lstStyle>
            <a:lvl1pPr>
              <a:defRPr sz="400" b="0" i="0">
                <a:latin typeface="+mn-lt"/>
              </a:defRPr>
            </a:lvl1pPr>
          </a:lstStyle>
          <a:p>
            <a:r>
              <a:rPr lang="en-GB" dirty="0"/>
              <a:t> </a:t>
            </a:r>
          </a:p>
        </p:txBody>
      </p:sp>
      <p:sp>
        <p:nvSpPr>
          <p:cNvPr id="214" name="Text Placeholder 5">
            <a:extLst>
              <a:ext uri="{FF2B5EF4-FFF2-40B4-BE49-F238E27FC236}">
                <a16:creationId xmlns:a16="http://schemas.microsoft.com/office/drawing/2014/main" id="{C07B97CB-6CF8-744C-72E9-403869FF62FA}"/>
              </a:ext>
            </a:extLst>
          </p:cNvPr>
          <p:cNvSpPr>
            <a:spLocks noGrp="1"/>
          </p:cNvSpPr>
          <p:nvPr>
            <p:ph type="body" sz="quarter" idx="52" hasCustomPrompt="1"/>
          </p:nvPr>
        </p:nvSpPr>
        <p:spPr>
          <a:xfrm>
            <a:off x="3225800" y="5359989"/>
            <a:ext cx="1273176"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a:defRPr sz="1500"/>
            </a:lvl2pPr>
            <a:lvl3pPr>
              <a:defRPr sz="1500"/>
            </a:lvl3pPr>
            <a:lvl4pPr>
              <a:defRPr sz="1500"/>
            </a:lvl4pPr>
            <a:lvl5pPr>
              <a:defRPr sz="1500"/>
            </a:lvl5pPr>
          </a:lstStyle>
          <a:p>
            <a:pPr lvl="0"/>
            <a:r>
              <a:rPr lang="en-GB" dirty="0"/>
              <a:t>00:00</a:t>
            </a:r>
          </a:p>
        </p:txBody>
      </p:sp>
      <p:sp>
        <p:nvSpPr>
          <p:cNvPr id="215" name="Text Placeholder 5">
            <a:extLst>
              <a:ext uri="{FF2B5EF4-FFF2-40B4-BE49-F238E27FC236}">
                <a16:creationId xmlns:a16="http://schemas.microsoft.com/office/drawing/2014/main" id="{D7694E3D-9EAE-7860-514C-D3E6A6066D79}"/>
              </a:ext>
            </a:extLst>
          </p:cNvPr>
          <p:cNvSpPr>
            <a:spLocks noGrp="1"/>
          </p:cNvSpPr>
          <p:nvPr>
            <p:ph type="body" sz="quarter" idx="53"/>
          </p:nvPr>
        </p:nvSpPr>
        <p:spPr>
          <a:xfrm>
            <a:off x="4644000" y="5359989"/>
            <a:ext cx="4317438"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US"/>
              <a:t>Click to edit Master text styles</a:t>
            </a:r>
          </a:p>
        </p:txBody>
      </p:sp>
      <p:sp>
        <p:nvSpPr>
          <p:cNvPr id="216" name="Text Placeholder 5">
            <a:extLst>
              <a:ext uri="{FF2B5EF4-FFF2-40B4-BE49-F238E27FC236}">
                <a16:creationId xmlns:a16="http://schemas.microsoft.com/office/drawing/2014/main" id="{673631ED-FCF1-AA91-EA4E-8BD53A7ED357}"/>
              </a:ext>
            </a:extLst>
          </p:cNvPr>
          <p:cNvSpPr>
            <a:spLocks noGrp="1"/>
          </p:cNvSpPr>
          <p:nvPr>
            <p:ph type="body" sz="quarter" idx="54" hasCustomPrompt="1"/>
          </p:nvPr>
        </p:nvSpPr>
        <p:spPr>
          <a:xfrm>
            <a:off x="9106462" y="5359989"/>
            <a:ext cx="2794059" cy="228909"/>
          </a:xfrm>
        </p:spPr>
        <p:txBody>
          <a:bodyPr wrap="square" anchor="ctr" anchorCtr="0">
            <a:noAutofit/>
          </a:bodyPr>
          <a:lstStyle>
            <a:lvl1pPr marL="0" indent="0">
              <a:spcBef>
                <a:spcPts val="0"/>
              </a:spcBef>
              <a:spcAft>
                <a:spcPts val="0"/>
              </a:spcAft>
              <a:buFont typeface="+mj-lt"/>
              <a:buNone/>
              <a:tabLst/>
              <a:defRPr sz="1500" b="0" i="0">
                <a:latin typeface="+mn-lt"/>
              </a:defRPr>
            </a:lvl1pPr>
            <a:lvl2pPr marL="0" indent="0">
              <a:buNone/>
              <a:defRPr sz="1500"/>
            </a:lvl2pPr>
            <a:lvl3pPr>
              <a:defRPr sz="1500"/>
            </a:lvl3pPr>
            <a:lvl4pPr>
              <a:defRPr sz="1500"/>
            </a:lvl4pPr>
            <a:lvl5pPr>
              <a:defRPr sz="1500"/>
            </a:lvl5pPr>
          </a:lstStyle>
          <a:p>
            <a:pPr lvl="0"/>
            <a:r>
              <a:rPr lang="en-GB" dirty="0" err="1"/>
              <a:t>Firstname</a:t>
            </a:r>
            <a:r>
              <a:rPr lang="en-GB" dirty="0"/>
              <a:t> Surname</a:t>
            </a: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3" name="Footer Placeholder 4">
            <a:extLst>
              <a:ext uri="{FF2B5EF4-FFF2-40B4-BE49-F238E27FC236}">
                <a16:creationId xmlns:a16="http://schemas.microsoft.com/office/drawing/2014/main" id="{3BF28211-1086-A258-4B97-2558FD5CBF7B}"/>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17413859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Key Statemen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C789E9C-6550-50F6-2FFD-F534146F3D6F}"/>
              </a:ext>
            </a:extLst>
          </p:cNvPr>
          <p:cNvSpPr>
            <a:spLocks noGrp="1"/>
          </p:cNvSpPr>
          <p:nvPr>
            <p:ph type="body" sz="quarter" idx="12"/>
          </p:nvPr>
        </p:nvSpPr>
        <p:spPr>
          <a:xfrm>
            <a:off x="287337" y="269882"/>
            <a:ext cx="11615278" cy="5495918"/>
          </a:xfrm>
        </p:spPr>
        <p:txBody>
          <a:bodyPr/>
          <a:lstStyle>
            <a:lvl1pPr>
              <a:lnSpc>
                <a:spcPct val="80000"/>
              </a:lnSpc>
              <a:defRPr sz="7400" b="0" i="0">
                <a:solidFill>
                  <a:schemeClr val="accent1"/>
                </a:solidFill>
                <a:latin typeface="+mj-lt"/>
              </a:defRPr>
            </a:lvl1pPr>
            <a:lvl2pPr>
              <a:lnSpc>
                <a:spcPct val="80000"/>
              </a:lnSpc>
              <a:defRPr lang="en-GB" dirty="0" smtClean="0"/>
            </a:lvl2pPr>
            <a:lvl3pPr>
              <a:lnSpc>
                <a:spcPct val="80000"/>
              </a:lnSpc>
              <a:defRPr lang="en-GB" dirty="0" smtClean="0"/>
            </a:lvl3pPr>
            <a:lvl4pPr>
              <a:lnSpc>
                <a:spcPct val="80000"/>
              </a:lnSpc>
              <a:defRPr lang="en-GB" dirty="0" smtClean="0"/>
            </a:lvl4pPr>
            <a:lvl5pPr>
              <a:lnSpc>
                <a:spcPct val="80000"/>
              </a:lnSpc>
              <a:defRPr lang="en-GB"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Slide Number Placeholder 3">
            <a:extLst>
              <a:ext uri="{FF2B5EF4-FFF2-40B4-BE49-F238E27FC236}">
                <a16:creationId xmlns:a16="http://schemas.microsoft.com/office/drawing/2014/main" id="{A7336B88-A821-CF31-A937-209EE62E0A19}"/>
              </a:ext>
            </a:extLst>
          </p:cNvPr>
          <p:cNvSpPr>
            <a:spLocks noGrp="1"/>
          </p:cNvSpPr>
          <p:nvPr>
            <p:ph type="sldNum" sz="quarter" idx="11"/>
          </p:nvPr>
        </p:nvSpPr>
        <p:spPr/>
        <p:txBody>
          <a:bodyPr/>
          <a:lstStyle/>
          <a:p>
            <a:fld id="{C5BF5472-8D93-4A90-A2A5-629ECA2C2464}" type="slidenum">
              <a:rPr lang="en-US" smtClean="0"/>
              <a:t>‹#›</a:t>
            </a:fld>
            <a:endParaRPr lang="en-US"/>
          </a:p>
        </p:txBody>
      </p:sp>
      <p:sp>
        <p:nvSpPr>
          <p:cNvPr id="5" name="Footer Placeholder 4">
            <a:extLst>
              <a:ext uri="{FF2B5EF4-FFF2-40B4-BE49-F238E27FC236}">
                <a16:creationId xmlns:a16="http://schemas.microsoft.com/office/drawing/2014/main" id="{09807596-CD4E-AD17-0A30-209981645369}"/>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14864911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Key Numbers">
    <p:bg>
      <p:bgPr>
        <a:solidFill>
          <a:schemeClr val="accent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429BCB1-0FF2-B8E0-831A-4C2A0BEF189C}"/>
              </a:ext>
            </a:extLst>
          </p:cNvPr>
          <p:cNvSpPr>
            <a:spLocks noGrp="1"/>
          </p:cNvSpPr>
          <p:nvPr>
            <p:ph type="title"/>
          </p:nvPr>
        </p:nvSpPr>
        <p:spPr>
          <a:xfrm>
            <a:off x="288303" y="273600"/>
            <a:ext cx="1811959" cy="392415"/>
          </a:xfrm>
        </p:spPr>
        <p:txBody>
          <a:bodyPr/>
          <a:lstStyle>
            <a:lvl1pPr>
              <a:lnSpc>
                <a:spcPct val="85000"/>
              </a:lnSpc>
              <a:defRPr sz="1500" b="1" i="0">
                <a:solidFill>
                  <a:schemeClr val="bg1"/>
                </a:solidFill>
                <a:latin typeface="+mn-lt"/>
              </a:defRPr>
            </a:lvl1pPr>
          </a:lstStyle>
          <a:p>
            <a:r>
              <a:rPr lang="en-US"/>
              <a:t>Click to edit Master title style</a:t>
            </a:r>
            <a:endParaRPr lang="en-GB" dirty="0"/>
          </a:p>
        </p:txBody>
      </p:sp>
      <p:sp>
        <p:nvSpPr>
          <p:cNvPr id="8" name="Picture Placeholder 91">
            <a:extLst>
              <a:ext uri="{FF2B5EF4-FFF2-40B4-BE49-F238E27FC236}">
                <a16:creationId xmlns:a16="http://schemas.microsoft.com/office/drawing/2014/main" id="{1B8E6F68-BB92-3741-A271-A507454209A8}"/>
              </a:ext>
            </a:extLst>
          </p:cNvPr>
          <p:cNvSpPr>
            <a:spLocks noGrp="1"/>
          </p:cNvSpPr>
          <p:nvPr>
            <p:ph type="pic" sz="quarter" idx="55" hasCustomPrompt="1"/>
          </p:nvPr>
        </p:nvSpPr>
        <p:spPr>
          <a:xfrm>
            <a:off x="3225799" y="29103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bg1"/>
            </a:solidFill>
          </a:ln>
        </p:spPr>
        <p:txBody>
          <a:bodyPr wrap="square">
            <a:noAutofit/>
          </a:bodyPr>
          <a:lstStyle>
            <a:lvl1pPr>
              <a:defRPr sz="400"/>
            </a:lvl1pPr>
          </a:lstStyle>
          <a:p>
            <a:pPr lvl="8"/>
            <a:r>
              <a:rPr lang="en-GB" dirty="0"/>
              <a:t> </a:t>
            </a:r>
          </a:p>
        </p:txBody>
      </p:sp>
      <p:sp>
        <p:nvSpPr>
          <p:cNvPr id="15" name="Text Placeholder 14">
            <a:extLst>
              <a:ext uri="{FF2B5EF4-FFF2-40B4-BE49-F238E27FC236}">
                <a16:creationId xmlns:a16="http://schemas.microsoft.com/office/drawing/2014/main" id="{63F40DC3-5F4F-C397-5C6A-8A62BC1F78B1}"/>
              </a:ext>
            </a:extLst>
          </p:cNvPr>
          <p:cNvSpPr>
            <a:spLocks noGrp="1"/>
          </p:cNvSpPr>
          <p:nvPr>
            <p:ph type="body" sz="quarter" idx="60"/>
          </p:nvPr>
        </p:nvSpPr>
        <p:spPr>
          <a:xfrm>
            <a:off x="8124824" y="527050"/>
            <a:ext cx="3775075" cy="1498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14" name="Picture Placeholder 91">
            <a:extLst>
              <a:ext uri="{FF2B5EF4-FFF2-40B4-BE49-F238E27FC236}">
                <a16:creationId xmlns:a16="http://schemas.microsoft.com/office/drawing/2014/main" id="{A11547F3-AA53-B6CF-CC36-9B7EBC562F8C}"/>
              </a:ext>
            </a:extLst>
          </p:cNvPr>
          <p:cNvSpPr>
            <a:spLocks noGrp="1"/>
          </p:cNvSpPr>
          <p:nvPr>
            <p:ph type="pic" sz="quarter" idx="67" hasCustomPrompt="1"/>
          </p:nvPr>
        </p:nvSpPr>
        <p:spPr>
          <a:xfrm>
            <a:off x="3225799" y="228239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bg1"/>
            </a:solidFill>
          </a:ln>
        </p:spPr>
        <p:txBody>
          <a:bodyPr wrap="square">
            <a:noAutofit/>
          </a:bodyPr>
          <a:lstStyle>
            <a:lvl1pPr>
              <a:defRPr sz="400"/>
            </a:lvl1pPr>
          </a:lstStyle>
          <a:p>
            <a:pPr lvl="8"/>
            <a:r>
              <a:rPr lang="en-GB" dirty="0"/>
              <a:t> </a:t>
            </a:r>
          </a:p>
        </p:txBody>
      </p:sp>
      <p:sp>
        <p:nvSpPr>
          <p:cNvPr id="17" name="Text Placeholder 14">
            <a:extLst>
              <a:ext uri="{FF2B5EF4-FFF2-40B4-BE49-F238E27FC236}">
                <a16:creationId xmlns:a16="http://schemas.microsoft.com/office/drawing/2014/main" id="{BBE84450-4088-E9E0-0359-34BD23A3925E}"/>
              </a:ext>
            </a:extLst>
          </p:cNvPr>
          <p:cNvSpPr>
            <a:spLocks noGrp="1"/>
          </p:cNvSpPr>
          <p:nvPr>
            <p:ph type="body" sz="quarter" idx="69"/>
          </p:nvPr>
        </p:nvSpPr>
        <p:spPr>
          <a:xfrm>
            <a:off x="8124824" y="2518410"/>
            <a:ext cx="3775075" cy="1498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18" name="Picture Placeholder 91">
            <a:extLst>
              <a:ext uri="{FF2B5EF4-FFF2-40B4-BE49-F238E27FC236}">
                <a16:creationId xmlns:a16="http://schemas.microsoft.com/office/drawing/2014/main" id="{62C4BF17-AF9C-A4E5-F1BF-718B90E42E20}"/>
              </a:ext>
            </a:extLst>
          </p:cNvPr>
          <p:cNvSpPr>
            <a:spLocks noGrp="1"/>
          </p:cNvSpPr>
          <p:nvPr>
            <p:ph type="pic" sz="quarter" idx="70" hasCustomPrompt="1"/>
          </p:nvPr>
        </p:nvSpPr>
        <p:spPr>
          <a:xfrm>
            <a:off x="3225799" y="4286469"/>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bg1"/>
            </a:solidFill>
          </a:ln>
        </p:spPr>
        <p:txBody>
          <a:bodyPr wrap="square">
            <a:noAutofit/>
          </a:bodyPr>
          <a:lstStyle>
            <a:lvl1pPr>
              <a:defRPr sz="400"/>
            </a:lvl1pPr>
          </a:lstStyle>
          <a:p>
            <a:pPr lvl="8"/>
            <a:r>
              <a:rPr lang="en-GB" dirty="0"/>
              <a:t> </a:t>
            </a:r>
          </a:p>
        </p:txBody>
      </p:sp>
      <p:sp>
        <p:nvSpPr>
          <p:cNvPr id="22" name="Text Placeholder 14">
            <a:extLst>
              <a:ext uri="{FF2B5EF4-FFF2-40B4-BE49-F238E27FC236}">
                <a16:creationId xmlns:a16="http://schemas.microsoft.com/office/drawing/2014/main" id="{F33A7DDF-B16D-DE86-59A6-3E4EE10AF950}"/>
              </a:ext>
            </a:extLst>
          </p:cNvPr>
          <p:cNvSpPr>
            <a:spLocks noGrp="1"/>
          </p:cNvSpPr>
          <p:nvPr>
            <p:ph type="body" sz="quarter" idx="72"/>
          </p:nvPr>
        </p:nvSpPr>
        <p:spPr>
          <a:xfrm>
            <a:off x="8124824" y="4522482"/>
            <a:ext cx="3775075" cy="1498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23" name="Picture Placeholder 91">
            <a:extLst>
              <a:ext uri="{FF2B5EF4-FFF2-40B4-BE49-F238E27FC236}">
                <a16:creationId xmlns:a16="http://schemas.microsoft.com/office/drawing/2014/main" id="{485FA38D-16CA-1001-19BE-594DCF6B57AA}"/>
              </a:ext>
            </a:extLst>
          </p:cNvPr>
          <p:cNvSpPr>
            <a:spLocks noGrp="1"/>
          </p:cNvSpPr>
          <p:nvPr>
            <p:ph type="pic" sz="quarter" idx="73" hasCustomPrompt="1"/>
          </p:nvPr>
        </p:nvSpPr>
        <p:spPr>
          <a:xfrm>
            <a:off x="3225799" y="6287989"/>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bg1"/>
            </a:solidFill>
          </a:ln>
        </p:spPr>
        <p:txBody>
          <a:bodyPr wrap="square">
            <a:noAutofit/>
          </a:bodyPr>
          <a:lstStyle>
            <a:lvl1pPr>
              <a:defRPr sz="400"/>
            </a:lvl1pPr>
          </a:lstStyle>
          <a:p>
            <a:pPr lvl="8"/>
            <a:r>
              <a:rPr lang="en-GB" dirty="0"/>
              <a:t> </a:t>
            </a:r>
          </a:p>
        </p:txBody>
      </p:sp>
      <p:sp>
        <p:nvSpPr>
          <p:cNvPr id="27" name="Text Placeholder 26">
            <a:extLst>
              <a:ext uri="{FF2B5EF4-FFF2-40B4-BE49-F238E27FC236}">
                <a16:creationId xmlns:a16="http://schemas.microsoft.com/office/drawing/2014/main" id="{8A5E5282-C048-99E1-5F1B-6B9961066184}"/>
              </a:ext>
            </a:extLst>
          </p:cNvPr>
          <p:cNvSpPr>
            <a:spLocks noGrp="1"/>
          </p:cNvSpPr>
          <p:nvPr>
            <p:ph type="body" sz="quarter" idx="74" hasCustomPrompt="1"/>
          </p:nvPr>
        </p:nvSpPr>
        <p:spPr>
          <a:xfrm>
            <a:off x="3225800" y="111125"/>
            <a:ext cx="3776663" cy="1789113"/>
          </a:xfrm>
        </p:spPr>
        <p:txBody>
          <a:bodyPr/>
          <a:lstStyle>
            <a:lvl1pPr>
              <a:defRPr sz="11000">
                <a:solidFill>
                  <a:schemeClr val="bg1"/>
                </a:solidFill>
                <a:latin typeface="+mj-lt"/>
              </a:defRPr>
            </a:lvl1pPr>
          </a:lstStyle>
          <a:p>
            <a:pPr lvl="0"/>
            <a:r>
              <a:rPr lang="en-GB" dirty="0"/>
              <a:t>00</a:t>
            </a:r>
          </a:p>
        </p:txBody>
      </p:sp>
      <p:sp>
        <p:nvSpPr>
          <p:cNvPr id="28" name="Text Placeholder 26">
            <a:extLst>
              <a:ext uri="{FF2B5EF4-FFF2-40B4-BE49-F238E27FC236}">
                <a16:creationId xmlns:a16="http://schemas.microsoft.com/office/drawing/2014/main" id="{CBBE869E-D65F-3F80-8F9D-6DF327B97D4B}"/>
              </a:ext>
            </a:extLst>
          </p:cNvPr>
          <p:cNvSpPr>
            <a:spLocks noGrp="1"/>
          </p:cNvSpPr>
          <p:nvPr>
            <p:ph type="body" sz="quarter" idx="75" hasCustomPrompt="1"/>
          </p:nvPr>
        </p:nvSpPr>
        <p:spPr>
          <a:xfrm>
            <a:off x="3225800" y="2102616"/>
            <a:ext cx="3776663" cy="1789113"/>
          </a:xfrm>
        </p:spPr>
        <p:txBody>
          <a:bodyPr/>
          <a:lstStyle>
            <a:lvl1pPr>
              <a:defRPr sz="11000">
                <a:solidFill>
                  <a:schemeClr val="bg1"/>
                </a:solidFill>
                <a:latin typeface="+mj-lt"/>
              </a:defRPr>
            </a:lvl1pPr>
          </a:lstStyle>
          <a:p>
            <a:pPr lvl="0"/>
            <a:r>
              <a:rPr lang="en-GB" dirty="0"/>
              <a:t>00</a:t>
            </a:r>
          </a:p>
        </p:txBody>
      </p:sp>
      <p:sp>
        <p:nvSpPr>
          <p:cNvPr id="29" name="Text Placeholder 26">
            <a:extLst>
              <a:ext uri="{FF2B5EF4-FFF2-40B4-BE49-F238E27FC236}">
                <a16:creationId xmlns:a16="http://schemas.microsoft.com/office/drawing/2014/main" id="{BAA28741-F83E-3E15-A9FB-99668766D898}"/>
              </a:ext>
            </a:extLst>
          </p:cNvPr>
          <p:cNvSpPr>
            <a:spLocks noGrp="1"/>
          </p:cNvSpPr>
          <p:nvPr>
            <p:ph type="body" sz="quarter" idx="76" hasCustomPrompt="1"/>
          </p:nvPr>
        </p:nvSpPr>
        <p:spPr>
          <a:xfrm>
            <a:off x="3225800" y="4106128"/>
            <a:ext cx="3776663" cy="1789113"/>
          </a:xfrm>
        </p:spPr>
        <p:txBody>
          <a:bodyPr/>
          <a:lstStyle>
            <a:lvl1pPr>
              <a:defRPr sz="11000">
                <a:solidFill>
                  <a:schemeClr val="bg1"/>
                </a:solidFill>
                <a:latin typeface="+mj-lt"/>
              </a:defRPr>
            </a:lvl1pPr>
          </a:lstStyle>
          <a:p>
            <a:pPr lvl="0"/>
            <a:r>
              <a:rPr lang="en-GB" dirty="0"/>
              <a:t>00</a:t>
            </a:r>
          </a:p>
        </p:txBody>
      </p:sp>
      <p:sp>
        <p:nvSpPr>
          <p:cNvPr id="6" name="Footer Placeholder 4">
            <a:extLst>
              <a:ext uri="{FF2B5EF4-FFF2-40B4-BE49-F238E27FC236}">
                <a16:creationId xmlns:a16="http://schemas.microsoft.com/office/drawing/2014/main" id="{043DFA16-4809-A367-8DA1-8599EDC67F50}"/>
              </a:ext>
            </a:extLst>
          </p:cNvPr>
          <p:cNvSpPr>
            <a:spLocks noGrp="1"/>
          </p:cNvSpPr>
          <p:nvPr>
            <p:ph type="ftr" sz="quarter" idx="3"/>
          </p:nvPr>
        </p:nvSpPr>
        <p:spPr>
          <a:xfrm>
            <a:off x="288259" y="5868000"/>
            <a:ext cx="279466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bg1"/>
                </a:solidFill>
                <a:latin typeface="+mn-lt"/>
              </a:defRPr>
            </a:lvl1pPr>
          </a:lstStyle>
          <a:p>
            <a:endParaRPr lang="en-US"/>
          </a:p>
        </p:txBody>
      </p:sp>
      <p:sp>
        <p:nvSpPr>
          <p:cNvPr id="4" name="Slide Number Placeholder 5">
            <a:extLst>
              <a:ext uri="{FF2B5EF4-FFF2-40B4-BE49-F238E27FC236}">
                <a16:creationId xmlns:a16="http://schemas.microsoft.com/office/drawing/2014/main" id="{2B1A9DEC-1972-000C-297E-FD62059EE11F}"/>
              </a:ext>
            </a:extLst>
          </p:cNvPr>
          <p:cNvSpPr>
            <a:spLocks noGrp="1"/>
          </p:cNvSpPr>
          <p:nvPr>
            <p:ph type="sldNum" sz="quarter" idx="12"/>
          </p:nvPr>
        </p:nvSpPr>
        <p:spPr>
          <a:xfrm>
            <a:off x="11581942" y="6433878"/>
            <a:ext cx="320674" cy="153463"/>
          </a:xfrm>
        </p:spPr>
        <p:txBody>
          <a:bodyPr/>
          <a:lstStyle>
            <a:lvl1pPr>
              <a:defRPr>
                <a:solidFill>
                  <a:schemeClr val="bg1"/>
                </a:solidFill>
              </a:defRPr>
            </a:lvl1pPr>
          </a:lstStyle>
          <a:p>
            <a:fld id="{C5BF5472-8D93-4A90-A2A5-629ECA2C2464}" type="slidenum">
              <a:rPr lang="en-US" smtClean="0"/>
              <a:t>‹#›</a:t>
            </a:fld>
            <a:endParaRPr lang="en-US"/>
          </a:p>
        </p:txBody>
      </p:sp>
      <p:sp>
        <p:nvSpPr>
          <p:cNvPr id="5" name="Graphic 8">
            <a:extLst>
              <a:ext uri="{FF2B5EF4-FFF2-40B4-BE49-F238E27FC236}">
                <a16:creationId xmlns:a16="http://schemas.microsoft.com/office/drawing/2014/main" id="{584D2C57-3904-61FA-F2B5-C74EFBC4BE0A}"/>
              </a:ext>
            </a:extLst>
          </p:cNvPr>
          <p:cNvSpPr>
            <a:spLocks noChangeAspect="1"/>
          </p:cNvSpPr>
          <p:nvPr/>
        </p:nvSpPr>
        <p:spPr>
          <a:xfrm>
            <a:off x="287338" y="6416675"/>
            <a:ext cx="352800" cy="149403"/>
          </a:xfrm>
          <a:custGeom>
            <a:avLst/>
            <a:gdLst>
              <a:gd name="connsiteX0" fmla="*/ 5699846 w 6586631"/>
              <a:gd name="connsiteY0" fmla="*/ 2789294 h 2789293"/>
              <a:gd name="connsiteX1" fmla="*/ 6586632 w 6586631"/>
              <a:gd name="connsiteY1" fmla="*/ 1909153 h 2789293"/>
              <a:gd name="connsiteX2" fmla="*/ 6586632 w 6586631"/>
              <a:gd name="connsiteY2" fmla="*/ 60980 h 2789293"/>
              <a:gd name="connsiteX3" fmla="*/ 6112656 w 6586631"/>
              <a:gd name="connsiteY3" fmla="*/ 60980 h 2789293"/>
              <a:gd name="connsiteX4" fmla="*/ 6112656 w 6586631"/>
              <a:gd name="connsiteY4" fmla="*/ 2031114 h 2789293"/>
              <a:gd name="connsiteX5" fmla="*/ 5699846 w 6586631"/>
              <a:gd name="connsiteY5" fmla="*/ 2541669 h 2789293"/>
              <a:gd name="connsiteX6" fmla="*/ 5287036 w 6586631"/>
              <a:gd name="connsiteY6" fmla="*/ 1992847 h 2789293"/>
              <a:gd name="connsiteX7" fmla="*/ 5287036 w 6586631"/>
              <a:gd name="connsiteY7" fmla="*/ 1627212 h 2789293"/>
              <a:gd name="connsiteX8" fmla="*/ 4813060 w 6586631"/>
              <a:gd name="connsiteY8" fmla="*/ 1745222 h 2789293"/>
              <a:gd name="connsiteX9" fmla="*/ 4813060 w 6586631"/>
              <a:gd name="connsiteY9" fmla="*/ 1909153 h 2789293"/>
              <a:gd name="connsiteX10" fmla="*/ 5699846 w 6586631"/>
              <a:gd name="connsiteY10" fmla="*/ 2789294 h 2789293"/>
              <a:gd name="connsiteX11" fmla="*/ 3177175 w 6586631"/>
              <a:gd name="connsiteY11" fmla="*/ 2511056 h 2789293"/>
              <a:gd name="connsiteX12" fmla="*/ 2584828 w 6586631"/>
              <a:gd name="connsiteY12" fmla="*/ 1897549 h 2789293"/>
              <a:gd name="connsiteX13" fmla="*/ 2817854 w 6586631"/>
              <a:gd name="connsiteY13" fmla="*/ 1413657 h 2789293"/>
              <a:gd name="connsiteX14" fmla="*/ 3681610 w 6586631"/>
              <a:gd name="connsiteY14" fmla="*/ 2354778 h 2789293"/>
              <a:gd name="connsiteX15" fmla="*/ 3177175 w 6586631"/>
              <a:gd name="connsiteY15" fmla="*/ 2511056 h 2789293"/>
              <a:gd name="connsiteX16" fmla="*/ 3639512 w 6586631"/>
              <a:gd name="connsiteY16" fmla="*/ 1147022 h 2789293"/>
              <a:gd name="connsiteX17" fmla="*/ 4140232 w 6586631"/>
              <a:gd name="connsiteY17" fmla="*/ 1634865 h 2789293"/>
              <a:gd name="connsiteX18" fmla="*/ 4017900 w 6586631"/>
              <a:gd name="connsiteY18" fmla="*/ 2042717 h 2789293"/>
              <a:gd name="connsiteX19" fmla="*/ 3268800 w 6586631"/>
              <a:gd name="connsiteY19" fmla="*/ 1219359 h 2789293"/>
              <a:gd name="connsiteX20" fmla="*/ 3639512 w 6586631"/>
              <a:gd name="connsiteY20" fmla="*/ 1147022 h 2789293"/>
              <a:gd name="connsiteX21" fmla="*/ 3177175 w 6586631"/>
              <a:gd name="connsiteY21" fmla="*/ 201951 h 2789293"/>
              <a:gd name="connsiteX22" fmla="*/ 3536495 w 6586631"/>
              <a:gd name="connsiteY22" fmla="*/ 567833 h 2789293"/>
              <a:gd name="connsiteX23" fmla="*/ 3165783 w 6586631"/>
              <a:gd name="connsiteY23" fmla="*/ 1109002 h 2789293"/>
              <a:gd name="connsiteX24" fmla="*/ 3001353 w 6586631"/>
              <a:gd name="connsiteY24" fmla="*/ 926061 h 2789293"/>
              <a:gd name="connsiteX25" fmla="*/ 2814140 w 6586631"/>
              <a:gd name="connsiteY25" fmla="*/ 548823 h 2789293"/>
              <a:gd name="connsiteX26" fmla="*/ 3177175 w 6586631"/>
              <a:gd name="connsiteY26" fmla="*/ 201951 h 2789293"/>
              <a:gd name="connsiteX27" fmla="*/ 4136518 w 6586631"/>
              <a:gd name="connsiteY27" fmla="*/ 2172084 h 2789293"/>
              <a:gd name="connsiteX28" fmla="*/ 4461417 w 6586631"/>
              <a:gd name="connsiteY28" fmla="*/ 1428964 h 2789293"/>
              <a:gd name="connsiteX29" fmla="*/ 3960696 w 6586631"/>
              <a:gd name="connsiteY29" fmla="*/ 945071 h 2789293"/>
              <a:gd name="connsiteX30" fmla="*/ 3502073 w 6586631"/>
              <a:gd name="connsiteY30" fmla="*/ 1036418 h 2789293"/>
              <a:gd name="connsiteX31" fmla="*/ 3494397 w 6586631"/>
              <a:gd name="connsiteY31" fmla="*/ 1021112 h 2789293"/>
              <a:gd name="connsiteX32" fmla="*/ 3907206 w 6586631"/>
              <a:gd name="connsiteY32" fmla="*/ 518209 h 2789293"/>
              <a:gd name="connsiteX33" fmla="*/ 3188566 w 6586631"/>
              <a:gd name="connsiteY33" fmla="*/ 0 h 2789293"/>
              <a:gd name="connsiteX34" fmla="*/ 2401082 w 6586631"/>
              <a:gd name="connsiteY34" fmla="*/ 659180 h 2789293"/>
              <a:gd name="connsiteX35" fmla="*/ 2706913 w 6586631"/>
              <a:gd name="connsiteY35" fmla="*/ 1295646 h 2789293"/>
              <a:gd name="connsiteX36" fmla="*/ 2710628 w 6586631"/>
              <a:gd name="connsiteY36" fmla="*/ 1303300 h 2789293"/>
              <a:gd name="connsiteX37" fmla="*/ 2164094 w 6586631"/>
              <a:gd name="connsiteY37" fmla="*/ 2069134 h 2789293"/>
              <a:gd name="connsiteX38" fmla="*/ 2932262 w 6586631"/>
              <a:gd name="connsiteY38" fmla="*/ 2789294 h 2789293"/>
              <a:gd name="connsiteX39" fmla="*/ 3796018 w 6586631"/>
              <a:gd name="connsiteY39" fmla="*/ 2480689 h 2789293"/>
              <a:gd name="connsiteX40" fmla="*/ 4025329 w 6586631"/>
              <a:gd name="connsiteY40" fmla="*/ 2728314 h 2789293"/>
              <a:gd name="connsiteX41" fmla="*/ 4625352 w 6586631"/>
              <a:gd name="connsiteY41" fmla="*/ 2728314 h 2789293"/>
              <a:gd name="connsiteX42" fmla="*/ 4625352 w 6586631"/>
              <a:gd name="connsiteY42" fmla="*/ 2709303 h 2789293"/>
              <a:gd name="connsiteX43" fmla="*/ 4136518 w 6586631"/>
              <a:gd name="connsiteY43" fmla="*/ 2172084 h 2789293"/>
              <a:gd name="connsiteX44" fmla="*/ 886786 w 6586631"/>
              <a:gd name="connsiteY44" fmla="*/ 2789294 h 2789293"/>
              <a:gd name="connsiteX45" fmla="*/ 1773572 w 6586631"/>
              <a:gd name="connsiteY45" fmla="*/ 1909153 h 2789293"/>
              <a:gd name="connsiteX46" fmla="*/ 1773572 w 6586631"/>
              <a:gd name="connsiteY46" fmla="*/ 60980 h 2789293"/>
              <a:gd name="connsiteX47" fmla="*/ 1299596 w 6586631"/>
              <a:gd name="connsiteY47" fmla="*/ 60980 h 2789293"/>
              <a:gd name="connsiteX48" fmla="*/ 1299596 w 6586631"/>
              <a:gd name="connsiteY48" fmla="*/ 2031114 h 2789293"/>
              <a:gd name="connsiteX49" fmla="*/ 886786 w 6586631"/>
              <a:gd name="connsiteY49" fmla="*/ 2541669 h 2789293"/>
              <a:gd name="connsiteX50" fmla="*/ 473976 w 6586631"/>
              <a:gd name="connsiteY50" fmla="*/ 1992847 h 2789293"/>
              <a:gd name="connsiteX51" fmla="*/ 473976 w 6586631"/>
              <a:gd name="connsiteY51" fmla="*/ 1627212 h 2789293"/>
              <a:gd name="connsiteX52" fmla="*/ 0 w 6586631"/>
              <a:gd name="connsiteY52" fmla="*/ 1745222 h 2789293"/>
              <a:gd name="connsiteX53" fmla="*/ 0 w 6586631"/>
              <a:gd name="connsiteY53" fmla="*/ 1909153 h 2789293"/>
              <a:gd name="connsiteX54" fmla="*/ 886786 w 6586631"/>
              <a:gd name="connsiteY54" fmla="*/ 2789294 h 2789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586631" h="2789293">
                <a:moveTo>
                  <a:pt x="5699846" y="2789294"/>
                </a:moveTo>
                <a:cubicBezTo>
                  <a:pt x="6338253" y="2789294"/>
                  <a:pt x="6586632" y="2408105"/>
                  <a:pt x="6586632" y="1909153"/>
                </a:cubicBezTo>
                <a:lnTo>
                  <a:pt x="6586632" y="60980"/>
                </a:lnTo>
                <a:lnTo>
                  <a:pt x="6112656" y="60980"/>
                </a:lnTo>
                <a:lnTo>
                  <a:pt x="6112656" y="2031114"/>
                </a:lnTo>
                <a:cubicBezTo>
                  <a:pt x="6112656" y="2351075"/>
                  <a:pt x="5990324" y="2541669"/>
                  <a:pt x="5699846" y="2541669"/>
                </a:cubicBezTo>
                <a:cubicBezTo>
                  <a:pt x="5413083" y="2541669"/>
                  <a:pt x="5287036" y="2339718"/>
                  <a:pt x="5287036" y="1992847"/>
                </a:cubicBezTo>
                <a:lnTo>
                  <a:pt x="5287036" y="1627212"/>
                </a:lnTo>
                <a:lnTo>
                  <a:pt x="4813060" y="1745222"/>
                </a:lnTo>
                <a:lnTo>
                  <a:pt x="4813060" y="1909153"/>
                </a:lnTo>
                <a:cubicBezTo>
                  <a:pt x="4813060" y="2408352"/>
                  <a:pt x="5061440" y="2789294"/>
                  <a:pt x="5699846" y="2789294"/>
                </a:cubicBezTo>
                <a:moveTo>
                  <a:pt x="3177175" y="2511056"/>
                </a:moveTo>
                <a:cubicBezTo>
                  <a:pt x="2810177" y="2511056"/>
                  <a:pt x="2584828" y="2213808"/>
                  <a:pt x="2584828" y="1897549"/>
                </a:cubicBezTo>
                <a:cubicBezTo>
                  <a:pt x="2584828" y="1699302"/>
                  <a:pt x="2672739" y="1516361"/>
                  <a:pt x="2817854" y="1413657"/>
                </a:cubicBezTo>
                <a:lnTo>
                  <a:pt x="3681610" y="2354778"/>
                </a:lnTo>
                <a:cubicBezTo>
                  <a:pt x="3521141" y="2450075"/>
                  <a:pt x="3341358" y="2511056"/>
                  <a:pt x="3177175" y="2511056"/>
                </a:cubicBezTo>
                <a:moveTo>
                  <a:pt x="3639512" y="1147022"/>
                </a:moveTo>
                <a:cubicBezTo>
                  <a:pt x="3949057" y="1147022"/>
                  <a:pt x="4140232" y="1326013"/>
                  <a:pt x="4140232" y="1634865"/>
                </a:cubicBezTo>
                <a:cubicBezTo>
                  <a:pt x="4140232" y="1772132"/>
                  <a:pt x="4102096" y="1913103"/>
                  <a:pt x="4017900" y="2042717"/>
                </a:cubicBezTo>
                <a:lnTo>
                  <a:pt x="3268800" y="1219359"/>
                </a:lnTo>
                <a:cubicBezTo>
                  <a:pt x="3402524" y="1166032"/>
                  <a:pt x="3532533" y="1147022"/>
                  <a:pt x="3639512" y="1147022"/>
                </a:cubicBezTo>
                <a:moveTo>
                  <a:pt x="3177175" y="201951"/>
                </a:moveTo>
                <a:cubicBezTo>
                  <a:pt x="3402771" y="201951"/>
                  <a:pt x="3536495" y="331565"/>
                  <a:pt x="3536495" y="567833"/>
                </a:cubicBezTo>
                <a:cubicBezTo>
                  <a:pt x="3536495" y="785091"/>
                  <a:pt x="3429516" y="990745"/>
                  <a:pt x="3165783" y="1109002"/>
                </a:cubicBezTo>
                <a:lnTo>
                  <a:pt x="3001353" y="926061"/>
                </a:lnTo>
                <a:cubicBezTo>
                  <a:pt x="2855990" y="766081"/>
                  <a:pt x="2814140" y="666833"/>
                  <a:pt x="2814140" y="548823"/>
                </a:cubicBezTo>
                <a:cubicBezTo>
                  <a:pt x="2813892" y="327615"/>
                  <a:pt x="2955292" y="201951"/>
                  <a:pt x="3177175" y="201951"/>
                </a:cubicBezTo>
                <a:moveTo>
                  <a:pt x="4136518" y="2172084"/>
                </a:moveTo>
                <a:cubicBezTo>
                  <a:pt x="4343047" y="1928163"/>
                  <a:pt x="4461417" y="1661528"/>
                  <a:pt x="4461417" y="1428964"/>
                </a:cubicBezTo>
                <a:cubicBezTo>
                  <a:pt x="4461417" y="1139369"/>
                  <a:pt x="4266527" y="945071"/>
                  <a:pt x="3960696" y="945071"/>
                </a:cubicBezTo>
                <a:cubicBezTo>
                  <a:pt x="3800228" y="945071"/>
                  <a:pt x="3620443" y="990745"/>
                  <a:pt x="3502073" y="1036418"/>
                </a:cubicBezTo>
                <a:lnTo>
                  <a:pt x="3494397" y="1021112"/>
                </a:lnTo>
                <a:cubicBezTo>
                  <a:pt x="3784874" y="864834"/>
                  <a:pt x="3907206" y="720160"/>
                  <a:pt x="3907206" y="518209"/>
                </a:cubicBezTo>
                <a:cubicBezTo>
                  <a:pt x="3907206" y="228614"/>
                  <a:pt x="3647188" y="0"/>
                  <a:pt x="3188566" y="0"/>
                </a:cubicBezTo>
                <a:cubicBezTo>
                  <a:pt x="2661100" y="0"/>
                  <a:pt x="2401082" y="293545"/>
                  <a:pt x="2401082" y="659180"/>
                </a:cubicBezTo>
                <a:cubicBezTo>
                  <a:pt x="2401082" y="857428"/>
                  <a:pt x="2485278" y="1055429"/>
                  <a:pt x="2706913" y="1295646"/>
                </a:cubicBezTo>
                <a:lnTo>
                  <a:pt x="2710628" y="1303300"/>
                </a:lnTo>
                <a:cubicBezTo>
                  <a:pt x="2336201" y="1482291"/>
                  <a:pt x="2164094" y="1771886"/>
                  <a:pt x="2164094" y="2069134"/>
                </a:cubicBezTo>
                <a:cubicBezTo>
                  <a:pt x="2164094" y="2461679"/>
                  <a:pt x="2465963" y="2789294"/>
                  <a:pt x="2932262" y="2789294"/>
                </a:cubicBezTo>
                <a:cubicBezTo>
                  <a:pt x="3199710" y="2789294"/>
                  <a:pt x="3513217" y="2678690"/>
                  <a:pt x="3796018" y="2480689"/>
                </a:cubicBezTo>
                <a:lnTo>
                  <a:pt x="4025329" y="2728314"/>
                </a:lnTo>
                <a:lnTo>
                  <a:pt x="4625352" y="2728314"/>
                </a:lnTo>
                <a:lnTo>
                  <a:pt x="4625352" y="2709303"/>
                </a:lnTo>
                <a:lnTo>
                  <a:pt x="4136518" y="2172084"/>
                </a:lnTo>
                <a:close/>
                <a:moveTo>
                  <a:pt x="886786" y="2789294"/>
                </a:moveTo>
                <a:cubicBezTo>
                  <a:pt x="1525192" y="2789294"/>
                  <a:pt x="1773572" y="2408105"/>
                  <a:pt x="1773572" y="1909153"/>
                </a:cubicBezTo>
                <a:lnTo>
                  <a:pt x="1773572" y="60980"/>
                </a:lnTo>
                <a:lnTo>
                  <a:pt x="1299596" y="60980"/>
                </a:lnTo>
                <a:lnTo>
                  <a:pt x="1299596" y="2031114"/>
                </a:lnTo>
                <a:cubicBezTo>
                  <a:pt x="1299596" y="2351075"/>
                  <a:pt x="1177263" y="2541669"/>
                  <a:pt x="886786" y="2541669"/>
                </a:cubicBezTo>
                <a:cubicBezTo>
                  <a:pt x="600023" y="2541669"/>
                  <a:pt x="473976" y="2339718"/>
                  <a:pt x="473976" y="1992847"/>
                </a:cubicBezTo>
                <a:lnTo>
                  <a:pt x="473976" y="1627212"/>
                </a:lnTo>
                <a:lnTo>
                  <a:pt x="0" y="1745222"/>
                </a:lnTo>
                <a:lnTo>
                  <a:pt x="0" y="1909153"/>
                </a:lnTo>
                <a:cubicBezTo>
                  <a:pt x="0" y="2408352"/>
                  <a:pt x="248379" y="2789294"/>
                  <a:pt x="886786" y="2789294"/>
                </a:cubicBezTo>
              </a:path>
            </a:pathLst>
          </a:custGeom>
          <a:solidFill>
            <a:schemeClr val="bg1"/>
          </a:solidFill>
          <a:ln w="24751" cap="flat">
            <a:noFill/>
            <a:prstDash val="solid"/>
            <a:miter/>
          </a:ln>
        </p:spPr>
        <p:txBody>
          <a:bodyPr rtlCol="0" anchor="ctr"/>
          <a:lstStyle/>
          <a:p>
            <a:endParaRPr lang="en-GB"/>
          </a:p>
        </p:txBody>
      </p:sp>
      <p:sp>
        <p:nvSpPr>
          <p:cNvPr id="2" name="TextBox 1">
            <a:extLst>
              <a:ext uri="{FF2B5EF4-FFF2-40B4-BE49-F238E27FC236}">
                <a16:creationId xmlns:a16="http://schemas.microsoft.com/office/drawing/2014/main" id="{2F1BDCF9-B020-099F-DB9B-6E5096F95DD0}"/>
              </a:ext>
            </a:extLst>
          </p:cNvPr>
          <p:cNvSpPr txBox="1"/>
          <p:nvPr/>
        </p:nvSpPr>
        <p:spPr>
          <a:xfrm>
            <a:off x="8124825" y="6449779"/>
            <a:ext cx="3260725" cy="153464"/>
          </a:xfrm>
          <a:prstGeom prst="rect">
            <a:avLst/>
          </a:prstGeom>
          <a:noFill/>
        </p:spPr>
        <p:txBody>
          <a:bodyPr wrap="square" lIns="0" tIns="0" rIns="0" bIns="0" rtlCol="0" anchor="b" anchorCtr="0">
            <a:noAutofit/>
          </a:bodyPr>
          <a:lstStyle/>
          <a:p>
            <a:pPr algn="r"/>
            <a:r>
              <a:rPr lang="en-US" sz="1100" kern="1200" dirty="0">
                <a:solidFill>
                  <a:schemeClr val="bg1"/>
                </a:solidFill>
                <a:latin typeface="+mn-lt"/>
                <a:ea typeface="+mn-ea"/>
                <a:cs typeface="+mn-cs"/>
              </a:rPr>
              <a:t>Core program name</a:t>
            </a:r>
          </a:p>
        </p:txBody>
      </p:sp>
    </p:spTree>
    <p:extLst>
      <p:ext uri="{BB962C8B-B14F-4D97-AF65-F5344CB8AC3E}">
        <p14:creationId xmlns:p14="http://schemas.microsoft.com/office/powerpoint/2010/main" val="21495475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Key Numbers [Accessible Version]">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429BCB1-0FF2-B8E0-831A-4C2A0BEF189C}"/>
              </a:ext>
            </a:extLst>
          </p:cNvPr>
          <p:cNvSpPr>
            <a:spLocks noGrp="1"/>
          </p:cNvSpPr>
          <p:nvPr>
            <p:ph type="title"/>
          </p:nvPr>
        </p:nvSpPr>
        <p:spPr>
          <a:xfrm>
            <a:off x="288303" y="273600"/>
            <a:ext cx="1811959" cy="397032"/>
          </a:xfrm>
        </p:spPr>
        <p:txBody>
          <a:bodyPr/>
          <a:lstStyle>
            <a:lvl1pPr>
              <a:lnSpc>
                <a:spcPct val="85000"/>
              </a:lnSpc>
              <a:defRPr sz="1500" b="1" i="0">
                <a:solidFill>
                  <a:schemeClr val="tx1"/>
                </a:solidFill>
                <a:latin typeface="Johnson Text" pitchFamily="2" charset="77"/>
              </a:defRPr>
            </a:lvl1pPr>
          </a:lstStyle>
          <a:p>
            <a:r>
              <a:rPr lang="en-US"/>
              <a:t>Click to edit Master title style</a:t>
            </a:r>
            <a:endParaRPr lang="en-GB" dirty="0"/>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lvl1pPr>
              <a:defRPr>
                <a:solidFill>
                  <a:schemeClr val="tx1"/>
                </a:solidFill>
              </a:defRPr>
            </a:lvl1pPr>
          </a:lstStyle>
          <a:p>
            <a:fld id="{C5BF5472-8D93-4A90-A2A5-629ECA2C2464}" type="slidenum">
              <a:rPr lang="en-US" smtClean="0"/>
              <a:t>‹#›</a:t>
            </a:fld>
            <a:endParaRPr lang="en-US"/>
          </a:p>
        </p:txBody>
      </p:sp>
      <p:sp>
        <p:nvSpPr>
          <p:cNvPr id="2" name="Picture Placeholder 91">
            <a:extLst>
              <a:ext uri="{FF2B5EF4-FFF2-40B4-BE49-F238E27FC236}">
                <a16:creationId xmlns:a16="http://schemas.microsoft.com/office/drawing/2014/main" id="{26B4C449-2487-DF2A-7645-8218B023E592}"/>
              </a:ext>
            </a:extLst>
          </p:cNvPr>
          <p:cNvSpPr>
            <a:spLocks noGrp="1"/>
          </p:cNvSpPr>
          <p:nvPr>
            <p:ph type="pic" sz="quarter" idx="55" hasCustomPrompt="1"/>
          </p:nvPr>
        </p:nvSpPr>
        <p:spPr>
          <a:xfrm>
            <a:off x="3225799" y="29103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a:lvl1pPr>
            <a:lvl9pPr>
              <a:defRPr>
                <a:solidFill>
                  <a:schemeClr val="tx1"/>
                </a:solidFill>
              </a:defRPr>
            </a:lvl9pPr>
          </a:lstStyle>
          <a:p>
            <a:pPr lvl="8"/>
            <a:r>
              <a:rPr lang="en-GB" dirty="0"/>
              <a:t> </a:t>
            </a:r>
          </a:p>
        </p:txBody>
      </p:sp>
      <p:sp>
        <p:nvSpPr>
          <p:cNvPr id="6" name="Text Placeholder 14">
            <a:extLst>
              <a:ext uri="{FF2B5EF4-FFF2-40B4-BE49-F238E27FC236}">
                <a16:creationId xmlns:a16="http://schemas.microsoft.com/office/drawing/2014/main" id="{D7090765-328D-D615-6AFB-B0F523075373}"/>
              </a:ext>
            </a:extLst>
          </p:cNvPr>
          <p:cNvSpPr>
            <a:spLocks noGrp="1"/>
          </p:cNvSpPr>
          <p:nvPr>
            <p:ph type="body" sz="quarter" idx="60"/>
          </p:nvPr>
        </p:nvSpPr>
        <p:spPr>
          <a:xfrm>
            <a:off x="8124824" y="527050"/>
            <a:ext cx="3775075" cy="14986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12" name="Picture Placeholder 91">
            <a:extLst>
              <a:ext uri="{FF2B5EF4-FFF2-40B4-BE49-F238E27FC236}">
                <a16:creationId xmlns:a16="http://schemas.microsoft.com/office/drawing/2014/main" id="{04E11CE5-CC63-4DF3-91BC-7D123FA2380B}"/>
              </a:ext>
            </a:extLst>
          </p:cNvPr>
          <p:cNvSpPr>
            <a:spLocks noGrp="1"/>
          </p:cNvSpPr>
          <p:nvPr>
            <p:ph type="pic" sz="quarter" idx="67" hasCustomPrompt="1"/>
          </p:nvPr>
        </p:nvSpPr>
        <p:spPr>
          <a:xfrm>
            <a:off x="3225799" y="2282397"/>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a:lvl1pPr>
            <a:lvl9pPr>
              <a:defRPr>
                <a:solidFill>
                  <a:schemeClr val="tx1"/>
                </a:solidFill>
              </a:defRPr>
            </a:lvl9pPr>
          </a:lstStyle>
          <a:p>
            <a:pPr lvl="8"/>
            <a:r>
              <a:rPr lang="en-GB" dirty="0"/>
              <a:t> </a:t>
            </a:r>
          </a:p>
        </p:txBody>
      </p:sp>
      <p:sp>
        <p:nvSpPr>
          <p:cNvPr id="16" name="Text Placeholder 14">
            <a:extLst>
              <a:ext uri="{FF2B5EF4-FFF2-40B4-BE49-F238E27FC236}">
                <a16:creationId xmlns:a16="http://schemas.microsoft.com/office/drawing/2014/main" id="{89F6050B-0591-0406-0A2B-C58DB12244B1}"/>
              </a:ext>
            </a:extLst>
          </p:cNvPr>
          <p:cNvSpPr>
            <a:spLocks noGrp="1"/>
          </p:cNvSpPr>
          <p:nvPr>
            <p:ph type="body" sz="quarter" idx="69"/>
          </p:nvPr>
        </p:nvSpPr>
        <p:spPr>
          <a:xfrm>
            <a:off x="8124824" y="2518410"/>
            <a:ext cx="3775075" cy="14986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17" name="Picture Placeholder 91">
            <a:extLst>
              <a:ext uri="{FF2B5EF4-FFF2-40B4-BE49-F238E27FC236}">
                <a16:creationId xmlns:a16="http://schemas.microsoft.com/office/drawing/2014/main" id="{95D4FFE4-0D64-5F30-AD0F-100BD6D65389}"/>
              </a:ext>
            </a:extLst>
          </p:cNvPr>
          <p:cNvSpPr>
            <a:spLocks noGrp="1"/>
          </p:cNvSpPr>
          <p:nvPr>
            <p:ph type="pic" sz="quarter" idx="70" hasCustomPrompt="1"/>
          </p:nvPr>
        </p:nvSpPr>
        <p:spPr>
          <a:xfrm>
            <a:off x="3225799" y="4286469"/>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a:lvl1pPr>
            <a:lvl9pPr>
              <a:defRPr>
                <a:solidFill>
                  <a:schemeClr val="tx1"/>
                </a:solidFill>
              </a:defRPr>
            </a:lvl9pPr>
          </a:lstStyle>
          <a:p>
            <a:pPr lvl="8"/>
            <a:r>
              <a:rPr lang="en-GB" dirty="0"/>
              <a:t> </a:t>
            </a:r>
          </a:p>
        </p:txBody>
      </p:sp>
      <p:sp>
        <p:nvSpPr>
          <p:cNvPr id="21" name="Text Placeholder 14">
            <a:extLst>
              <a:ext uri="{FF2B5EF4-FFF2-40B4-BE49-F238E27FC236}">
                <a16:creationId xmlns:a16="http://schemas.microsoft.com/office/drawing/2014/main" id="{C4F52E6D-F9EF-905D-6975-963F7D958ED5}"/>
              </a:ext>
            </a:extLst>
          </p:cNvPr>
          <p:cNvSpPr>
            <a:spLocks noGrp="1"/>
          </p:cNvSpPr>
          <p:nvPr>
            <p:ph type="body" sz="quarter" idx="72"/>
          </p:nvPr>
        </p:nvSpPr>
        <p:spPr>
          <a:xfrm>
            <a:off x="8124824" y="4522482"/>
            <a:ext cx="3775075" cy="14986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p:txBody>
      </p:sp>
      <p:sp>
        <p:nvSpPr>
          <p:cNvPr id="22" name="Picture Placeholder 91">
            <a:extLst>
              <a:ext uri="{FF2B5EF4-FFF2-40B4-BE49-F238E27FC236}">
                <a16:creationId xmlns:a16="http://schemas.microsoft.com/office/drawing/2014/main" id="{02D2CE40-9732-D3AB-4F10-762299122CE1}"/>
              </a:ext>
            </a:extLst>
          </p:cNvPr>
          <p:cNvSpPr>
            <a:spLocks noGrp="1"/>
          </p:cNvSpPr>
          <p:nvPr>
            <p:ph type="pic" sz="quarter" idx="73" hasCustomPrompt="1"/>
          </p:nvPr>
        </p:nvSpPr>
        <p:spPr>
          <a:xfrm>
            <a:off x="3225799" y="6287989"/>
            <a:ext cx="8674099" cy="45719"/>
          </a:xfrm>
          <a:custGeom>
            <a:avLst/>
            <a:gdLst>
              <a:gd name="connsiteX0" fmla="*/ 0 w 827088"/>
              <a:gd name="connsiteY0" fmla="*/ 0 h 476063"/>
              <a:gd name="connsiteX1" fmla="*/ 827088 w 827088"/>
              <a:gd name="connsiteY1" fmla="*/ 0 h 476063"/>
              <a:gd name="connsiteX2" fmla="*/ 827088 w 827088"/>
              <a:gd name="connsiteY2" fmla="*/ 476063 h 476063"/>
              <a:gd name="connsiteX3" fmla="*/ 0 w 827088"/>
              <a:gd name="connsiteY3" fmla="*/ 476063 h 476063"/>
              <a:gd name="connsiteX0" fmla="*/ 0 w 827088"/>
              <a:gd name="connsiteY0" fmla="*/ 476063 h 567503"/>
              <a:gd name="connsiteX1" fmla="*/ 0 w 827088"/>
              <a:gd name="connsiteY1" fmla="*/ 0 h 567503"/>
              <a:gd name="connsiteX2" fmla="*/ 827088 w 827088"/>
              <a:gd name="connsiteY2" fmla="*/ 0 h 567503"/>
              <a:gd name="connsiteX3" fmla="*/ 827088 w 827088"/>
              <a:gd name="connsiteY3" fmla="*/ 476063 h 567503"/>
              <a:gd name="connsiteX4" fmla="*/ 91440 w 827088"/>
              <a:gd name="connsiteY4" fmla="*/ 567503 h 567503"/>
              <a:gd name="connsiteX0" fmla="*/ 0 w 827088"/>
              <a:gd name="connsiteY0" fmla="*/ 476063 h 476063"/>
              <a:gd name="connsiteX1" fmla="*/ 0 w 827088"/>
              <a:gd name="connsiteY1" fmla="*/ 0 h 476063"/>
              <a:gd name="connsiteX2" fmla="*/ 827088 w 827088"/>
              <a:gd name="connsiteY2" fmla="*/ 0 h 476063"/>
              <a:gd name="connsiteX3" fmla="*/ 827088 w 827088"/>
              <a:gd name="connsiteY3" fmla="*/ 476063 h 476063"/>
              <a:gd name="connsiteX0" fmla="*/ 0 w 827088"/>
              <a:gd name="connsiteY0" fmla="*/ 476063 h 476063"/>
              <a:gd name="connsiteX1" fmla="*/ 0 w 827088"/>
              <a:gd name="connsiteY1" fmla="*/ 0 h 476063"/>
              <a:gd name="connsiteX2" fmla="*/ 827088 w 827088"/>
              <a:gd name="connsiteY2" fmla="*/ 0 h 476063"/>
              <a:gd name="connsiteX0" fmla="*/ 0 w 827088"/>
              <a:gd name="connsiteY0" fmla="*/ 0 h 0"/>
              <a:gd name="connsiteX1" fmla="*/ 827088 w 827088"/>
              <a:gd name="connsiteY1" fmla="*/ 0 h 0"/>
            </a:gdLst>
            <a:ahLst/>
            <a:cxnLst>
              <a:cxn ang="0">
                <a:pos x="connsiteX0" y="connsiteY0"/>
              </a:cxn>
              <a:cxn ang="0">
                <a:pos x="connsiteX1" y="connsiteY1"/>
              </a:cxn>
            </a:cxnLst>
            <a:rect l="l" t="t" r="r" b="b"/>
            <a:pathLst>
              <a:path w="827088">
                <a:moveTo>
                  <a:pt x="0" y="0"/>
                </a:moveTo>
                <a:lnTo>
                  <a:pt x="827088" y="0"/>
                </a:lnTo>
              </a:path>
            </a:pathLst>
          </a:custGeom>
          <a:ln>
            <a:solidFill>
              <a:schemeClr val="tx1"/>
            </a:solidFill>
          </a:ln>
        </p:spPr>
        <p:txBody>
          <a:bodyPr wrap="square">
            <a:noAutofit/>
          </a:bodyPr>
          <a:lstStyle>
            <a:lvl1pPr>
              <a:defRPr sz="400"/>
            </a:lvl1pPr>
            <a:lvl9pPr>
              <a:defRPr>
                <a:solidFill>
                  <a:schemeClr val="tx1"/>
                </a:solidFill>
              </a:defRPr>
            </a:lvl9pPr>
          </a:lstStyle>
          <a:p>
            <a:pPr lvl="8"/>
            <a:r>
              <a:rPr lang="en-GB" dirty="0"/>
              <a:t> </a:t>
            </a:r>
          </a:p>
        </p:txBody>
      </p:sp>
      <p:sp>
        <p:nvSpPr>
          <p:cNvPr id="23" name="Text Placeholder 26">
            <a:extLst>
              <a:ext uri="{FF2B5EF4-FFF2-40B4-BE49-F238E27FC236}">
                <a16:creationId xmlns:a16="http://schemas.microsoft.com/office/drawing/2014/main" id="{C4A7D748-90AF-308A-44E9-BE56492932EB}"/>
              </a:ext>
            </a:extLst>
          </p:cNvPr>
          <p:cNvSpPr>
            <a:spLocks noGrp="1"/>
          </p:cNvSpPr>
          <p:nvPr>
            <p:ph type="body" sz="quarter" idx="74" hasCustomPrompt="1"/>
          </p:nvPr>
        </p:nvSpPr>
        <p:spPr>
          <a:xfrm>
            <a:off x="3225800" y="111125"/>
            <a:ext cx="3776663" cy="1789113"/>
          </a:xfrm>
        </p:spPr>
        <p:txBody>
          <a:bodyPr/>
          <a:lstStyle>
            <a:lvl1pPr>
              <a:defRPr sz="11000">
                <a:solidFill>
                  <a:schemeClr val="accent1"/>
                </a:solidFill>
                <a:latin typeface="+mj-lt"/>
              </a:defRPr>
            </a:lvl1pPr>
          </a:lstStyle>
          <a:p>
            <a:pPr lvl="0"/>
            <a:r>
              <a:rPr lang="en-GB" dirty="0"/>
              <a:t>00</a:t>
            </a:r>
          </a:p>
        </p:txBody>
      </p:sp>
      <p:sp>
        <p:nvSpPr>
          <p:cNvPr id="26" name="Text Placeholder 26">
            <a:extLst>
              <a:ext uri="{FF2B5EF4-FFF2-40B4-BE49-F238E27FC236}">
                <a16:creationId xmlns:a16="http://schemas.microsoft.com/office/drawing/2014/main" id="{ED360C76-27A8-44D1-6730-F7FA8D1EC543}"/>
              </a:ext>
            </a:extLst>
          </p:cNvPr>
          <p:cNvSpPr>
            <a:spLocks noGrp="1"/>
          </p:cNvSpPr>
          <p:nvPr>
            <p:ph type="body" sz="quarter" idx="75" hasCustomPrompt="1"/>
          </p:nvPr>
        </p:nvSpPr>
        <p:spPr>
          <a:xfrm>
            <a:off x="3225800" y="2102616"/>
            <a:ext cx="3776663" cy="1789113"/>
          </a:xfrm>
        </p:spPr>
        <p:txBody>
          <a:bodyPr/>
          <a:lstStyle>
            <a:lvl1pPr>
              <a:defRPr sz="11000">
                <a:solidFill>
                  <a:schemeClr val="accent1"/>
                </a:solidFill>
                <a:latin typeface="+mj-lt"/>
              </a:defRPr>
            </a:lvl1pPr>
          </a:lstStyle>
          <a:p>
            <a:pPr lvl="0"/>
            <a:r>
              <a:rPr lang="en-GB" dirty="0"/>
              <a:t>00</a:t>
            </a:r>
          </a:p>
        </p:txBody>
      </p:sp>
      <p:sp>
        <p:nvSpPr>
          <p:cNvPr id="27" name="Text Placeholder 26">
            <a:extLst>
              <a:ext uri="{FF2B5EF4-FFF2-40B4-BE49-F238E27FC236}">
                <a16:creationId xmlns:a16="http://schemas.microsoft.com/office/drawing/2014/main" id="{28863499-99BA-9382-A790-8823B96ABCDE}"/>
              </a:ext>
            </a:extLst>
          </p:cNvPr>
          <p:cNvSpPr>
            <a:spLocks noGrp="1"/>
          </p:cNvSpPr>
          <p:nvPr>
            <p:ph type="body" sz="quarter" idx="76" hasCustomPrompt="1"/>
          </p:nvPr>
        </p:nvSpPr>
        <p:spPr>
          <a:xfrm>
            <a:off x="3225800" y="4106128"/>
            <a:ext cx="3776663" cy="1789113"/>
          </a:xfrm>
        </p:spPr>
        <p:txBody>
          <a:bodyPr/>
          <a:lstStyle>
            <a:lvl1pPr>
              <a:defRPr sz="11000">
                <a:solidFill>
                  <a:schemeClr val="accent1"/>
                </a:solidFill>
                <a:latin typeface="+mj-lt"/>
              </a:defRPr>
            </a:lvl1pPr>
          </a:lstStyle>
          <a:p>
            <a:pPr lvl="0"/>
            <a:r>
              <a:rPr lang="en-GB" dirty="0"/>
              <a:t>00</a:t>
            </a:r>
          </a:p>
        </p:txBody>
      </p:sp>
      <p:sp>
        <p:nvSpPr>
          <p:cNvPr id="8" name="Footer Placeholder 4">
            <a:extLst>
              <a:ext uri="{FF2B5EF4-FFF2-40B4-BE49-F238E27FC236}">
                <a16:creationId xmlns:a16="http://schemas.microsoft.com/office/drawing/2014/main" id="{9FE0DB2D-5681-9C6E-43DA-7FD40833A146}"/>
              </a:ext>
            </a:extLst>
          </p:cNvPr>
          <p:cNvSpPr>
            <a:spLocks noGrp="1"/>
          </p:cNvSpPr>
          <p:nvPr>
            <p:ph type="ftr" sz="quarter" idx="3"/>
          </p:nvPr>
        </p:nvSpPr>
        <p:spPr>
          <a:xfrm>
            <a:off x="288259" y="5868000"/>
            <a:ext cx="279466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7702574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88F223-1D7A-707E-10AB-5C41663BE54B}"/>
              </a:ext>
            </a:extLst>
          </p:cNvPr>
          <p:cNvSpPr/>
          <p:nvPr/>
        </p:nvSpPr>
        <p:spPr>
          <a:xfrm>
            <a:off x="6583680" y="0"/>
            <a:ext cx="560832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n-lt"/>
            </a:endParaRPr>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lvl1pPr>
              <a:defRPr>
                <a:solidFill>
                  <a:schemeClr val="bg1"/>
                </a:solidFill>
              </a:defRPr>
            </a:lvl1pPr>
          </a:lstStyle>
          <a:p>
            <a:fld id="{C5BF5472-8D93-4A90-A2A5-629ECA2C2464}" type="slidenum">
              <a:rPr lang="en-US" smtClean="0"/>
              <a:t>‹#›</a:t>
            </a:fld>
            <a:endParaRPr lang="en-US"/>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289384" y="2338387"/>
            <a:ext cx="5733085" cy="3427413"/>
          </a:xfrm>
        </p:spPr>
        <p:txBody>
          <a:bodyPr/>
          <a:lstStyle/>
          <a:p>
            <a:pPr lvl="0"/>
            <a:r>
              <a:rPr lang="en-GB" dirty="0"/>
              <a:t>Click to add text. Delete if not required.</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Title 7">
            <a:extLst>
              <a:ext uri="{FF2B5EF4-FFF2-40B4-BE49-F238E27FC236}">
                <a16:creationId xmlns:a16="http://schemas.microsoft.com/office/drawing/2014/main" id="{A4141273-8612-0373-5CE1-A74C8304F40A}"/>
              </a:ext>
            </a:extLst>
          </p:cNvPr>
          <p:cNvSpPr>
            <a:spLocks noGrp="1"/>
          </p:cNvSpPr>
          <p:nvPr>
            <p:ph type="title" hasCustomPrompt="1"/>
          </p:nvPr>
        </p:nvSpPr>
        <p:spPr>
          <a:xfrm>
            <a:off x="288303" y="262800"/>
            <a:ext cx="5733084" cy="454529"/>
          </a:xfrm>
        </p:spPr>
        <p:txBody>
          <a:bodyPr/>
          <a:lstStyle/>
          <a:p>
            <a:r>
              <a:rPr lang="en-US" dirty="0"/>
              <a:t>Master title style</a:t>
            </a:r>
            <a:endParaRPr lang="en-GB" dirty="0"/>
          </a:p>
        </p:txBody>
      </p:sp>
      <p:sp>
        <p:nvSpPr>
          <p:cNvPr id="7" name="Subtitle 2">
            <a:extLst>
              <a:ext uri="{FF2B5EF4-FFF2-40B4-BE49-F238E27FC236}">
                <a16:creationId xmlns:a16="http://schemas.microsoft.com/office/drawing/2014/main" id="{460EC19D-5C44-4557-54CE-FA6CE565E479}"/>
              </a:ext>
            </a:extLst>
          </p:cNvPr>
          <p:cNvSpPr>
            <a:spLocks noGrp="1"/>
          </p:cNvSpPr>
          <p:nvPr>
            <p:ph type="subTitle" idx="19" hasCustomPrompt="1"/>
          </p:nvPr>
        </p:nvSpPr>
        <p:spPr>
          <a:xfrm>
            <a:off x="288302" y="713620"/>
            <a:ext cx="5733084"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13" name="Text Placeholder 12">
            <a:extLst>
              <a:ext uri="{FF2B5EF4-FFF2-40B4-BE49-F238E27FC236}">
                <a16:creationId xmlns:a16="http://schemas.microsoft.com/office/drawing/2014/main" id="{2D949BE1-5181-CCD9-89D9-3FDED96843C5}"/>
              </a:ext>
            </a:extLst>
          </p:cNvPr>
          <p:cNvSpPr>
            <a:spLocks noGrp="1"/>
          </p:cNvSpPr>
          <p:nvPr>
            <p:ph type="body" sz="quarter" idx="20" hasCustomPrompt="1"/>
          </p:nvPr>
        </p:nvSpPr>
        <p:spPr>
          <a:xfrm>
            <a:off x="7145337" y="2338388"/>
            <a:ext cx="4757737" cy="3427412"/>
          </a:xfrm>
        </p:spPr>
        <p:txBody>
          <a:bodyPr/>
          <a:lstStyle>
            <a:lvl1pPr>
              <a:lnSpc>
                <a:spcPct val="80000"/>
              </a:lnSpc>
              <a:defRPr sz="5400">
                <a:solidFill>
                  <a:schemeClr val="bg1"/>
                </a:solidFill>
                <a:latin typeface="+mj-lt"/>
              </a:defRPr>
            </a:lvl1pPr>
            <a:lvl2pPr>
              <a:defRPr lang="en-GB" dirty="0" smtClean="0">
                <a:solidFill>
                  <a:schemeClr val="bg1"/>
                </a:solidFill>
              </a:defRPr>
            </a:lvl2pPr>
            <a:lvl3pPr>
              <a:defRPr lang="en-GB" dirty="0" smtClean="0">
                <a:solidFill>
                  <a:schemeClr val="bg1"/>
                </a:solidFill>
              </a:defRPr>
            </a:lvl3pPr>
            <a:lvl4pPr>
              <a:defRPr lang="en-GB" dirty="0" smtClean="0">
                <a:solidFill>
                  <a:schemeClr val="bg1"/>
                </a:solidFill>
              </a:defRPr>
            </a:lvl4pPr>
            <a:lvl5pPr>
              <a:defRPr lang="en-US" dirty="0">
                <a:solidFill>
                  <a:schemeClr val="bg1"/>
                </a:solidFill>
              </a:defRPr>
            </a:lvl5pPr>
          </a:lstStyle>
          <a:p>
            <a:pPr lvl="0"/>
            <a:r>
              <a:rPr lang="en-GB" dirty="0"/>
              <a:t>“Quote goes here. Delete speech marks if not required.”</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7">
            <a:extLst>
              <a:ext uri="{FF2B5EF4-FFF2-40B4-BE49-F238E27FC236}">
                <a16:creationId xmlns:a16="http://schemas.microsoft.com/office/drawing/2014/main" id="{9616647F-6551-5C71-EECF-7BC298E933EF}"/>
              </a:ext>
            </a:extLst>
          </p:cNvPr>
          <p:cNvSpPr>
            <a:spLocks noGrp="1"/>
          </p:cNvSpPr>
          <p:nvPr>
            <p:ph type="body" sz="quarter" idx="14" hasCustomPrompt="1"/>
          </p:nvPr>
        </p:nvSpPr>
        <p:spPr>
          <a:xfrm>
            <a:off x="8124825" y="295200"/>
            <a:ext cx="3778250" cy="876375"/>
          </a:xfrm>
        </p:spPr>
        <p:txBody>
          <a:bodyPr/>
          <a:lstStyle>
            <a:lvl1pPr>
              <a:defRPr sz="1400">
                <a:solidFill>
                  <a:schemeClr val="bg1"/>
                </a:solidFill>
              </a:defRPr>
            </a:lvl1pPr>
            <a:lvl2pPr>
              <a:defRPr sz="1400">
                <a:solidFill>
                  <a:schemeClr val="bg1"/>
                </a:solidFill>
              </a:defRPr>
            </a:lvl2pPr>
            <a:lvl3pPr>
              <a:defRPr sz="1200">
                <a:solidFill>
                  <a:schemeClr val="bg1"/>
                </a:solidFill>
              </a:defRPr>
            </a:lvl3pPr>
          </a:lstStyle>
          <a:p>
            <a:pPr lvl="0"/>
            <a:r>
              <a:rPr lang="en-GB" dirty="0"/>
              <a:t>Click to add text. Delete if not required. </a:t>
            </a:r>
          </a:p>
          <a:p>
            <a:pPr lvl="1"/>
            <a:r>
              <a:rPr lang="en-GB" dirty="0"/>
              <a:t>Second level</a:t>
            </a:r>
          </a:p>
          <a:p>
            <a:pPr lvl="2"/>
            <a:r>
              <a:rPr lang="en-GB" dirty="0"/>
              <a:t>Third level</a:t>
            </a:r>
          </a:p>
        </p:txBody>
      </p:sp>
      <p:sp>
        <p:nvSpPr>
          <p:cNvPr id="6" name="Footer Placeholder 4">
            <a:extLst>
              <a:ext uri="{FF2B5EF4-FFF2-40B4-BE49-F238E27FC236}">
                <a16:creationId xmlns:a16="http://schemas.microsoft.com/office/drawing/2014/main" id="{6BEC8F6E-46BB-F39D-C0DC-751CB89132B6}"/>
              </a:ext>
            </a:extLst>
          </p:cNvPr>
          <p:cNvSpPr>
            <a:spLocks noGrp="1"/>
          </p:cNvSpPr>
          <p:nvPr>
            <p:ph type="ftr" sz="quarter" idx="3"/>
          </p:nvPr>
        </p:nvSpPr>
        <p:spPr>
          <a:xfrm>
            <a:off x="288259" y="5868000"/>
            <a:ext cx="5733129"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
        <p:nvSpPr>
          <p:cNvPr id="4" name="TextBox 3">
            <a:extLst>
              <a:ext uri="{FF2B5EF4-FFF2-40B4-BE49-F238E27FC236}">
                <a16:creationId xmlns:a16="http://schemas.microsoft.com/office/drawing/2014/main" id="{4C20A591-3604-CE40-ABE4-113A4B3837BA}"/>
              </a:ext>
            </a:extLst>
          </p:cNvPr>
          <p:cNvSpPr txBox="1"/>
          <p:nvPr/>
        </p:nvSpPr>
        <p:spPr>
          <a:xfrm>
            <a:off x="8124825" y="6449779"/>
            <a:ext cx="3260725" cy="153464"/>
          </a:xfrm>
          <a:prstGeom prst="rect">
            <a:avLst/>
          </a:prstGeom>
          <a:noFill/>
        </p:spPr>
        <p:txBody>
          <a:bodyPr wrap="square" lIns="0" tIns="0" rIns="0" bIns="0" rtlCol="0" anchor="b" anchorCtr="0">
            <a:noAutofit/>
          </a:bodyPr>
          <a:lstStyle/>
          <a:p>
            <a:pPr algn="r"/>
            <a:r>
              <a:rPr lang="en-US" sz="1100" kern="1200" dirty="0">
                <a:solidFill>
                  <a:schemeClr val="bg1"/>
                </a:solidFill>
                <a:latin typeface="+mn-lt"/>
                <a:ea typeface="+mn-ea"/>
                <a:cs typeface="+mn-cs"/>
              </a:rPr>
              <a:t>Core program name</a:t>
            </a:r>
          </a:p>
        </p:txBody>
      </p:sp>
    </p:spTree>
    <p:extLst>
      <p:ext uri="{BB962C8B-B14F-4D97-AF65-F5344CB8AC3E}">
        <p14:creationId xmlns:p14="http://schemas.microsoft.com/office/powerpoint/2010/main" val="26504992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ote [Accessible Version]">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lvl1pPr>
              <a:defRPr>
                <a:solidFill>
                  <a:schemeClr val="tx1"/>
                </a:solidFill>
              </a:defRPr>
            </a:lvl1pPr>
          </a:lstStyle>
          <a:p>
            <a:fld id="{C5BF5472-8D93-4A90-A2A5-629ECA2C2464}" type="slidenum">
              <a:rPr lang="en-US" smtClean="0"/>
              <a:t>‹#›</a:t>
            </a:fld>
            <a:endParaRPr lang="en-US"/>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289384" y="2338388"/>
            <a:ext cx="5733085" cy="3427412"/>
          </a:xfrm>
        </p:spPr>
        <p:txBody>
          <a:bodyPr/>
          <a:lstStyle/>
          <a:p>
            <a:pPr lvl="0"/>
            <a:r>
              <a:rPr lang="en-GB" dirty="0"/>
              <a:t>Click to add text. Delete if not required.</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Title 7">
            <a:extLst>
              <a:ext uri="{FF2B5EF4-FFF2-40B4-BE49-F238E27FC236}">
                <a16:creationId xmlns:a16="http://schemas.microsoft.com/office/drawing/2014/main" id="{A4141273-8612-0373-5CE1-A74C8304F40A}"/>
              </a:ext>
            </a:extLst>
          </p:cNvPr>
          <p:cNvSpPr>
            <a:spLocks noGrp="1"/>
          </p:cNvSpPr>
          <p:nvPr>
            <p:ph type="title" hasCustomPrompt="1"/>
          </p:nvPr>
        </p:nvSpPr>
        <p:spPr>
          <a:xfrm>
            <a:off x="288303" y="262800"/>
            <a:ext cx="5733084" cy="454529"/>
          </a:xfrm>
        </p:spPr>
        <p:txBody>
          <a:bodyPr/>
          <a:lstStyle/>
          <a:p>
            <a:r>
              <a:rPr lang="en-US" dirty="0"/>
              <a:t>Master title style</a:t>
            </a:r>
            <a:endParaRPr lang="en-GB" dirty="0"/>
          </a:p>
        </p:txBody>
      </p:sp>
      <p:sp>
        <p:nvSpPr>
          <p:cNvPr id="7" name="Subtitle 2">
            <a:extLst>
              <a:ext uri="{FF2B5EF4-FFF2-40B4-BE49-F238E27FC236}">
                <a16:creationId xmlns:a16="http://schemas.microsoft.com/office/drawing/2014/main" id="{460EC19D-5C44-4557-54CE-FA6CE565E479}"/>
              </a:ext>
            </a:extLst>
          </p:cNvPr>
          <p:cNvSpPr>
            <a:spLocks noGrp="1"/>
          </p:cNvSpPr>
          <p:nvPr>
            <p:ph type="subTitle" idx="19" hasCustomPrompt="1"/>
          </p:nvPr>
        </p:nvSpPr>
        <p:spPr>
          <a:xfrm>
            <a:off x="288302" y="713620"/>
            <a:ext cx="5733084"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13" name="Text Placeholder 12">
            <a:extLst>
              <a:ext uri="{FF2B5EF4-FFF2-40B4-BE49-F238E27FC236}">
                <a16:creationId xmlns:a16="http://schemas.microsoft.com/office/drawing/2014/main" id="{2D949BE1-5181-CCD9-89D9-3FDED96843C5}"/>
              </a:ext>
            </a:extLst>
          </p:cNvPr>
          <p:cNvSpPr>
            <a:spLocks noGrp="1"/>
          </p:cNvSpPr>
          <p:nvPr>
            <p:ph type="body" sz="quarter" idx="20" hasCustomPrompt="1"/>
          </p:nvPr>
        </p:nvSpPr>
        <p:spPr>
          <a:xfrm>
            <a:off x="7145337" y="2338388"/>
            <a:ext cx="4757737" cy="3427412"/>
          </a:xfrm>
        </p:spPr>
        <p:txBody>
          <a:bodyPr/>
          <a:lstStyle>
            <a:lvl1pPr>
              <a:lnSpc>
                <a:spcPct val="80000"/>
              </a:lnSpc>
              <a:defRPr sz="5400" i="0">
                <a:solidFill>
                  <a:schemeClr val="accent1"/>
                </a:solidFill>
                <a:latin typeface="+mj-lt"/>
              </a:defRPr>
            </a:lvl1pPr>
            <a:lvl2pPr>
              <a:defRPr lang="en-GB" dirty="0" smtClean="0">
                <a:solidFill>
                  <a:schemeClr val="tx1"/>
                </a:solidFill>
              </a:defRPr>
            </a:lvl2pPr>
            <a:lvl3pPr>
              <a:defRPr lang="en-GB" dirty="0" smtClean="0">
                <a:solidFill>
                  <a:schemeClr val="tx1"/>
                </a:solidFill>
              </a:defRPr>
            </a:lvl3pPr>
            <a:lvl4pPr>
              <a:defRPr lang="en-GB" dirty="0" smtClean="0">
                <a:solidFill>
                  <a:schemeClr val="tx1"/>
                </a:solidFill>
              </a:defRPr>
            </a:lvl4pPr>
            <a:lvl5pPr>
              <a:defRPr lang="en-US" dirty="0">
                <a:solidFill>
                  <a:schemeClr val="tx1"/>
                </a:solidFill>
              </a:defRPr>
            </a:lvl5pPr>
          </a:lstStyle>
          <a:p>
            <a:pPr lvl="0"/>
            <a:r>
              <a:rPr lang="en-GB" dirty="0"/>
              <a:t>“Quote goes here. Delete speech marks if not required.”</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7">
            <a:extLst>
              <a:ext uri="{FF2B5EF4-FFF2-40B4-BE49-F238E27FC236}">
                <a16:creationId xmlns:a16="http://schemas.microsoft.com/office/drawing/2014/main" id="{262EBE26-5504-780B-C8F1-AFCE93039485}"/>
              </a:ext>
            </a:extLst>
          </p:cNvPr>
          <p:cNvSpPr>
            <a:spLocks noGrp="1"/>
          </p:cNvSpPr>
          <p:nvPr>
            <p:ph type="body" sz="quarter" idx="14" hasCustomPrompt="1"/>
          </p:nvPr>
        </p:nvSpPr>
        <p:spPr>
          <a:xfrm>
            <a:off x="8124825" y="295200"/>
            <a:ext cx="3778250" cy="876375"/>
          </a:xfrm>
        </p:spPr>
        <p:txBody>
          <a:bodyPr/>
          <a:lstStyle>
            <a:lvl1pPr>
              <a:defRPr sz="1400"/>
            </a:lvl1pPr>
            <a:lvl2pPr>
              <a:defRPr sz="1400"/>
            </a:lvl2pPr>
            <a:lvl3pPr>
              <a:defRPr sz="1200"/>
            </a:lvl3pPr>
          </a:lstStyle>
          <a:p>
            <a:pPr lvl="0"/>
            <a:r>
              <a:rPr lang="en-GB" dirty="0"/>
              <a:t>Click to add text. Delete if not required.</a:t>
            </a:r>
          </a:p>
          <a:p>
            <a:pPr lvl="1"/>
            <a:r>
              <a:rPr lang="en-GB" dirty="0"/>
              <a:t>Second level</a:t>
            </a:r>
          </a:p>
          <a:p>
            <a:pPr lvl="2"/>
            <a:r>
              <a:rPr lang="en-GB" dirty="0"/>
              <a:t>Third level</a:t>
            </a:r>
          </a:p>
        </p:txBody>
      </p:sp>
      <p:sp>
        <p:nvSpPr>
          <p:cNvPr id="6" name="Footer Placeholder 4">
            <a:extLst>
              <a:ext uri="{FF2B5EF4-FFF2-40B4-BE49-F238E27FC236}">
                <a16:creationId xmlns:a16="http://schemas.microsoft.com/office/drawing/2014/main" id="{FF5227C2-8D93-ABD3-A0D2-E4BD40BC778D}"/>
              </a:ext>
            </a:extLst>
          </p:cNvPr>
          <p:cNvSpPr>
            <a:spLocks noGrp="1"/>
          </p:cNvSpPr>
          <p:nvPr>
            <p:ph type="ftr" sz="quarter" idx="3"/>
          </p:nvPr>
        </p:nvSpPr>
        <p:spPr>
          <a:xfrm>
            <a:off x="288259" y="5868000"/>
            <a:ext cx="5733084"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lang="en-US" dirty="0"/>
            </a:lvl1pPr>
          </a:lstStyle>
          <a:p>
            <a:endParaRPr lang="en-US"/>
          </a:p>
        </p:txBody>
      </p:sp>
    </p:spTree>
    <p:extLst>
      <p:ext uri="{BB962C8B-B14F-4D97-AF65-F5344CB8AC3E}">
        <p14:creationId xmlns:p14="http://schemas.microsoft.com/office/powerpoint/2010/main" val="42014784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Right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6F6140-34D9-F6B3-6BCD-3A50DD37FE45}"/>
              </a:ext>
            </a:extLst>
          </p:cNvPr>
          <p:cNvSpPr>
            <a:spLocks noGrp="1"/>
          </p:cNvSpPr>
          <p:nvPr>
            <p:ph type="title" hasCustomPrompt="1"/>
          </p:nvPr>
        </p:nvSpPr>
        <p:spPr>
          <a:xfrm>
            <a:off x="288303" y="262267"/>
            <a:ext cx="5733084" cy="468590"/>
          </a:xfrm>
        </p:spPr>
        <p:txBody>
          <a:bodyPr/>
          <a:lstStyle/>
          <a:p>
            <a:r>
              <a:rPr lang="en-GB" dirty="0"/>
              <a:t>Master title style</a:t>
            </a:r>
          </a:p>
        </p:txBody>
      </p:sp>
      <p:sp>
        <p:nvSpPr>
          <p:cNvPr id="7" name="Content Placeholder 6">
            <a:extLst>
              <a:ext uri="{FF2B5EF4-FFF2-40B4-BE49-F238E27FC236}">
                <a16:creationId xmlns:a16="http://schemas.microsoft.com/office/drawing/2014/main" id="{BA7EE611-EA9F-2CB5-2ACF-EF4D756FF28C}"/>
              </a:ext>
            </a:extLst>
          </p:cNvPr>
          <p:cNvSpPr>
            <a:spLocks noGrp="1"/>
          </p:cNvSpPr>
          <p:nvPr>
            <p:ph sz="quarter" idx="14"/>
          </p:nvPr>
        </p:nvSpPr>
        <p:spPr>
          <a:xfrm>
            <a:off x="6166800" y="270000"/>
            <a:ext cx="5737225" cy="5495800"/>
          </a:xfrm>
        </p:spPr>
        <p:txBody>
          <a:bodyPr/>
          <a:lstStyle>
            <a:lvl1pPr>
              <a:defRPr sz="1800"/>
            </a:lvl1pPr>
            <a:lvl2pPr>
              <a:defRPr sz="1800"/>
            </a:lvl2pPr>
            <a:lvl3pPr>
              <a:defRPr sz="16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 Placeholder 7">
            <a:extLst>
              <a:ext uri="{FF2B5EF4-FFF2-40B4-BE49-F238E27FC236}">
                <a16:creationId xmlns:a16="http://schemas.microsoft.com/office/drawing/2014/main" id="{9781BB63-AF6A-9F70-47D8-BF333C16188A}"/>
              </a:ext>
            </a:extLst>
          </p:cNvPr>
          <p:cNvSpPr>
            <a:spLocks noGrp="1"/>
          </p:cNvSpPr>
          <p:nvPr>
            <p:ph type="body" sz="quarter" idx="15" hasCustomPrompt="1"/>
          </p:nvPr>
        </p:nvSpPr>
        <p:spPr>
          <a:xfrm>
            <a:off x="288925" y="3867150"/>
            <a:ext cx="3778250" cy="1816002"/>
          </a:xfrm>
        </p:spPr>
        <p:txBody>
          <a:bodyPr/>
          <a:lstStyle/>
          <a:p>
            <a:pPr lvl="0"/>
            <a:r>
              <a:rPr lang="en-GB" dirty="0"/>
              <a:t>Click to add text. Delete if not required.</a:t>
            </a:r>
          </a:p>
          <a:p>
            <a:pPr lvl="1"/>
            <a:r>
              <a:rPr lang="en-GB" dirty="0"/>
              <a:t>Second level</a:t>
            </a:r>
          </a:p>
          <a:p>
            <a:pPr lvl="2"/>
            <a:r>
              <a:rPr lang="en-GB" dirty="0"/>
              <a:t>Third level</a:t>
            </a:r>
          </a:p>
        </p:txBody>
      </p:sp>
      <p:sp>
        <p:nvSpPr>
          <p:cNvPr id="6" name="Slide Number Placeholder 5">
            <a:extLst>
              <a:ext uri="{FF2B5EF4-FFF2-40B4-BE49-F238E27FC236}">
                <a16:creationId xmlns:a16="http://schemas.microsoft.com/office/drawing/2014/main" id="{3FB68AB9-3222-3CF5-BF4D-DB291E974D21}"/>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8" name="Subtitle 2">
            <a:extLst>
              <a:ext uri="{FF2B5EF4-FFF2-40B4-BE49-F238E27FC236}">
                <a16:creationId xmlns:a16="http://schemas.microsoft.com/office/drawing/2014/main" id="{7093E36D-AA36-08D5-DD80-6469123BEA1A}"/>
              </a:ext>
            </a:extLst>
          </p:cNvPr>
          <p:cNvSpPr>
            <a:spLocks noGrp="1"/>
          </p:cNvSpPr>
          <p:nvPr>
            <p:ph type="subTitle" idx="1" hasCustomPrompt="1"/>
          </p:nvPr>
        </p:nvSpPr>
        <p:spPr>
          <a:xfrm>
            <a:off x="288302" y="713620"/>
            <a:ext cx="5733083" cy="292965"/>
          </a:xfrm>
        </p:spPr>
        <p:txBody>
          <a:bodyPr wrap="square" anchor="t">
            <a:spAutoFit/>
          </a:bodyPr>
          <a:lstStyle>
            <a:lvl1pPr marL="0" indent="0" algn="l">
              <a:lnSpc>
                <a:spcPct val="110000"/>
              </a:lnSpc>
              <a:spcBef>
                <a:spcPts val="0"/>
              </a:spcBef>
              <a:spcAft>
                <a:spcPts val="0"/>
              </a:spcAft>
              <a:buNone/>
              <a:tabLst/>
              <a:defRPr lang="en-GB" sz="1800" b="1" dirty="0" smtClean="0">
                <a:solidFill>
                  <a:schemeClr val="tx1"/>
                </a:solidFill>
                <a:latin typeface="+mn-lt"/>
              </a:defRPr>
            </a:lvl1pPr>
            <a:lvl2pPr marL="0" indent="0" algn="l">
              <a:lnSpc>
                <a:spcPct val="110000"/>
              </a:lnSpc>
              <a:spcBef>
                <a:spcPts val="0"/>
              </a:spcBef>
              <a:spcAft>
                <a:spcPts val="0"/>
              </a:spcAft>
              <a:buNone/>
              <a:tabLst/>
              <a:defRPr lang="en-GB" sz="1800" dirty="0" smtClean="0">
                <a:solidFill>
                  <a:schemeClr val="tx1"/>
                </a:solidFill>
                <a:latin typeface="+mn-lt"/>
              </a:defRPr>
            </a:lvl2pPr>
            <a:lvl3pPr marL="0" indent="0" algn="l">
              <a:lnSpc>
                <a:spcPct val="110000"/>
              </a:lnSpc>
              <a:spcBef>
                <a:spcPts val="0"/>
              </a:spcBef>
              <a:spcAft>
                <a:spcPts val="0"/>
              </a:spcAft>
              <a:buNone/>
              <a:tabLst/>
              <a:defRPr lang="en-GB" sz="1800" dirty="0" smtClean="0">
                <a:solidFill>
                  <a:schemeClr val="tx1"/>
                </a:solidFill>
                <a:latin typeface="+mn-lt"/>
              </a:defRPr>
            </a:lvl3pPr>
            <a:lvl4pPr marL="0" indent="0" algn="l">
              <a:lnSpc>
                <a:spcPct val="110000"/>
              </a:lnSpc>
              <a:spcBef>
                <a:spcPts val="0"/>
              </a:spcBef>
              <a:spcAft>
                <a:spcPts val="0"/>
              </a:spcAft>
              <a:buNone/>
              <a:tabLst/>
              <a:defRPr lang="en-GB" sz="1800" dirty="0" smtClean="0">
                <a:solidFill>
                  <a:schemeClr val="tx1"/>
                </a:solidFill>
                <a:latin typeface="+mn-lt"/>
              </a:defRPr>
            </a:lvl4pPr>
            <a:lvl5pPr marL="0" indent="0" algn="l">
              <a:lnSpc>
                <a:spcPct val="110000"/>
              </a:lnSpc>
              <a:spcBef>
                <a:spcPts val="0"/>
              </a:spcBef>
              <a:spcAft>
                <a:spcPts val="0"/>
              </a:spcAft>
              <a:buNone/>
              <a:tabLst/>
              <a:defRPr lang="en-GB" sz="1800" dirty="0" smtClean="0">
                <a:solidFill>
                  <a:schemeClr val="tx1"/>
                </a:solidFill>
                <a:latin typeface="+mn-lt"/>
              </a:defRPr>
            </a:lvl5pPr>
            <a:lvl6pPr marL="0" indent="0" algn="l">
              <a:lnSpc>
                <a:spcPct val="110000"/>
              </a:lnSpc>
              <a:spcBef>
                <a:spcPts val="0"/>
              </a:spcBef>
              <a:spcAft>
                <a:spcPts val="0"/>
              </a:spcAft>
              <a:buNone/>
              <a:tabLst/>
              <a:defRPr lang="en-GB" sz="1800" dirty="0" smtClean="0">
                <a:solidFill>
                  <a:schemeClr val="tx1"/>
                </a:solidFill>
                <a:latin typeface="+mn-lt"/>
              </a:defRPr>
            </a:lvl6pPr>
            <a:lvl7pPr marL="0" indent="0" algn="l">
              <a:lnSpc>
                <a:spcPct val="110000"/>
              </a:lnSpc>
              <a:spcBef>
                <a:spcPts val="0"/>
              </a:spcBef>
              <a:spcAft>
                <a:spcPts val="0"/>
              </a:spcAft>
              <a:buNone/>
              <a:tabLst/>
              <a:defRPr lang="en-GB" sz="1800" dirty="0" smtClean="0">
                <a:solidFill>
                  <a:schemeClr val="tx1"/>
                </a:solidFill>
                <a:latin typeface="+mn-lt"/>
              </a:defRPr>
            </a:lvl7pPr>
            <a:lvl8pPr marL="0" indent="0" algn="l">
              <a:lnSpc>
                <a:spcPct val="110000"/>
              </a:lnSpc>
              <a:spcBef>
                <a:spcPts val="0"/>
              </a:spcBef>
              <a:spcAft>
                <a:spcPts val="0"/>
              </a:spcAft>
              <a:buNone/>
              <a:tabLst/>
              <a:defRPr lang="en-GB" sz="1800" dirty="0" smtClean="0">
                <a:solidFill>
                  <a:schemeClr val="tx1"/>
                </a:solidFill>
                <a:latin typeface="+mn-lt"/>
              </a:defRPr>
            </a:lvl8pPr>
            <a:lvl9pPr marL="0" indent="0" algn="l">
              <a:lnSpc>
                <a:spcPct val="110000"/>
              </a:lnSpc>
              <a:spcBef>
                <a:spcPts val="0"/>
              </a:spcBef>
              <a:spcAft>
                <a:spcPts val="0"/>
              </a:spcAft>
              <a:buNone/>
              <a:tabLst/>
              <a:defRPr lang="en-GB" sz="1800" dirty="0">
                <a:solidFill>
                  <a:schemeClr val="tx1"/>
                </a:solidFill>
                <a:latin typeface="+mn-lt"/>
              </a:defRPr>
            </a:lvl9pPr>
          </a:lstStyle>
          <a:p>
            <a:pPr lvl="0"/>
            <a:r>
              <a:rPr lang="en-GB" dirty="0"/>
              <a:t>Subtitle. Delete if not required.</a:t>
            </a:r>
          </a:p>
        </p:txBody>
      </p:sp>
      <p:sp>
        <p:nvSpPr>
          <p:cNvPr id="4" name="Footer Placeholder 4">
            <a:extLst>
              <a:ext uri="{FF2B5EF4-FFF2-40B4-BE49-F238E27FC236}">
                <a16:creationId xmlns:a16="http://schemas.microsoft.com/office/drawing/2014/main" id="{09011399-EA78-1501-D5C3-39F7E534C30C}"/>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381943718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AC08568-CB34-FA3A-354B-5E34EE1B1FD2}"/>
              </a:ext>
            </a:extLst>
          </p:cNvPr>
          <p:cNvSpPr>
            <a:spLocks noGrp="1"/>
          </p:cNvSpPr>
          <p:nvPr>
            <p:ph type="title"/>
          </p:nvPr>
        </p:nvSpPr>
        <p:spPr>
          <a:xfrm>
            <a:off x="288303" y="262267"/>
            <a:ext cx="6713538" cy="457818"/>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980450DE-2BB5-2901-3769-3BBFA07946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7">
            <a:extLst>
              <a:ext uri="{FF2B5EF4-FFF2-40B4-BE49-F238E27FC236}">
                <a16:creationId xmlns:a16="http://schemas.microsoft.com/office/drawing/2014/main" id="{65B587F7-0E47-48EC-A5BC-5623F62D615C}"/>
              </a:ext>
            </a:extLst>
          </p:cNvPr>
          <p:cNvSpPr>
            <a:spLocks noGrp="1"/>
          </p:cNvSpPr>
          <p:nvPr>
            <p:ph type="body" sz="quarter" idx="14" hasCustomPrompt="1"/>
          </p:nvPr>
        </p:nvSpPr>
        <p:spPr>
          <a:xfrm>
            <a:off x="8124825" y="295200"/>
            <a:ext cx="3778250" cy="876375"/>
          </a:xfrm>
        </p:spPr>
        <p:txBody>
          <a:bodyPr/>
          <a:lstStyle>
            <a:lvl1pPr>
              <a:defRPr sz="1400"/>
            </a:lvl1pPr>
            <a:lvl2pPr>
              <a:defRPr sz="1400"/>
            </a:lvl2pPr>
            <a:lvl3pPr>
              <a:defRPr sz="1200"/>
            </a:lvl3pPr>
          </a:lstStyle>
          <a:p>
            <a:pPr lvl="0"/>
            <a:r>
              <a:rPr lang="en-GB" dirty="0"/>
              <a:t>Click to add text. Delete if not required.</a:t>
            </a:r>
          </a:p>
          <a:p>
            <a:pPr lvl="1"/>
            <a:r>
              <a:rPr lang="en-GB" dirty="0"/>
              <a:t>Second level</a:t>
            </a:r>
          </a:p>
          <a:p>
            <a:pPr lvl="2"/>
            <a:r>
              <a:rPr lang="en-GB" dirty="0"/>
              <a:t>Third level</a:t>
            </a:r>
          </a:p>
        </p:txBody>
      </p:sp>
      <p:sp>
        <p:nvSpPr>
          <p:cNvPr id="6" name="Slide Number Placeholder 5">
            <a:extLst>
              <a:ext uri="{FF2B5EF4-FFF2-40B4-BE49-F238E27FC236}">
                <a16:creationId xmlns:a16="http://schemas.microsoft.com/office/drawing/2014/main" id="{3FB68AB9-3222-3CF5-BF4D-DB291E974D21}"/>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4" name="Subtitle 2">
            <a:extLst>
              <a:ext uri="{FF2B5EF4-FFF2-40B4-BE49-F238E27FC236}">
                <a16:creationId xmlns:a16="http://schemas.microsoft.com/office/drawing/2014/main" id="{443DEE11-107C-6B66-46B9-BE5E88B65B71}"/>
              </a:ext>
            </a:extLst>
          </p:cNvPr>
          <p:cNvSpPr>
            <a:spLocks noGrp="1"/>
          </p:cNvSpPr>
          <p:nvPr>
            <p:ph type="subTitle" idx="15" hasCustomPrompt="1"/>
          </p:nvPr>
        </p:nvSpPr>
        <p:spPr>
          <a:xfrm>
            <a:off x="288302" y="713620"/>
            <a:ext cx="5733083" cy="292965"/>
          </a:xfrm>
        </p:spPr>
        <p:txBody>
          <a:bodyPr wrap="square" anchor="t">
            <a:spAutoFit/>
          </a:bodyPr>
          <a:lstStyle>
            <a:lvl1pPr marL="0" indent="0" algn="l">
              <a:lnSpc>
                <a:spcPct val="110000"/>
              </a:lnSpc>
              <a:spcBef>
                <a:spcPts val="0"/>
              </a:spcBef>
              <a:spcAft>
                <a:spcPts val="0"/>
              </a:spcAft>
              <a:buNone/>
              <a:tabLst/>
              <a:defRPr lang="en-GB" sz="1800" b="1" dirty="0" smtClean="0">
                <a:solidFill>
                  <a:schemeClr val="tx1"/>
                </a:solidFill>
                <a:latin typeface="+mn-lt"/>
              </a:defRPr>
            </a:lvl1pPr>
            <a:lvl2pPr marL="0" indent="0" algn="l">
              <a:lnSpc>
                <a:spcPct val="110000"/>
              </a:lnSpc>
              <a:spcBef>
                <a:spcPts val="0"/>
              </a:spcBef>
              <a:spcAft>
                <a:spcPts val="0"/>
              </a:spcAft>
              <a:buNone/>
              <a:tabLst/>
              <a:defRPr lang="en-GB" sz="1800" dirty="0" smtClean="0">
                <a:solidFill>
                  <a:schemeClr val="tx1"/>
                </a:solidFill>
                <a:latin typeface="+mn-lt"/>
              </a:defRPr>
            </a:lvl2pPr>
            <a:lvl3pPr marL="0" indent="0" algn="l">
              <a:lnSpc>
                <a:spcPct val="110000"/>
              </a:lnSpc>
              <a:spcBef>
                <a:spcPts val="0"/>
              </a:spcBef>
              <a:spcAft>
                <a:spcPts val="0"/>
              </a:spcAft>
              <a:buNone/>
              <a:tabLst/>
              <a:defRPr lang="en-GB" sz="1800" dirty="0" smtClean="0">
                <a:solidFill>
                  <a:schemeClr val="tx1"/>
                </a:solidFill>
                <a:latin typeface="+mn-lt"/>
              </a:defRPr>
            </a:lvl3pPr>
            <a:lvl4pPr marL="0" indent="0" algn="l">
              <a:lnSpc>
                <a:spcPct val="110000"/>
              </a:lnSpc>
              <a:spcBef>
                <a:spcPts val="0"/>
              </a:spcBef>
              <a:spcAft>
                <a:spcPts val="0"/>
              </a:spcAft>
              <a:buNone/>
              <a:tabLst/>
              <a:defRPr lang="en-GB" sz="1800" dirty="0" smtClean="0">
                <a:solidFill>
                  <a:schemeClr val="tx1"/>
                </a:solidFill>
                <a:latin typeface="+mn-lt"/>
              </a:defRPr>
            </a:lvl4pPr>
            <a:lvl5pPr marL="0" indent="0" algn="l">
              <a:lnSpc>
                <a:spcPct val="110000"/>
              </a:lnSpc>
              <a:spcBef>
                <a:spcPts val="0"/>
              </a:spcBef>
              <a:spcAft>
                <a:spcPts val="0"/>
              </a:spcAft>
              <a:buNone/>
              <a:tabLst/>
              <a:defRPr lang="en-GB" sz="1800" dirty="0" smtClean="0">
                <a:solidFill>
                  <a:schemeClr val="tx1"/>
                </a:solidFill>
                <a:latin typeface="+mn-lt"/>
              </a:defRPr>
            </a:lvl5pPr>
            <a:lvl6pPr marL="0" indent="0" algn="l">
              <a:lnSpc>
                <a:spcPct val="110000"/>
              </a:lnSpc>
              <a:spcBef>
                <a:spcPts val="0"/>
              </a:spcBef>
              <a:spcAft>
                <a:spcPts val="0"/>
              </a:spcAft>
              <a:buNone/>
              <a:tabLst/>
              <a:defRPr lang="en-GB" sz="1800" dirty="0" smtClean="0">
                <a:solidFill>
                  <a:schemeClr val="tx1"/>
                </a:solidFill>
                <a:latin typeface="+mn-lt"/>
              </a:defRPr>
            </a:lvl6pPr>
            <a:lvl7pPr marL="0" indent="0" algn="l">
              <a:lnSpc>
                <a:spcPct val="110000"/>
              </a:lnSpc>
              <a:spcBef>
                <a:spcPts val="0"/>
              </a:spcBef>
              <a:spcAft>
                <a:spcPts val="0"/>
              </a:spcAft>
              <a:buNone/>
              <a:tabLst/>
              <a:defRPr lang="en-GB" sz="1800" dirty="0" smtClean="0">
                <a:solidFill>
                  <a:schemeClr val="tx1"/>
                </a:solidFill>
                <a:latin typeface="+mn-lt"/>
              </a:defRPr>
            </a:lvl7pPr>
            <a:lvl8pPr marL="0" indent="0" algn="l">
              <a:lnSpc>
                <a:spcPct val="110000"/>
              </a:lnSpc>
              <a:spcBef>
                <a:spcPts val="0"/>
              </a:spcBef>
              <a:spcAft>
                <a:spcPts val="0"/>
              </a:spcAft>
              <a:buNone/>
              <a:tabLst/>
              <a:defRPr lang="en-GB" sz="1800" dirty="0" smtClean="0">
                <a:solidFill>
                  <a:schemeClr val="tx1"/>
                </a:solidFill>
                <a:latin typeface="+mn-lt"/>
              </a:defRPr>
            </a:lvl8pPr>
            <a:lvl9pPr marL="0" indent="0" algn="l">
              <a:lnSpc>
                <a:spcPct val="110000"/>
              </a:lnSpc>
              <a:spcBef>
                <a:spcPts val="0"/>
              </a:spcBef>
              <a:spcAft>
                <a:spcPts val="0"/>
              </a:spcAft>
              <a:buNone/>
              <a:tabLst/>
              <a:defRPr lang="en-GB" sz="1800" dirty="0">
                <a:solidFill>
                  <a:schemeClr val="tx1"/>
                </a:solidFill>
                <a:latin typeface="+mn-lt"/>
              </a:defRPr>
            </a:lvl9pPr>
          </a:lstStyle>
          <a:p>
            <a:pPr lvl="0"/>
            <a:r>
              <a:rPr lang="en-GB" dirty="0"/>
              <a:t>Subtitle. Delete if not required.</a:t>
            </a:r>
          </a:p>
        </p:txBody>
      </p:sp>
      <p:sp>
        <p:nvSpPr>
          <p:cNvPr id="8" name="Footer Placeholder 4">
            <a:extLst>
              <a:ext uri="{FF2B5EF4-FFF2-40B4-BE49-F238E27FC236}">
                <a16:creationId xmlns:a16="http://schemas.microsoft.com/office/drawing/2014/main" id="{7234E43D-E2A8-6090-A515-BA67D1DC031F}"/>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19039335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4D7FB2-B0CA-4C96-0E9E-CB4BA9057AF8}"/>
              </a:ext>
            </a:extLst>
          </p:cNvPr>
          <p:cNvSpPr>
            <a:spLocks noGrp="1"/>
          </p:cNvSpPr>
          <p:nvPr>
            <p:ph type="title"/>
          </p:nvPr>
        </p:nvSpPr>
        <p:spPr>
          <a:xfrm>
            <a:off x="288303" y="262267"/>
            <a:ext cx="6713538" cy="457818"/>
          </a:xfrm>
        </p:spPr>
        <p:txBody>
          <a:bodyPr/>
          <a:lstStyle/>
          <a:p>
            <a:r>
              <a:rPr lang="en-US"/>
              <a:t>Click to edit Master title style</a:t>
            </a:r>
            <a:endParaRPr lang="en-GB" dirty="0"/>
          </a:p>
        </p:txBody>
      </p:sp>
      <p:sp>
        <p:nvSpPr>
          <p:cNvPr id="8" name="Content Placeholder 2">
            <a:extLst>
              <a:ext uri="{FF2B5EF4-FFF2-40B4-BE49-F238E27FC236}">
                <a16:creationId xmlns:a16="http://schemas.microsoft.com/office/drawing/2014/main" id="{56A9A479-5865-E7E2-91F8-228379565FE9}"/>
              </a:ext>
            </a:extLst>
          </p:cNvPr>
          <p:cNvSpPr>
            <a:spLocks noGrp="1"/>
          </p:cNvSpPr>
          <p:nvPr>
            <p:ph idx="1"/>
          </p:nvPr>
        </p:nvSpPr>
        <p:spPr>
          <a:xfrm>
            <a:off x="289384" y="1822449"/>
            <a:ext cx="5732003" cy="3943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C843A736-3CCC-0374-4B82-29356E6E54DC}"/>
              </a:ext>
            </a:extLst>
          </p:cNvPr>
          <p:cNvSpPr>
            <a:spLocks noGrp="1"/>
          </p:cNvSpPr>
          <p:nvPr>
            <p:ph idx="13"/>
          </p:nvPr>
        </p:nvSpPr>
        <p:spPr>
          <a:xfrm>
            <a:off x="6165851" y="1822450"/>
            <a:ext cx="5734049"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7">
            <a:extLst>
              <a:ext uri="{FF2B5EF4-FFF2-40B4-BE49-F238E27FC236}">
                <a16:creationId xmlns:a16="http://schemas.microsoft.com/office/drawing/2014/main" id="{F80BC13B-177D-A0D3-7A97-8F3C3A8E7391}"/>
              </a:ext>
            </a:extLst>
          </p:cNvPr>
          <p:cNvSpPr>
            <a:spLocks noGrp="1"/>
          </p:cNvSpPr>
          <p:nvPr>
            <p:ph type="body" sz="quarter" idx="14" hasCustomPrompt="1"/>
          </p:nvPr>
        </p:nvSpPr>
        <p:spPr>
          <a:xfrm>
            <a:off x="8124825" y="295200"/>
            <a:ext cx="3778250" cy="876375"/>
          </a:xfrm>
        </p:spPr>
        <p:txBody>
          <a:bodyPr/>
          <a:lstStyle>
            <a:lvl1pPr>
              <a:defRPr sz="1400"/>
            </a:lvl1pPr>
            <a:lvl2pPr>
              <a:defRPr sz="1400"/>
            </a:lvl2pPr>
            <a:lvl3pPr>
              <a:defRPr sz="1200"/>
            </a:lvl3pPr>
          </a:lstStyle>
          <a:p>
            <a:pPr lvl="0"/>
            <a:r>
              <a:rPr lang="en-GB" dirty="0"/>
              <a:t>Click to add text. Delete if not required.</a:t>
            </a:r>
          </a:p>
          <a:p>
            <a:pPr lvl="1"/>
            <a:r>
              <a:rPr lang="en-GB" dirty="0"/>
              <a:t>Second level</a:t>
            </a:r>
          </a:p>
          <a:p>
            <a:pPr lvl="2"/>
            <a:r>
              <a:rPr lang="en-GB" dirty="0"/>
              <a:t>Third level</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2" name="Subtitle 2">
            <a:extLst>
              <a:ext uri="{FF2B5EF4-FFF2-40B4-BE49-F238E27FC236}">
                <a16:creationId xmlns:a16="http://schemas.microsoft.com/office/drawing/2014/main" id="{56361D27-85D4-45EB-31D3-6D805D2E106E}"/>
              </a:ext>
            </a:extLst>
          </p:cNvPr>
          <p:cNvSpPr>
            <a:spLocks noGrp="1"/>
          </p:cNvSpPr>
          <p:nvPr>
            <p:ph type="subTitle" idx="15"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5" name="Footer Placeholder 4">
            <a:extLst>
              <a:ext uri="{FF2B5EF4-FFF2-40B4-BE49-F238E27FC236}">
                <a16:creationId xmlns:a16="http://schemas.microsoft.com/office/drawing/2014/main" id="{22BA91C6-E980-9240-DC55-BBA4867CB9FE}"/>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8589400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C8828CA-7D5C-3E61-D35B-06A376A834B0}"/>
              </a:ext>
            </a:extLst>
          </p:cNvPr>
          <p:cNvSpPr>
            <a:spLocks noGrp="1"/>
          </p:cNvSpPr>
          <p:nvPr>
            <p:ph type="title"/>
          </p:nvPr>
        </p:nvSpPr>
        <p:spPr>
          <a:xfrm>
            <a:off x="288303" y="262267"/>
            <a:ext cx="6713538" cy="457818"/>
          </a:xfrm>
        </p:spPr>
        <p:txBody>
          <a:bodyPr/>
          <a:lstStyle/>
          <a:p>
            <a:r>
              <a:rPr lang="en-US"/>
              <a:t>Click to edit Master title style</a:t>
            </a:r>
            <a:endParaRPr lang="en-GB" dirty="0"/>
          </a:p>
        </p:txBody>
      </p:sp>
      <p:sp>
        <p:nvSpPr>
          <p:cNvPr id="8" name="Content Placeholder 2">
            <a:extLst>
              <a:ext uri="{FF2B5EF4-FFF2-40B4-BE49-F238E27FC236}">
                <a16:creationId xmlns:a16="http://schemas.microsoft.com/office/drawing/2014/main" id="{56A9A479-5865-E7E2-91F8-228379565FE9}"/>
              </a:ext>
            </a:extLst>
          </p:cNvPr>
          <p:cNvSpPr>
            <a:spLocks noGrp="1"/>
          </p:cNvSpPr>
          <p:nvPr>
            <p:ph idx="1"/>
          </p:nvPr>
        </p:nvSpPr>
        <p:spPr>
          <a:xfrm>
            <a:off x="289384" y="1822451"/>
            <a:ext cx="3773029" cy="3943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C843A736-3CCC-0374-4B82-29356E6E54DC}"/>
              </a:ext>
            </a:extLst>
          </p:cNvPr>
          <p:cNvSpPr>
            <a:spLocks noGrp="1"/>
          </p:cNvSpPr>
          <p:nvPr>
            <p:ph idx="13"/>
          </p:nvPr>
        </p:nvSpPr>
        <p:spPr>
          <a:xfrm>
            <a:off x="4208923" y="1822451"/>
            <a:ext cx="3773028" cy="3943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2">
            <a:extLst>
              <a:ext uri="{FF2B5EF4-FFF2-40B4-BE49-F238E27FC236}">
                <a16:creationId xmlns:a16="http://schemas.microsoft.com/office/drawing/2014/main" id="{2D07DFA4-9148-416B-352F-29E5676A6A00}"/>
              </a:ext>
            </a:extLst>
          </p:cNvPr>
          <p:cNvSpPr>
            <a:spLocks noGrp="1"/>
          </p:cNvSpPr>
          <p:nvPr>
            <p:ph idx="14"/>
          </p:nvPr>
        </p:nvSpPr>
        <p:spPr>
          <a:xfrm>
            <a:off x="8129587" y="1822451"/>
            <a:ext cx="3773028" cy="3943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7">
            <a:extLst>
              <a:ext uri="{FF2B5EF4-FFF2-40B4-BE49-F238E27FC236}">
                <a16:creationId xmlns:a16="http://schemas.microsoft.com/office/drawing/2014/main" id="{66A26018-CD47-11D0-838D-A1A2D71C4DE9}"/>
              </a:ext>
            </a:extLst>
          </p:cNvPr>
          <p:cNvSpPr>
            <a:spLocks noGrp="1"/>
          </p:cNvSpPr>
          <p:nvPr>
            <p:ph type="body" sz="quarter" idx="15" hasCustomPrompt="1"/>
          </p:nvPr>
        </p:nvSpPr>
        <p:spPr>
          <a:xfrm>
            <a:off x="8125200" y="295200"/>
            <a:ext cx="3773488" cy="876375"/>
          </a:xfrm>
        </p:spPr>
        <p:txBody>
          <a:bodyPr/>
          <a:lstStyle>
            <a:lvl1pPr>
              <a:defRPr sz="1400"/>
            </a:lvl1pPr>
            <a:lvl2pPr>
              <a:defRPr sz="1400"/>
            </a:lvl2pPr>
            <a:lvl3pPr>
              <a:defRPr sz="1200"/>
            </a:lvl3pPr>
          </a:lstStyle>
          <a:p>
            <a:pPr lvl="0"/>
            <a:r>
              <a:rPr lang="en-GB" dirty="0"/>
              <a:t>Click to add text. Delete if not required.</a:t>
            </a:r>
          </a:p>
          <a:p>
            <a:pPr lvl="1"/>
            <a:r>
              <a:rPr lang="en-GB" dirty="0"/>
              <a:t>Second level</a:t>
            </a:r>
          </a:p>
          <a:p>
            <a:pPr lvl="2"/>
            <a:r>
              <a:rPr lang="en-GB" dirty="0"/>
              <a:t>Third level</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5" name="Subtitle 2">
            <a:extLst>
              <a:ext uri="{FF2B5EF4-FFF2-40B4-BE49-F238E27FC236}">
                <a16:creationId xmlns:a16="http://schemas.microsoft.com/office/drawing/2014/main" id="{D960C6BF-F9C7-01C8-7601-5B209FAE017D}"/>
              </a:ext>
            </a:extLst>
          </p:cNvPr>
          <p:cNvSpPr>
            <a:spLocks noGrp="1"/>
          </p:cNvSpPr>
          <p:nvPr>
            <p:ph type="subTitle" idx="16"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2" name="Footer Placeholder 4">
            <a:extLst>
              <a:ext uri="{FF2B5EF4-FFF2-40B4-BE49-F238E27FC236}">
                <a16:creationId xmlns:a16="http://schemas.microsoft.com/office/drawing/2014/main" id="{67699C8C-E675-503A-24B2-BFCC24CE49A7}"/>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6740177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ree Images and Text">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FD914B4A-06B9-EB7A-743E-14A6560485EF}"/>
              </a:ext>
            </a:extLst>
          </p:cNvPr>
          <p:cNvSpPr>
            <a:spLocks noGrp="1"/>
          </p:cNvSpPr>
          <p:nvPr>
            <p:ph type="title"/>
          </p:nvPr>
        </p:nvSpPr>
        <p:spPr>
          <a:xfrm>
            <a:off x="288303" y="262267"/>
            <a:ext cx="6713538" cy="457818"/>
          </a:xfrm>
        </p:spPr>
        <p:txBody>
          <a:bodyPr/>
          <a:lstStyle/>
          <a:p>
            <a:r>
              <a:rPr lang="en-US"/>
              <a:t>Click to edit Master title style</a:t>
            </a:r>
            <a:endParaRPr lang="en-GB" dirty="0"/>
          </a:p>
        </p:txBody>
      </p:sp>
      <p:sp>
        <p:nvSpPr>
          <p:cNvPr id="4" name="Picture Placeholder 3">
            <a:extLst>
              <a:ext uri="{FF2B5EF4-FFF2-40B4-BE49-F238E27FC236}">
                <a16:creationId xmlns:a16="http://schemas.microsoft.com/office/drawing/2014/main" id="{A2903A13-6903-3CAB-953B-86997724B440}"/>
              </a:ext>
            </a:extLst>
          </p:cNvPr>
          <p:cNvSpPr>
            <a:spLocks noGrp="1"/>
          </p:cNvSpPr>
          <p:nvPr>
            <p:ph type="pic" sz="quarter" idx="15" hasCustomPrompt="1"/>
          </p:nvPr>
        </p:nvSpPr>
        <p:spPr>
          <a:xfrm>
            <a:off x="292099" y="1306514"/>
            <a:ext cx="3770314" cy="1908174"/>
          </a:xfrm>
          <a:solidFill>
            <a:schemeClr val="tx2"/>
          </a:solidFill>
        </p:spPr>
        <p:txBody>
          <a:bodyPr vert="horz" lIns="0" tIns="0" rIns="0" bIns="0" rtlCol="0">
            <a:noAutofit/>
          </a:bodyPr>
          <a:lstStyle>
            <a:lvl1pPr>
              <a:defRPr lang="en-GB" dirty="0">
                <a:solidFill>
                  <a:schemeClr val="tx1"/>
                </a:solidFill>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a:t>
            </a:r>
          </a:p>
        </p:txBody>
      </p:sp>
      <p:sp>
        <p:nvSpPr>
          <p:cNvPr id="10" name="Picture Placeholder 3">
            <a:extLst>
              <a:ext uri="{FF2B5EF4-FFF2-40B4-BE49-F238E27FC236}">
                <a16:creationId xmlns:a16="http://schemas.microsoft.com/office/drawing/2014/main" id="{1B5E5492-00A8-B509-4464-956D8959E92C}"/>
              </a:ext>
            </a:extLst>
          </p:cNvPr>
          <p:cNvSpPr>
            <a:spLocks noGrp="1"/>
          </p:cNvSpPr>
          <p:nvPr>
            <p:ph type="pic" sz="quarter" idx="16" hasCustomPrompt="1"/>
          </p:nvPr>
        </p:nvSpPr>
        <p:spPr>
          <a:xfrm>
            <a:off x="4206876" y="1306514"/>
            <a:ext cx="3775076" cy="1908174"/>
          </a:xfrm>
          <a:solidFill>
            <a:schemeClr val="tx2"/>
          </a:solidFill>
        </p:spPr>
        <p:txBody>
          <a:bodyPr vert="horz" lIns="0" tIns="0" rIns="0" bIns="0" rtlCol="0">
            <a:noAutofit/>
          </a:bodyPr>
          <a:lstStyle>
            <a:lvl1pPr>
              <a:defRPr lang="en-GB"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a:t>
            </a:r>
          </a:p>
        </p:txBody>
      </p:sp>
      <p:sp>
        <p:nvSpPr>
          <p:cNvPr id="11" name="Picture Placeholder 3">
            <a:extLst>
              <a:ext uri="{FF2B5EF4-FFF2-40B4-BE49-F238E27FC236}">
                <a16:creationId xmlns:a16="http://schemas.microsoft.com/office/drawing/2014/main" id="{5230A832-8B14-0097-7902-DB48A4A889E3}"/>
              </a:ext>
            </a:extLst>
          </p:cNvPr>
          <p:cNvSpPr>
            <a:spLocks noGrp="1"/>
          </p:cNvSpPr>
          <p:nvPr>
            <p:ph type="pic" sz="quarter" idx="17" hasCustomPrompt="1"/>
          </p:nvPr>
        </p:nvSpPr>
        <p:spPr>
          <a:xfrm>
            <a:off x="8124824" y="1306514"/>
            <a:ext cx="3775075" cy="1908174"/>
          </a:xfrm>
          <a:solidFill>
            <a:schemeClr val="tx2"/>
          </a:solidFill>
        </p:spPr>
        <p:txBody>
          <a:bodyPr vert="horz" lIns="0" tIns="0" rIns="0" bIns="0" rtlCol="0">
            <a:noAutofit/>
          </a:bodyPr>
          <a:lstStyle>
            <a:lvl1pPr>
              <a:defRPr lang="en-GB"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a:t>
            </a:r>
          </a:p>
        </p:txBody>
      </p:sp>
      <p:sp>
        <p:nvSpPr>
          <p:cNvPr id="13" name="Text Placeholder 7">
            <a:extLst>
              <a:ext uri="{FF2B5EF4-FFF2-40B4-BE49-F238E27FC236}">
                <a16:creationId xmlns:a16="http://schemas.microsoft.com/office/drawing/2014/main" id="{8C00D127-E34B-E7AD-7F27-D3CB55135083}"/>
              </a:ext>
            </a:extLst>
          </p:cNvPr>
          <p:cNvSpPr>
            <a:spLocks noGrp="1"/>
          </p:cNvSpPr>
          <p:nvPr>
            <p:ph type="body" sz="quarter" idx="18" hasCustomPrompt="1"/>
          </p:nvPr>
        </p:nvSpPr>
        <p:spPr>
          <a:xfrm>
            <a:off x="8124205" y="295200"/>
            <a:ext cx="3778870" cy="876375"/>
          </a:xfrm>
        </p:spPr>
        <p:txBody>
          <a:bodyPr/>
          <a:lstStyle>
            <a:lvl1pPr>
              <a:defRPr sz="1400"/>
            </a:lvl1pPr>
            <a:lvl2pPr>
              <a:defRPr sz="1400"/>
            </a:lvl2pPr>
            <a:lvl3pPr>
              <a:defRPr sz="1200"/>
            </a:lvl3pPr>
          </a:lstStyle>
          <a:p>
            <a:pPr lvl="0"/>
            <a:r>
              <a:rPr lang="en-GB" dirty="0"/>
              <a:t>Click to add text. Delete if not required.</a:t>
            </a:r>
          </a:p>
          <a:p>
            <a:pPr lvl="1"/>
            <a:r>
              <a:rPr lang="en-GB" dirty="0"/>
              <a:t>Second level</a:t>
            </a:r>
          </a:p>
          <a:p>
            <a:pPr lvl="2"/>
            <a:r>
              <a:rPr lang="en-GB" dirty="0"/>
              <a:t>Third level</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2" name="Subtitle 2">
            <a:extLst>
              <a:ext uri="{FF2B5EF4-FFF2-40B4-BE49-F238E27FC236}">
                <a16:creationId xmlns:a16="http://schemas.microsoft.com/office/drawing/2014/main" id="{A957F58C-3461-45A3-5C7B-FEC0AE9787AA}"/>
              </a:ext>
            </a:extLst>
          </p:cNvPr>
          <p:cNvSpPr>
            <a:spLocks noGrp="1"/>
          </p:cNvSpPr>
          <p:nvPr>
            <p:ph type="subTitle" idx="19"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12" name="Text Placeholder 11">
            <a:extLst>
              <a:ext uri="{FF2B5EF4-FFF2-40B4-BE49-F238E27FC236}">
                <a16:creationId xmlns:a16="http://schemas.microsoft.com/office/drawing/2014/main" id="{C0E54879-16D3-D32C-7096-C2022A52D2DF}"/>
              </a:ext>
            </a:extLst>
          </p:cNvPr>
          <p:cNvSpPr>
            <a:spLocks noGrp="1"/>
          </p:cNvSpPr>
          <p:nvPr>
            <p:ph type="body" sz="quarter" idx="20"/>
          </p:nvPr>
        </p:nvSpPr>
        <p:spPr>
          <a:xfrm>
            <a:off x="288925" y="3357563"/>
            <a:ext cx="3769200" cy="240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Text Placeholder 11">
            <a:extLst>
              <a:ext uri="{FF2B5EF4-FFF2-40B4-BE49-F238E27FC236}">
                <a16:creationId xmlns:a16="http://schemas.microsoft.com/office/drawing/2014/main" id="{111B2AEB-EC1B-D6B6-2A0C-C42A73F419DD}"/>
              </a:ext>
            </a:extLst>
          </p:cNvPr>
          <p:cNvSpPr>
            <a:spLocks noGrp="1"/>
          </p:cNvSpPr>
          <p:nvPr>
            <p:ph type="body" sz="quarter" idx="21"/>
          </p:nvPr>
        </p:nvSpPr>
        <p:spPr>
          <a:xfrm>
            <a:off x="4206876" y="3357563"/>
            <a:ext cx="3776400" cy="240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ext Placeholder 11">
            <a:extLst>
              <a:ext uri="{FF2B5EF4-FFF2-40B4-BE49-F238E27FC236}">
                <a16:creationId xmlns:a16="http://schemas.microsoft.com/office/drawing/2014/main" id="{604DF7D6-F323-CF70-9E5E-634416CD4FA3}"/>
              </a:ext>
            </a:extLst>
          </p:cNvPr>
          <p:cNvSpPr>
            <a:spLocks noGrp="1"/>
          </p:cNvSpPr>
          <p:nvPr>
            <p:ph type="body" sz="quarter" idx="22"/>
          </p:nvPr>
        </p:nvSpPr>
        <p:spPr>
          <a:xfrm>
            <a:off x="8124824" y="3357563"/>
            <a:ext cx="3776400" cy="240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Footer Placeholder 4">
            <a:extLst>
              <a:ext uri="{FF2B5EF4-FFF2-40B4-BE49-F238E27FC236}">
                <a16:creationId xmlns:a16="http://schemas.microsoft.com/office/drawing/2014/main" id="{A50A90C1-8224-5C16-1EC9-D3E24C8CF223}"/>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19597422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7510D54-8AF6-FB56-756F-08A956F574D9}"/>
              </a:ext>
            </a:extLst>
          </p:cNvPr>
          <p:cNvSpPr>
            <a:spLocks noGrp="1"/>
          </p:cNvSpPr>
          <p:nvPr>
            <p:ph type="title"/>
          </p:nvPr>
        </p:nvSpPr>
        <p:spPr>
          <a:xfrm>
            <a:off x="288303" y="262267"/>
            <a:ext cx="6713538" cy="457818"/>
          </a:xfrm>
        </p:spPr>
        <p:txBody>
          <a:bodyPr/>
          <a:lstStyle/>
          <a:p>
            <a:r>
              <a:rPr lang="en-US"/>
              <a:t>Click to edit Master title style</a:t>
            </a:r>
            <a:endParaRPr lang="en-GB" dirty="0"/>
          </a:p>
        </p:txBody>
      </p:sp>
      <p:sp>
        <p:nvSpPr>
          <p:cNvPr id="8" name="Content Placeholder 2">
            <a:extLst>
              <a:ext uri="{FF2B5EF4-FFF2-40B4-BE49-F238E27FC236}">
                <a16:creationId xmlns:a16="http://schemas.microsoft.com/office/drawing/2014/main" id="{56A9A479-5865-E7E2-91F8-228379565FE9}"/>
              </a:ext>
            </a:extLst>
          </p:cNvPr>
          <p:cNvSpPr>
            <a:spLocks noGrp="1"/>
          </p:cNvSpPr>
          <p:nvPr>
            <p:ph idx="1"/>
          </p:nvPr>
        </p:nvSpPr>
        <p:spPr>
          <a:xfrm>
            <a:off x="289384" y="1822449"/>
            <a:ext cx="2793541" cy="3943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C843A736-3CCC-0374-4B82-29356E6E54DC}"/>
              </a:ext>
            </a:extLst>
          </p:cNvPr>
          <p:cNvSpPr>
            <a:spLocks noGrp="1"/>
          </p:cNvSpPr>
          <p:nvPr>
            <p:ph idx="13"/>
          </p:nvPr>
        </p:nvSpPr>
        <p:spPr>
          <a:xfrm>
            <a:off x="6165853" y="1822450"/>
            <a:ext cx="2795586"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2">
            <a:extLst>
              <a:ext uri="{FF2B5EF4-FFF2-40B4-BE49-F238E27FC236}">
                <a16:creationId xmlns:a16="http://schemas.microsoft.com/office/drawing/2014/main" id="{73E966BC-48D6-0237-3D83-9F8CB77DC975}"/>
              </a:ext>
            </a:extLst>
          </p:cNvPr>
          <p:cNvSpPr>
            <a:spLocks noGrp="1"/>
          </p:cNvSpPr>
          <p:nvPr>
            <p:ph idx="14"/>
          </p:nvPr>
        </p:nvSpPr>
        <p:spPr>
          <a:xfrm>
            <a:off x="3225801" y="1822450"/>
            <a:ext cx="2793542"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2">
            <a:extLst>
              <a:ext uri="{FF2B5EF4-FFF2-40B4-BE49-F238E27FC236}">
                <a16:creationId xmlns:a16="http://schemas.microsoft.com/office/drawing/2014/main" id="{48B10B95-D320-4FA6-98CE-883417C5DC22}"/>
              </a:ext>
            </a:extLst>
          </p:cNvPr>
          <p:cNvSpPr>
            <a:spLocks noGrp="1"/>
          </p:cNvSpPr>
          <p:nvPr>
            <p:ph idx="15"/>
          </p:nvPr>
        </p:nvSpPr>
        <p:spPr>
          <a:xfrm>
            <a:off x="9104313" y="1822450"/>
            <a:ext cx="2795587"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7">
            <a:extLst>
              <a:ext uri="{FF2B5EF4-FFF2-40B4-BE49-F238E27FC236}">
                <a16:creationId xmlns:a16="http://schemas.microsoft.com/office/drawing/2014/main" id="{E3C7D5F1-8B5D-5312-7A0B-9754F64800D3}"/>
              </a:ext>
            </a:extLst>
          </p:cNvPr>
          <p:cNvSpPr>
            <a:spLocks noGrp="1"/>
          </p:cNvSpPr>
          <p:nvPr>
            <p:ph type="body" sz="quarter" idx="16" hasCustomPrompt="1"/>
          </p:nvPr>
        </p:nvSpPr>
        <p:spPr>
          <a:xfrm>
            <a:off x="8124205" y="295200"/>
            <a:ext cx="3778870" cy="876375"/>
          </a:xfrm>
        </p:spPr>
        <p:txBody>
          <a:bodyPr/>
          <a:lstStyle>
            <a:lvl1pPr>
              <a:defRPr sz="1400"/>
            </a:lvl1pPr>
            <a:lvl2pPr>
              <a:defRPr sz="1400"/>
            </a:lvl2pPr>
            <a:lvl3pPr>
              <a:defRPr sz="1200"/>
            </a:lvl3pPr>
          </a:lstStyle>
          <a:p>
            <a:pPr lvl="0"/>
            <a:r>
              <a:rPr lang="en-GB" dirty="0"/>
              <a:t>Click to add text. Delete if not required.</a:t>
            </a:r>
          </a:p>
          <a:p>
            <a:pPr lvl="1"/>
            <a:r>
              <a:rPr lang="en-GB" dirty="0"/>
              <a:t>Second level</a:t>
            </a:r>
          </a:p>
          <a:p>
            <a:pPr lvl="2"/>
            <a:r>
              <a:rPr lang="en-GB" dirty="0"/>
              <a:t>Third level</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2" name="Subtitle 2">
            <a:extLst>
              <a:ext uri="{FF2B5EF4-FFF2-40B4-BE49-F238E27FC236}">
                <a16:creationId xmlns:a16="http://schemas.microsoft.com/office/drawing/2014/main" id="{722B44CB-D9B7-ACB7-EC09-74A55C85B1AA}"/>
              </a:ext>
            </a:extLst>
          </p:cNvPr>
          <p:cNvSpPr>
            <a:spLocks noGrp="1"/>
          </p:cNvSpPr>
          <p:nvPr>
            <p:ph type="subTitle" idx="17"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10" name="Footer Placeholder 4">
            <a:extLst>
              <a:ext uri="{FF2B5EF4-FFF2-40B4-BE49-F238E27FC236}">
                <a16:creationId xmlns:a16="http://schemas.microsoft.com/office/drawing/2014/main" id="{2FD518FF-79D2-C6D5-01D5-64DFE231209A}"/>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343654141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Four Content with Images">
    <p:bg>
      <p:bgPr>
        <a:solidFill>
          <a:schemeClr val="tx2"/>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EFD4EAF-3D60-DC5D-9020-CF7FB8FB51D2}"/>
              </a:ext>
            </a:extLst>
          </p:cNvPr>
          <p:cNvSpPr>
            <a:spLocks noGrp="1"/>
          </p:cNvSpPr>
          <p:nvPr>
            <p:ph type="title"/>
          </p:nvPr>
        </p:nvSpPr>
        <p:spPr>
          <a:xfrm>
            <a:off x="288303" y="262267"/>
            <a:ext cx="6713538" cy="457818"/>
          </a:xfrm>
        </p:spPr>
        <p:txBody>
          <a:bodyPr/>
          <a:lstStyle/>
          <a:p>
            <a:r>
              <a:rPr lang="en-US"/>
              <a:t>Click to edit Master title style</a:t>
            </a:r>
            <a:endParaRPr lang="en-GB" dirty="0"/>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10" name="Picture Placeholder 3">
            <a:extLst>
              <a:ext uri="{FF2B5EF4-FFF2-40B4-BE49-F238E27FC236}">
                <a16:creationId xmlns:a16="http://schemas.microsoft.com/office/drawing/2014/main" id="{4E9C5E07-6992-3F19-1B3D-971FA4CAA6E9}"/>
              </a:ext>
            </a:extLst>
          </p:cNvPr>
          <p:cNvSpPr>
            <a:spLocks noGrp="1"/>
          </p:cNvSpPr>
          <p:nvPr>
            <p:ph type="pic" sz="quarter" idx="16" hasCustomPrompt="1"/>
          </p:nvPr>
        </p:nvSpPr>
        <p:spPr>
          <a:xfrm>
            <a:off x="292100" y="1306514"/>
            <a:ext cx="2790825" cy="1908174"/>
          </a:xfrm>
          <a:solidFill>
            <a:schemeClr val="bg1"/>
          </a:solidFill>
        </p:spPr>
        <p:txBody>
          <a:bodyPr vert="horz" lIns="0" tIns="0" rIns="0" bIns="0" rtlCol="0">
            <a:noAutofit/>
          </a:bodyPr>
          <a:lstStyle>
            <a:lvl1pPr>
              <a:defRPr lang="en-GB">
                <a:solidFill>
                  <a:schemeClr val="tx1"/>
                </a:solidFill>
                <a:latin typeface="+mn-lt"/>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a:t>
            </a:r>
            <a:r>
              <a:rPr lang="en-GB" dirty="0"/>
              <a:t> Delete if not required.</a:t>
            </a:r>
            <a:endParaRPr lang="en-US" dirty="0"/>
          </a:p>
        </p:txBody>
      </p:sp>
      <p:sp>
        <p:nvSpPr>
          <p:cNvPr id="11" name="Picture Placeholder 3">
            <a:extLst>
              <a:ext uri="{FF2B5EF4-FFF2-40B4-BE49-F238E27FC236}">
                <a16:creationId xmlns:a16="http://schemas.microsoft.com/office/drawing/2014/main" id="{1DFC9CD2-F9F0-5542-03DE-0F1FE57839DE}"/>
              </a:ext>
            </a:extLst>
          </p:cNvPr>
          <p:cNvSpPr>
            <a:spLocks noGrp="1"/>
          </p:cNvSpPr>
          <p:nvPr>
            <p:ph type="pic" sz="quarter" idx="17" hasCustomPrompt="1"/>
          </p:nvPr>
        </p:nvSpPr>
        <p:spPr>
          <a:xfrm>
            <a:off x="3225800" y="1306515"/>
            <a:ext cx="2795588" cy="1906586"/>
          </a:xfrm>
          <a:solidFill>
            <a:schemeClr val="bg1"/>
          </a:solidFill>
        </p:spPr>
        <p:txBody>
          <a:bodyPr vert="horz" lIns="0" tIns="0" rIns="0" bIns="0" rtlCol="0">
            <a:noAutofit/>
          </a:bodyPr>
          <a:lstStyle>
            <a:lvl1pPr>
              <a:defRPr lang="en-GB" dirty="0">
                <a:solidFill>
                  <a:schemeClr val="tx1"/>
                </a:solidFill>
                <a:latin typeface="+mn-lt"/>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a:t>
            </a:r>
            <a:r>
              <a:rPr lang="en-GB" dirty="0"/>
              <a:t> Delete if not required.</a:t>
            </a:r>
            <a:endParaRPr lang="en-US" dirty="0"/>
          </a:p>
        </p:txBody>
      </p:sp>
      <p:sp>
        <p:nvSpPr>
          <p:cNvPr id="12" name="Picture Placeholder 3">
            <a:extLst>
              <a:ext uri="{FF2B5EF4-FFF2-40B4-BE49-F238E27FC236}">
                <a16:creationId xmlns:a16="http://schemas.microsoft.com/office/drawing/2014/main" id="{D5E872F4-C139-6D56-50F9-7D21C3B1C8C0}"/>
              </a:ext>
            </a:extLst>
          </p:cNvPr>
          <p:cNvSpPr>
            <a:spLocks noGrp="1"/>
          </p:cNvSpPr>
          <p:nvPr>
            <p:ph type="pic" sz="quarter" idx="18" hasCustomPrompt="1"/>
          </p:nvPr>
        </p:nvSpPr>
        <p:spPr>
          <a:xfrm>
            <a:off x="6165850" y="1306513"/>
            <a:ext cx="2795588" cy="1908175"/>
          </a:xfrm>
          <a:solidFill>
            <a:schemeClr val="bg1"/>
          </a:solidFill>
        </p:spPr>
        <p:txBody>
          <a:bodyPr vert="horz" lIns="0" tIns="0" rIns="0" bIns="0" rtlCol="0">
            <a:noAutofit/>
          </a:bodyPr>
          <a:lstStyle>
            <a:lvl1pPr>
              <a:defRPr lang="en-GB">
                <a:solidFill>
                  <a:schemeClr val="tx1"/>
                </a:solidFill>
                <a:latin typeface="+mn-lt"/>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a:t>
            </a:r>
            <a:r>
              <a:rPr lang="en-GB" dirty="0"/>
              <a:t> Delete if not required.</a:t>
            </a:r>
            <a:endParaRPr lang="en-US" dirty="0"/>
          </a:p>
        </p:txBody>
      </p:sp>
      <p:sp>
        <p:nvSpPr>
          <p:cNvPr id="13" name="Picture Placeholder 3">
            <a:extLst>
              <a:ext uri="{FF2B5EF4-FFF2-40B4-BE49-F238E27FC236}">
                <a16:creationId xmlns:a16="http://schemas.microsoft.com/office/drawing/2014/main" id="{84712E5D-D603-F9AE-3C3A-D37795F75238}"/>
              </a:ext>
            </a:extLst>
          </p:cNvPr>
          <p:cNvSpPr>
            <a:spLocks noGrp="1"/>
          </p:cNvSpPr>
          <p:nvPr>
            <p:ph type="pic" sz="quarter" idx="19" hasCustomPrompt="1"/>
          </p:nvPr>
        </p:nvSpPr>
        <p:spPr>
          <a:xfrm>
            <a:off x="9104313" y="1306513"/>
            <a:ext cx="2799890" cy="1906588"/>
          </a:xfrm>
          <a:solidFill>
            <a:schemeClr val="bg1"/>
          </a:solidFill>
        </p:spPr>
        <p:txBody>
          <a:bodyPr vert="horz" lIns="0" tIns="0" rIns="0" bIns="0" rtlCol="0">
            <a:noAutofit/>
          </a:bodyPr>
          <a:lstStyle>
            <a:lvl1pPr>
              <a:defRPr lang="en-GB" dirty="0">
                <a:solidFill>
                  <a:schemeClr val="tx1"/>
                </a:solidFill>
                <a:latin typeface="+mn-lt"/>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a:t>
            </a:r>
            <a:r>
              <a:rPr lang="en-GB" dirty="0"/>
              <a:t> Delete if not required.</a:t>
            </a:r>
            <a:endParaRPr lang="en-US" dirty="0"/>
          </a:p>
        </p:txBody>
      </p:sp>
      <p:sp>
        <p:nvSpPr>
          <p:cNvPr id="5" name="Text Placeholder 7">
            <a:extLst>
              <a:ext uri="{FF2B5EF4-FFF2-40B4-BE49-F238E27FC236}">
                <a16:creationId xmlns:a16="http://schemas.microsoft.com/office/drawing/2014/main" id="{19D9921F-F7C4-B7B7-7BFB-FFFA54F89ACB}"/>
              </a:ext>
            </a:extLst>
          </p:cNvPr>
          <p:cNvSpPr>
            <a:spLocks noGrp="1"/>
          </p:cNvSpPr>
          <p:nvPr>
            <p:ph type="body" sz="quarter" idx="20" hasCustomPrompt="1"/>
          </p:nvPr>
        </p:nvSpPr>
        <p:spPr>
          <a:xfrm>
            <a:off x="8124205" y="295200"/>
            <a:ext cx="3778870" cy="876375"/>
          </a:xfrm>
        </p:spPr>
        <p:txBody>
          <a:bodyPr/>
          <a:lstStyle>
            <a:lvl1pPr>
              <a:defRPr sz="1400"/>
            </a:lvl1pPr>
            <a:lvl2pPr>
              <a:defRPr sz="1400"/>
            </a:lvl2pPr>
            <a:lvl3pPr>
              <a:defRPr sz="1200"/>
            </a:lvl3pPr>
          </a:lstStyle>
          <a:p>
            <a:pPr lvl="0"/>
            <a:r>
              <a:rPr lang="en-GB" dirty="0"/>
              <a:t>Click to add text. Delete if not required.</a:t>
            </a:r>
          </a:p>
          <a:p>
            <a:pPr lvl="1"/>
            <a:r>
              <a:rPr lang="en-GB" dirty="0"/>
              <a:t>Second level</a:t>
            </a:r>
          </a:p>
          <a:p>
            <a:pPr lvl="2"/>
            <a:r>
              <a:rPr lang="en-GB" dirty="0"/>
              <a:t>Third level</a:t>
            </a:r>
          </a:p>
        </p:txBody>
      </p:sp>
      <p:sp>
        <p:nvSpPr>
          <p:cNvPr id="2" name="Subtitle 2">
            <a:extLst>
              <a:ext uri="{FF2B5EF4-FFF2-40B4-BE49-F238E27FC236}">
                <a16:creationId xmlns:a16="http://schemas.microsoft.com/office/drawing/2014/main" id="{A6811233-C261-B7A8-9BF5-E6DBD474B2D8}"/>
              </a:ext>
            </a:extLst>
          </p:cNvPr>
          <p:cNvSpPr>
            <a:spLocks noGrp="1"/>
          </p:cNvSpPr>
          <p:nvPr>
            <p:ph type="subTitle" idx="21"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14" name="Text Placeholder 11">
            <a:extLst>
              <a:ext uri="{FF2B5EF4-FFF2-40B4-BE49-F238E27FC236}">
                <a16:creationId xmlns:a16="http://schemas.microsoft.com/office/drawing/2014/main" id="{AB473CBC-7605-D3E8-783C-F925B286C464}"/>
              </a:ext>
            </a:extLst>
          </p:cNvPr>
          <p:cNvSpPr>
            <a:spLocks noGrp="1"/>
          </p:cNvSpPr>
          <p:nvPr>
            <p:ph type="body" sz="quarter" idx="22"/>
          </p:nvPr>
        </p:nvSpPr>
        <p:spPr>
          <a:xfrm>
            <a:off x="288925" y="3357563"/>
            <a:ext cx="2790825" cy="240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ext Placeholder 11">
            <a:extLst>
              <a:ext uri="{FF2B5EF4-FFF2-40B4-BE49-F238E27FC236}">
                <a16:creationId xmlns:a16="http://schemas.microsoft.com/office/drawing/2014/main" id="{D5F5363E-BC98-62D0-50C8-BB47491FC9D2}"/>
              </a:ext>
            </a:extLst>
          </p:cNvPr>
          <p:cNvSpPr>
            <a:spLocks noGrp="1"/>
          </p:cNvSpPr>
          <p:nvPr>
            <p:ph type="body" sz="quarter" idx="23"/>
          </p:nvPr>
        </p:nvSpPr>
        <p:spPr>
          <a:xfrm>
            <a:off x="3233115" y="3357563"/>
            <a:ext cx="2796156" cy="240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11">
            <a:extLst>
              <a:ext uri="{FF2B5EF4-FFF2-40B4-BE49-F238E27FC236}">
                <a16:creationId xmlns:a16="http://schemas.microsoft.com/office/drawing/2014/main" id="{2CFDC76E-CB6A-2A48-41EF-35223633C7FE}"/>
              </a:ext>
            </a:extLst>
          </p:cNvPr>
          <p:cNvSpPr>
            <a:spLocks noGrp="1"/>
          </p:cNvSpPr>
          <p:nvPr>
            <p:ph type="body" sz="quarter" idx="24"/>
          </p:nvPr>
        </p:nvSpPr>
        <p:spPr>
          <a:xfrm>
            <a:off x="6175321" y="3357563"/>
            <a:ext cx="2796156" cy="240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11">
            <a:extLst>
              <a:ext uri="{FF2B5EF4-FFF2-40B4-BE49-F238E27FC236}">
                <a16:creationId xmlns:a16="http://schemas.microsoft.com/office/drawing/2014/main" id="{12E56C66-93E1-5486-DC8D-DDF4C1E184CC}"/>
              </a:ext>
            </a:extLst>
          </p:cNvPr>
          <p:cNvSpPr>
            <a:spLocks noGrp="1"/>
          </p:cNvSpPr>
          <p:nvPr>
            <p:ph type="body" sz="quarter" idx="25"/>
          </p:nvPr>
        </p:nvSpPr>
        <p:spPr>
          <a:xfrm>
            <a:off x="9104313" y="3357563"/>
            <a:ext cx="2800800" cy="240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Footer Placeholder 4">
            <a:extLst>
              <a:ext uri="{FF2B5EF4-FFF2-40B4-BE49-F238E27FC236}">
                <a16:creationId xmlns:a16="http://schemas.microsoft.com/office/drawing/2014/main" id="{9DCAB8AB-4C0B-7253-B5CE-B910AD2A2752}"/>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41703661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Eight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8" name="Content Placeholder 2">
            <a:extLst>
              <a:ext uri="{FF2B5EF4-FFF2-40B4-BE49-F238E27FC236}">
                <a16:creationId xmlns:a16="http://schemas.microsoft.com/office/drawing/2014/main" id="{56A9A479-5865-E7E2-91F8-228379565FE9}"/>
              </a:ext>
            </a:extLst>
          </p:cNvPr>
          <p:cNvSpPr>
            <a:spLocks noGrp="1"/>
          </p:cNvSpPr>
          <p:nvPr>
            <p:ph idx="1"/>
          </p:nvPr>
        </p:nvSpPr>
        <p:spPr>
          <a:xfrm>
            <a:off x="289384" y="1821599"/>
            <a:ext cx="2793541" cy="1902675"/>
          </a:xfrm>
        </p:spPr>
        <p:txBody>
          <a:bodyPr/>
          <a:lstStyle>
            <a:lvl1pPr>
              <a:defRPr lang="en-GB" sz="1400" dirty="0" smtClean="0"/>
            </a:lvl1pPr>
            <a:lvl2pPr>
              <a:defRPr lang="en-GB" sz="1400" dirty="0" smtClean="0"/>
            </a:lvl2pPr>
            <a:lvl3pPr>
              <a:defRPr lang="en-GB" sz="1200" dirty="0" smtClean="0"/>
            </a:lvl3pPr>
            <a:lvl4pPr>
              <a:defRPr lang="en-GB" sz="1200" dirty="0" smtClean="0"/>
            </a:lvl4pPr>
            <a:lvl5pPr>
              <a:defRPr lang="en-GB" sz="8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ontent Placeholder 2">
            <a:extLst>
              <a:ext uri="{FF2B5EF4-FFF2-40B4-BE49-F238E27FC236}">
                <a16:creationId xmlns:a16="http://schemas.microsoft.com/office/drawing/2014/main" id="{C843A736-3CCC-0374-4B82-29356E6E54DC}"/>
              </a:ext>
            </a:extLst>
          </p:cNvPr>
          <p:cNvSpPr>
            <a:spLocks noGrp="1"/>
          </p:cNvSpPr>
          <p:nvPr>
            <p:ph idx="13"/>
          </p:nvPr>
        </p:nvSpPr>
        <p:spPr>
          <a:xfrm>
            <a:off x="6165852" y="1821599"/>
            <a:ext cx="2793542" cy="1902675"/>
          </a:xfrm>
        </p:spPr>
        <p:txBody>
          <a:bodyPr/>
          <a:lstStyle>
            <a:lvl1pPr>
              <a:defRPr lang="en-GB" sz="1400" smtClean="0"/>
            </a:lvl1pPr>
            <a:lvl2pPr>
              <a:defRPr lang="en-GB" sz="1400" smtClean="0"/>
            </a:lvl2pPr>
            <a:lvl3pPr>
              <a:defRPr lang="en-GB" sz="1200" smtClean="0"/>
            </a:lvl3pPr>
            <a:lvl4pPr>
              <a:defRPr lang="en-GB" sz="1200" smtClean="0"/>
            </a:lvl4pPr>
            <a:lvl5pPr>
              <a:defRPr lang="en-GB" sz="800" b="0" i="0" kern="1200" dirty="0">
                <a:solidFill>
                  <a:schemeClr val="tx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Content Placeholder 2">
            <a:extLst>
              <a:ext uri="{FF2B5EF4-FFF2-40B4-BE49-F238E27FC236}">
                <a16:creationId xmlns:a16="http://schemas.microsoft.com/office/drawing/2014/main" id="{73E966BC-48D6-0237-3D83-9F8CB77DC975}"/>
              </a:ext>
            </a:extLst>
          </p:cNvPr>
          <p:cNvSpPr>
            <a:spLocks noGrp="1"/>
          </p:cNvSpPr>
          <p:nvPr>
            <p:ph idx="14"/>
          </p:nvPr>
        </p:nvSpPr>
        <p:spPr>
          <a:xfrm>
            <a:off x="3225800" y="1821599"/>
            <a:ext cx="2803525" cy="1902675"/>
          </a:xfrm>
        </p:spPr>
        <p:txBody>
          <a:bodyPr/>
          <a:lstStyle>
            <a:lvl1pPr>
              <a:defRPr lang="en-GB" sz="1400" smtClean="0"/>
            </a:lvl1pPr>
            <a:lvl2pPr>
              <a:defRPr lang="en-GB" sz="1400" smtClean="0"/>
            </a:lvl2pPr>
            <a:lvl3pPr>
              <a:defRPr lang="en-GB" sz="1200" smtClean="0"/>
            </a:lvl3pPr>
            <a:lvl4pPr>
              <a:defRPr lang="en-GB" sz="1200" smtClean="0"/>
            </a:lvl4pPr>
            <a:lvl5pPr>
              <a:defRPr lang="en-GB" sz="800" b="0" i="0" kern="1200" dirty="0">
                <a:solidFill>
                  <a:schemeClr val="tx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2">
            <a:extLst>
              <a:ext uri="{FF2B5EF4-FFF2-40B4-BE49-F238E27FC236}">
                <a16:creationId xmlns:a16="http://schemas.microsoft.com/office/drawing/2014/main" id="{48B10B95-D320-4FA6-98CE-883417C5DC22}"/>
              </a:ext>
            </a:extLst>
          </p:cNvPr>
          <p:cNvSpPr>
            <a:spLocks noGrp="1"/>
          </p:cNvSpPr>
          <p:nvPr>
            <p:ph idx="15"/>
          </p:nvPr>
        </p:nvSpPr>
        <p:spPr>
          <a:xfrm>
            <a:off x="9105903" y="1821599"/>
            <a:ext cx="2793997" cy="1902675"/>
          </a:xfrm>
        </p:spPr>
        <p:txBody>
          <a:bodyPr/>
          <a:lstStyle>
            <a:lvl1pPr>
              <a:defRPr lang="en-GB" sz="1400" smtClean="0"/>
            </a:lvl1pPr>
            <a:lvl2pPr>
              <a:defRPr lang="en-GB" sz="1400" smtClean="0"/>
            </a:lvl2pPr>
            <a:lvl3pPr>
              <a:defRPr lang="en-GB" sz="1200" smtClean="0"/>
            </a:lvl3pPr>
            <a:lvl4pPr>
              <a:defRPr lang="en-GB" sz="1200" smtClean="0"/>
            </a:lvl4pPr>
            <a:lvl5pPr>
              <a:defRPr lang="en-GB" sz="800" b="0" i="0" kern="1200" dirty="0">
                <a:solidFill>
                  <a:schemeClr val="tx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Content Placeholder 2">
            <a:extLst>
              <a:ext uri="{FF2B5EF4-FFF2-40B4-BE49-F238E27FC236}">
                <a16:creationId xmlns:a16="http://schemas.microsoft.com/office/drawing/2014/main" id="{F837F62A-0DBC-5C4E-10B1-0A4CD4ADF81F}"/>
              </a:ext>
            </a:extLst>
          </p:cNvPr>
          <p:cNvSpPr>
            <a:spLocks noGrp="1"/>
          </p:cNvSpPr>
          <p:nvPr>
            <p:ph idx="16"/>
          </p:nvPr>
        </p:nvSpPr>
        <p:spPr>
          <a:xfrm>
            <a:off x="289384" y="3871912"/>
            <a:ext cx="2793541" cy="1902673"/>
          </a:xfrm>
        </p:spPr>
        <p:txBody>
          <a:bodyPr/>
          <a:lstStyle>
            <a:lvl1pPr>
              <a:defRPr lang="en-GB" sz="1400" smtClean="0"/>
            </a:lvl1pPr>
            <a:lvl2pPr>
              <a:defRPr lang="en-GB" sz="1400" smtClean="0"/>
            </a:lvl2pPr>
            <a:lvl3pPr>
              <a:defRPr lang="en-GB" sz="1200" smtClean="0"/>
            </a:lvl3pPr>
            <a:lvl4pPr>
              <a:defRPr lang="en-GB" sz="1200" smtClean="0"/>
            </a:lvl4pPr>
            <a:lvl5pPr>
              <a:defRPr lang="en-GB" sz="800" b="0" i="0" kern="1200" dirty="0">
                <a:solidFill>
                  <a:schemeClr val="tx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Content Placeholder 2">
            <a:extLst>
              <a:ext uri="{FF2B5EF4-FFF2-40B4-BE49-F238E27FC236}">
                <a16:creationId xmlns:a16="http://schemas.microsoft.com/office/drawing/2014/main" id="{D19C36C2-D521-FEE7-A6AC-5710B0CDB350}"/>
              </a:ext>
            </a:extLst>
          </p:cNvPr>
          <p:cNvSpPr>
            <a:spLocks noGrp="1"/>
          </p:cNvSpPr>
          <p:nvPr>
            <p:ph idx="17"/>
          </p:nvPr>
        </p:nvSpPr>
        <p:spPr>
          <a:xfrm>
            <a:off x="6165851" y="3871912"/>
            <a:ext cx="2795588" cy="1902674"/>
          </a:xfrm>
        </p:spPr>
        <p:txBody>
          <a:bodyPr/>
          <a:lstStyle>
            <a:lvl1pPr>
              <a:defRPr lang="en-GB" sz="1400" smtClean="0"/>
            </a:lvl1pPr>
            <a:lvl2pPr>
              <a:defRPr lang="en-GB" sz="1400" smtClean="0"/>
            </a:lvl2pPr>
            <a:lvl3pPr>
              <a:defRPr lang="en-GB" sz="1200" smtClean="0"/>
            </a:lvl3pPr>
            <a:lvl4pPr>
              <a:defRPr lang="en-GB" sz="1200" smtClean="0"/>
            </a:lvl4pPr>
            <a:lvl5pPr>
              <a:defRPr lang="en-GB" sz="800" b="0" i="0" kern="1200" dirty="0">
                <a:solidFill>
                  <a:schemeClr val="tx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Content Placeholder 2">
            <a:extLst>
              <a:ext uri="{FF2B5EF4-FFF2-40B4-BE49-F238E27FC236}">
                <a16:creationId xmlns:a16="http://schemas.microsoft.com/office/drawing/2014/main" id="{FB6994DE-2295-D9C1-5B16-D2099A816416}"/>
              </a:ext>
            </a:extLst>
          </p:cNvPr>
          <p:cNvSpPr>
            <a:spLocks noGrp="1"/>
          </p:cNvSpPr>
          <p:nvPr>
            <p:ph idx="18"/>
          </p:nvPr>
        </p:nvSpPr>
        <p:spPr>
          <a:xfrm>
            <a:off x="3225801" y="3871912"/>
            <a:ext cx="2795588" cy="1902673"/>
          </a:xfrm>
        </p:spPr>
        <p:txBody>
          <a:bodyPr/>
          <a:lstStyle>
            <a:lvl1pPr>
              <a:defRPr lang="en-GB" sz="1400" smtClean="0"/>
            </a:lvl1pPr>
            <a:lvl2pPr>
              <a:defRPr lang="en-GB" sz="1400" smtClean="0"/>
            </a:lvl2pPr>
            <a:lvl3pPr>
              <a:defRPr lang="en-GB" sz="1200" smtClean="0"/>
            </a:lvl3pPr>
            <a:lvl4pPr>
              <a:defRPr lang="en-GB" sz="1200" smtClean="0"/>
            </a:lvl4pPr>
            <a:lvl5pPr>
              <a:defRPr lang="en-GB" sz="800" b="0" i="0" kern="1200" dirty="0">
                <a:solidFill>
                  <a:schemeClr val="tx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Content Placeholder 2">
            <a:extLst>
              <a:ext uri="{FF2B5EF4-FFF2-40B4-BE49-F238E27FC236}">
                <a16:creationId xmlns:a16="http://schemas.microsoft.com/office/drawing/2014/main" id="{35D14BC0-5573-6189-1430-BDA9443B2652}"/>
              </a:ext>
            </a:extLst>
          </p:cNvPr>
          <p:cNvSpPr>
            <a:spLocks noGrp="1"/>
          </p:cNvSpPr>
          <p:nvPr>
            <p:ph idx="19"/>
          </p:nvPr>
        </p:nvSpPr>
        <p:spPr>
          <a:xfrm>
            <a:off x="9104313" y="3871912"/>
            <a:ext cx="2795587" cy="1902674"/>
          </a:xfrm>
        </p:spPr>
        <p:txBody>
          <a:bodyPr/>
          <a:lstStyle>
            <a:lvl1pPr>
              <a:defRPr lang="en-GB" sz="1400" smtClean="0"/>
            </a:lvl1pPr>
            <a:lvl2pPr>
              <a:defRPr lang="en-GB" sz="1400" smtClean="0"/>
            </a:lvl2pPr>
            <a:lvl3pPr>
              <a:defRPr lang="en-GB" sz="1200" smtClean="0"/>
            </a:lvl3pPr>
            <a:lvl4pPr>
              <a:defRPr lang="en-GB" sz="1200" smtClean="0"/>
            </a:lvl4pPr>
            <a:lvl5pPr>
              <a:defRPr lang="en-GB" sz="800" b="0" i="0" kern="1200" dirty="0">
                <a:solidFill>
                  <a:schemeClr val="tx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7">
            <a:extLst>
              <a:ext uri="{FF2B5EF4-FFF2-40B4-BE49-F238E27FC236}">
                <a16:creationId xmlns:a16="http://schemas.microsoft.com/office/drawing/2014/main" id="{18166EB3-B625-A7A5-5E35-6D81B2C4EAAA}"/>
              </a:ext>
            </a:extLst>
          </p:cNvPr>
          <p:cNvSpPr>
            <a:spLocks noGrp="1"/>
          </p:cNvSpPr>
          <p:nvPr>
            <p:ph type="body" sz="quarter" idx="20" hasCustomPrompt="1"/>
          </p:nvPr>
        </p:nvSpPr>
        <p:spPr>
          <a:xfrm>
            <a:off x="8124205" y="295200"/>
            <a:ext cx="3778870" cy="876375"/>
          </a:xfrm>
        </p:spPr>
        <p:txBody>
          <a:bodyPr/>
          <a:lstStyle>
            <a:lvl1pPr>
              <a:defRPr sz="1400"/>
            </a:lvl1pPr>
            <a:lvl2pPr>
              <a:defRPr sz="1400"/>
            </a:lvl2pPr>
            <a:lvl3pPr>
              <a:defRPr sz="1200"/>
            </a:lvl3pPr>
          </a:lstStyle>
          <a:p>
            <a:pPr lvl="0"/>
            <a:r>
              <a:rPr lang="en-GB" dirty="0"/>
              <a:t>Click to add text. Delete if not required.</a:t>
            </a:r>
          </a:p>
          <a:p>
            <a:pPr lvl="1"/>
            <a:r>
              <a:rPr lang="en-GB" dirty="0"/>
              <a:t>Second level</a:t>
            </a:r>
          </a:p>
          <a:p>
            <a:pPr lvl="2"/>
            <a:r>
              <a:rPr lang="en-GB" dirty="0"/>
              <a:t>Third level</a:t>
            </a:r>
          </a:p>
        </p:txBody>
      </p:sp>
      <p:sp>
        <p:nvSpPr>
          <p:cNvPr id="15" name="Title 14">
            <a:extLst>
              <a:ext uri="{FF2B5EF4-FFF2-40B4-BE49-F238E27FC236}">
                <a16:creationId xmlns:a16="http://schemas.microsoft.com/office/drawing/2014/main" id="{EC560DE3-3204-EFCC-1AF1-2D91CA826E4F}"/>
              </a:ext>
            </a:extLst>
          </p:cNvPr>
          <p:cNvSpPr>
            <a:spLocks noGrp="1"/>
          </p:cNvSpPr>
          <p:nvPr>
            <p:ph type="title"/>
          </p:nvPr>
        </p:nvSpPr>
        <p:spPr>
          <a:xfrm>
            <a:off x="288303" y="262267"/>
            <a:ext cx="6713538" cy="457818"/>
          </a:xfrm>
        </p:spPr>
        <p:txBody>
          <a:bodyPr/>
          <a:lstStyle/>
          <a:p>
            <a:r>
              <a:rPr lang="en-US"/>
              <a:t>Click to edit Master title style</a:t>
            </a:r>
            <a:endParaRPr lang="en-GB" dirty="0"/>
          </a:p>
        </p:txBody>
      </p:sp>
      <p:sp>
        <p:nvSpPr>
          <p:cNvPr id="2" name="Subtitle 2">
            <a:extLst>
              <a:ext uri="{FF2B5EF4-FFF2-40B4-BE49-F238E27FC236}">
                <a16:creationId xmlns:a16="http://schemas.microsoft.com/office/drawing/2014/main" id="{09115CA6-F35D-BB63-6BE4-D7293F65797E}"/>
              </a:ext>
            </a:extLst>
          </p:cNvPr>
          <p:cNvSpPr>
            <a:spLocks noGrp="1"/>
          </p:cNvSpPr>
          <p:nvPr>
            <p:ph type="subTitle" idx="21"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14" name="Footer Placeholder 4">
            <a:extLst>
              <a:ext uri="{FF2B5EF4-FFF2-40B4-BE49-F238E27FC236}">
                <a16:creationId xmlns:a16="http://schemas.microsoft.com/office/drawing/2014/main" id="{E13B6904-8EEB-8C52-41B0-27C88B555178}"/>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18191525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ext and Chart">
    <p:bg>
      <p:bgPr>
        <a:solidFill>
          <a:schemeClr val="tx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8" name="Content Placeholder 2">
            <a:extLst>
              <a:ext uri="{FF2B5EF4-FFF2-40B4-BE49-F238E27FC236}">
                <a16:creationId xmlns:a16="http://schemas.microsoft.com/office/drawing/2014/main" id="{56A9A479-5865-E7E2-91F8-228379565FE9}"/>
              </a:ext>
            </a:extLst>
          </p:cNvPr>
          <p:cNvSpPr>
            <a:spLocks noGrp="1"/>
          </p:cNvSpPr>
          <p:nvPr>
            <p:ph idx="1"/>
          </p:nvPr>
        </p:nvSpPr>
        <p:spPr>
          <a:xfrm>
            <a:off x="289384" y="1306513"/>
            <a:ext cx="5732003" cy="4459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hart Placeholder 3">
            <a:extLst>
              <a:ext uri="{FF2B5EF4-FFF2-40B4-BE49-F238E27FC236}">
                <a16:creationId xmlns:a16="http://schemas.microsoft.com/office/drawing/2014/main" id="{538B81BC-7790-A8A7-F32D-C3F126E7C5D3}"/>
              </a:ext>
            </a:extLst>
          </p:cNvPr>
          <p:cNvSpPr>
            <a:spLocks noGrp="1"/>
          </p:cNvSpPr>
          <p:nvPr>
            <p:ph type="chart" sz="quarter" idx="15"/>
          </p:nvPr>
        </p:nvSpPr>
        <p:spPr>
          <a:xfrm>
            <a:off x="6165850" y="1306513"/>
            <a:ext cx="5737225" cy="4964112"/>
          </a:xfrm>
          <a:solidFill>
            <a:schemeClr val="bg1"/>
          </a:solidFill>
        </p:spPr>
        <p:txBody>
          <a:bodyPr/>
          <a:lstStyle/>
          <a:p>
            <a:r>
              <a:rPr lang="en-US"/>
              <a:t>Click icon to add chart</a:t>
            </a:r>
            <a:endParaRPr lang="en-US" dirty="0"/>
          </a:p>
        </p:txBody>
      </p:sp>
      <p:sp>
        <p:nvSpPr>
          <p:cNvPr id="11" name="Text Placeholder 3">
            <a:extLst>
              <a:ext uri="{FF2B5EF4-FFF2-40B4-BE49-F238E27FC236}">
                <a16:creationId xmlns:a16="http://schemas.microsoft.com/office/drawing/2014/main" id="{58257768-4CDB-6207-FCBD-946306C93DAD}"/>
              </a:ext>
            </a:extLst>
          </p:cNvPr>
          <p:cNvSpPr>
            <a:spLocks noGrp="1"/>
          </p:cNvSpPr>
          <p:nvPr>
            <p:ph type="body" sz="quarter" idx="14" hasCustomPrompt="1"/>
          </p:nvPr>
        </p:nvSpPr>
        <p:spPr>
          <a:xfrm>
            <a:off x="10083801" y="330199"/>
            <a:ext cx="1816100" cy="841376"/>
          </a:xfrm>
        </p:spPr>
        <p:txBody>
          <a:bodyPr/>
          <a:lstStyle>
            <a:lvl1pPr>
              <a:spcBef>
                <a:spcPts val="0"/>
              </a:spcBef>
              <a:spcAft>
                <a:spcPts val="300"/>
              </a:spcAft>
              <a:defRPr sz="800" b="0" i="0">
                <a:latin typeface="+mn-lt"/>
              </a:defRPr>
            </a:lvl1pPr>
            <a:lvl2pPr marL="93663" indent="-93663">
              <a:spcBef>
                <a:spcPts val="0"/>
              </a:spcBef>
              <a:spcAft>
                <a:spcPts val="300"/>
              </a:spcAft>
              <a:tabLst/>
              <a:defRPr sz="800" b="0" i="0">
                <a:latin typeface="+mn-lt"/>
              </a:defRPr>
            </a:lvl2pPr>
            <a:lvl3pPr marL="179388" indent="-85725">
              <a:spcBef>
                <a:spcPts val="0"/>
              </a:spcBef>
              <a:spcAft>
                <a:spcPts val="300"/>
              </a:spcAft>
              <a:tabLst/>
              <a:defRPr sz="800" b="0" i="0">
                <a:latin typeface="+mn-lt"/>
              </a:defRPr>
            </a:lvl3pPr>
            <a:lvl4pPr>
              <a:defRPr sz="1000"/>
            </a:lvl4pPr>
            <a:lvl5pPr>
              <a:defRPr sz="1000"/>
            </a:lvl5pPr>
          </a:lstStyle>
          <a:p>
            <a:pPr lvl="0"/>
            <a:r>
              <a:rPr lang="en-GB" dirty="0"/>
              <a:t>Click to add text. Delete if not required.</a:t>
            </a:r>
          </a:p>
          <a:p>
            <a:pPr lvl="1"/>
            <a:r>
              <a:rPr lang="en-GB" dirty="0"/>
              <a:t>Second level</a:t>
            </a:r>
          </a:p>
          <a:p>
            <a:pPr lvl="2"/>
            <a:r>
              <a:rPr lang="en-GB" dirty="0"/>
              <a:t>Third level</a:t>
            </a:r>
          </a:p>
        </p:txBody>
      </p:sp>
      <p:sp>
        <p:nvSpPr>
          <p:cNvPr id="9" name="Title 8">
            <a:extLst>
              <a:ext uri="{FF2B5EF4-FFF2-40B4-BE49-F238E27FC236}">
                <a16:creationId xmlns:a16="http://schemas.microsoft.com/office/drawing/2014/main" id="{6E77B21E-A040-7CC6-4F9B-B89C94289E89}"/>
              </a:ext>
            </a:extLst>
          </p:cNvPr>
          <p:cNvSpPr>
            <a:spLocks noGrp="1"/>
          </p:cNvSpPr>
          <p:nvPr>
            <p:ph type="title"/>
          </p:nvPr>
        </p:nvSpPr>
        <p:spPr>
          <a:xfrm>
            <a:off x="288303" y="262267"/>
            <a:ext cx="6713538" cy="457818"/>
          </a:xfrm>
        </p:spPr>
        <p:txBody>
          <a:bodyPr/>
          <a:lstStyle/>
          <a:p>
            <a:r>
              <a:rPr lang="en-US"/>
              <a:t>Click to edit Master title style</a:t>
            </a:r>
            <a:endParaRPr lang="en-GB" dirty="0"/>
          </a:p>
        </p:txBody>
      </p:sp>
      <p:sp>
        <p:nvSpPr>
          <p:cNvPr id="3" name="Subtitle 2">
            <a:extLst>
              <a:ext uri="{FF2B5EF4-FFF2-40B4-BE49-F238E27FC236}">
                <a16:creationId xmlns:a16="http://schemas.microsoft.com/office/drawing/2014/main" id="{F725C5CD-1985-D608-1D27-9FBC395FE641}"/>
              </a:ext>
            </a:extLst>
          </p:cNvPr>
          <p:cNvSpPr>
            <a:spLocks noGrp="1"/>
          </p:cNvSpPr>
          <p:nvPr>
            <p:ph type="subTitle" idx="16"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2" name="Footer Placeholder 4">
            <a:extLst>
              <a:ext uri="{FF2B5EF4-FFF2-40B4-BE49-F238E27FC236}">
                <a16:creationId xmlns:a16="http://schemas.microsoft.com/office/drawing/2014/main" id="{14E01DA7-F0B0-D0D7-0F82-2CEA274588EC}"/>
              </a:ext>
            </a:extLst>
          </p:cNvPr>
          <p:cNvSpPr>
            <a:spLocks noGrp="1"/>
          </p:cNvSpPr>
          <p:nvPr>
            <p:ph type="ftr" sz="quarter" idx="3"/>
          </p:nvPr>
        </p:nvSpPr>
        <p:spPr>
          <a:xfrm>
            <a:off x="288259" y="5868000"/>
            <a:ext cx="5733129"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24850869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hree Chart">
    <p:bg>
      <p:bgPr>
        <a:solidFill>
          <a:schemeClr val="tx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4" name="Text Placeholder 7">
            <a:extLst>
              <a:ext uri="{FF2B5EF4-FFF2-40B4-BE49-F238E27FC236}">
                <a16:creationId xmlns:a16="http://schemas.microsoft.com/office/drawing/2014/main" id="{66A26018-CD47-11D0-838D-A1A2D71C4DE9}"/>
              </a:ext>
            </a:extLst>
          </p:cNvPr>
          <p:cNvSpPr>
            <a:spLocks noGrp="1"/>
          </p:cNvSpPr>
          <p:nvPr>
            <p:ph type="body" sz="quarter" idx="15" hasCustomPrompt="1"/>
          </p:nvPr>
        </p:nvSpPr>
        <p:spPr>
          <a:xfrm>
            <a:off x="8124205" y="293525"/>
            <a:ext cx="3778870" cy="878050"/>
          </a:xfrm>
        </p:spPr>
        <p:txBody>
          <a:bodyPr/>
          <a:lstStyle>
            <a:lvl1pPr>
              <a:defRPr sz="1400"/>
            </a:lvl1pPr>
            <a:lvl2pPr>
              <a:defRPr sz="1400"/>
            </a:lvl2pPr>
            <a:lvl3pPr>
              <a:defRPr sz="1200"/>
            </a:lvl3pPr>
          </a:lstStyle>
          <a:p>
            <a:pPr lvl="0"/>
            <a:r>
              <a:rPr lang="en-GB" dirty="0"/>
              <a:t>Click to add text. Delete if not required.</a:t>
            </a:r>
          </a:p>
          <a:p>
            <a:pPr lvl="1"/>
            <a:r>
              <a:rPr lang="en-GB" dirty="0"/>
              <a:t>Second level</a:t>
            </a:r>
          </a:p>
          <a:p>
            <a:pPr lvl="2"/>
            <a:r>
              <a:rPr lang="en-GB" dirty="0"/>
              <a:t>Third level</a:t>
            </a:r>
          </a:p>
        </p:txBody>
      </p:sp>
      <p:sp>
        <p:nvSpPr>
          <p:cNvPr id="11" name="Chart Placeholder 10">
            <a:extLst>
              <a:ext uri="{FF2B5EF4-FFF2-40B4-BE49-F238E27FC236}">
                <a16:creationId xmlns:a16="http://schemas.microsoft.com/office/drawing/2014/main" id="{698C230B-5408-E1A5-CFA9-2F383131120D}"/>
              </a:ext>
            </a:extLst>
          </p:cNvPr>
          <p:cNvSpPr>
            <a:spLocks noGrp="1"/>
          </p:cNvSpPr>
          <p:nvPr>
            <p:ph type="chart" sz="quarter" idx="16"/>
          </p:nvPr>
        </p:nvSpPr>
        <p:spPr>
          <a:xfrm>
            <a:off x="292100" y="1306512"/>
            <a:ext cx="3770313" cy="3440113"/>
          </a:xfrm>
          <a:solidFill>
            <a:schemeClr val="bg1"/>
          </a:solidFill>
        </p:spPr>
        <p:txBody>
          <a:bodyPr/>
          <a:lstStyle/>
          <a:p>
            <a:r>
              <a:rPr lang="en-US"/>
              <a:t>Click icon to add chart</a:t>
            </a:r>
          </a:p>
        </p:txBody>
      </p:sp>
      <p:sp>
        <p:nvSpPr>
          <p:cNvPr id="12" name="Text Placeholder 7">
            <a:extLst>
              <a:ext uri="{FF2B5EF4-FFF2-40B4-BE49-F238E27FC236}">
                <a16:creationId xmlns:a16="http://schemas.microsoft.com/office/drawing/2014/main" id="{6BA18FE4-4638-2816-D5EB-4ABC0612973F}"/>
              </a:ext>
            </a:extLst>
          </p:cNvPr>
          <p:cNvSpPr>
            <a:spLocks noGrp="1"/>
          </p:cNvSpPr>
          <p:nvPr>
            <p:ph type="body" sz="quarter" idx="17" hasCustomPrompt="1"/>
          </p:nvPr>
        </p:nvSpPr>
        <p:spPr>
          <a:xfrm>
            <a:off x="291480" y="4894903"/>
            <a:ext cx="3770934" cy="876300"/>
          </a:xfrm>
        </p:spPr>
        <p:txBody>
          <a:bodyPr/>
          <a:lstStyle>
            <a:lvl1pPr>
              <a:defRPr sz="1200"/>
            </a:lvl1pPr>
            <a:lvl2pPr>
              <a:defRPr sz="1200"/>
            </a:lvl2pPr>
            <a:lvl3pPr>
              <a:defRPr sz="1100"/>
            </a:lvl3pPr>
          </a:lstStyle>
          <a:p>
            <a:pPr lvl="0"/>
            <a:r>
              <a:rPr lang="en-GB" dirty="0"/>
              <a:t>Click to add text. Delete if not required.</a:t>
            </a:r>
          </a:p>
          <a:p>
            <a:pPr lvl="1"/>
            <a:r>
              <a:rPr lang="en-GB" dirty="0"/>
              <a:t>Second level</a:t>
            </a:r>
          </a:p>
          <a:p>
            <a:pPr lvl="2"/>
            <a:r>
              <a:rPr lang="en-GB" dirty="0"/>
              <a:t>Third level</a:t>
            </a:r>
          </a:p>
        </p:txBody>
      </p:sp>
      <p:sp>
        <p:nvSpPr>
          <p:cNvPr id="13" name="Chart Placeholder 10">
            <a:extLst>
              <a:ext uri="{FF2B5EF4-FFF2-40B4-BE49-F238E27FC236}">
                <a16:creationId xmlns:a16="http://schemas.microsoft.com/office/drawing/2014/main" id="{446A3E25-507C-4190-4950-DA0C712EB336}"/>
              </a:ext>
            </a:extLst>
          </p:cNvPr>
          <p:cNvSpPr>
            <a:spLocks noGrp="1"/>
          </p:cNvSpPr>
          <p:nvPr>
            <p:ph type="chart" sz="quarter" idx="18"/>
          </p:nvPr>
        </p:nvSpPr>
        <p:spPr>
          <a:xfrm>
            <a:off x="4206875" y="1306513"/>
            <a:ext cx="3775076" cy="3440112"/>
          </a:xfrm>
          <a:solidFill>
            <a:schemeClr val="bg1"/>
          </a:solidFill>
        </p:spPr>
        <p:txBody>
          <a:bodyPr/>
          <a:lstStyle/>
          <a:p>
            <a:r>
              <a:rPr lang="en-US"/>
              <a:t>Click icon to add chart</a:t>
            </a:r>
          </a:p>
        </p:txBody>
      </p:sp>
      <p:sp>
        <p:nvSpPr>
          <p:cNvPr id="14" name="Text Placeholder 7">
            <a:extLst>
              <a:ext uri="{FF2B5EF4-FFF2-40B4-BE49-F238E27FC236}">
                <a16:creationId xmlns:a16="http://schemas.microsoft.com/office/drawing/2014/main" id="{DDD2F21A-FE62-6E81-6F5B-9A76691ED2EE}"/>
              </a:ext>
            </a:extLst>
          </p:cNvPr>
          <p:cNvSpPr>
            <a:spLocks noGrp="1"/>
          </p:cNvSpPr>
          <p:nvPr>
            <p:ph type="body" sz="quarter" idx="19" hasCustomPrompt="1"/>
          </p:nvPr>
        </p:nvSpPr>
        <p:spPr>
          <a:xfrm>
            <a:off x="4206874" y="4894903"/>
            <a:ext cx="3775076" cy="876300"/>
          </a:xfrm>
        </p:spPr>
        <p:txBody>
          <a:bodyPr/>
          <a:lstStyle>
            <a:lvl1pPr>
              <a:defRPr sz="1200"/>
            </a:lvl1pPr>
            <a:lvl2pPr>
              <a:defRPr sz="1200"/>
            </a:lvl2pPr>
            <a:lvl3pPr>
              <a:defRPr sz="1100"/>
            </a:lvl3pPr>
          </a:lstStyle>
          <a:p>
            <a:pPr lvl="0"/>
            <a:r>
              <a:rPr lang="en-GB" dirty="0"/>
              <a:t>Click to add text. Delete if not required.</a:t>
            </a:r>
          </a:p>
          <a:p>
            <a:pPr lvl="1"/>
            <a:r>
              <a:rPr lang="en-GB" dirty="0"/>
              <a:t>Second level</a:t>
            </a:r>
          </a:p>
          <a:p>
            <a:pPr lvl="2"/>
            <a:r>
              <a:rPr lang="en-GB" dirty="0"/>
              <a:t>Third level</a:t>
            </a:r>
          </a:p>
        </p:txBody>
      </p:sp>
      <p:sp>
        <p:nvSpPr>
          <p:cNvPr id="15" name="Chart Placeholder 10">
            <a:extLst>
              <a:ext uri="{FF2B5EF4-FFF2-40B4-BE49-F238E27FC236}">
                <a16:creationId xmlns:a16="http://schemas.microsoft.com/office/drawing/2014/main" id="{94EF43E1-5534-96EF-52FD-3CD0B7B21E71}"/>
              </a:ext>
            </a:extLst>
          </p:cNvPr>
          <p:cNvSpPr>
            <a:spLocks noGrp="1"/>
          </p:cNvSpPr>
          <p:nvPr>
            <p:ph type="chart" sz="quarter" idx="20"/>
          </p:nvPr>
        </p:nvSpPr>
        <p:spPr>
          <a:xfrm>
            <a:off x="8124825" y="1306512"/>
            <a:ext cx="3770313" cy="3440113"/>
          </a:xfrm>
          <a:solidFill>
            <a:schemeClr val="bg1"/>
          </a:solidFill>
        </p:spPr>
        <p:txBody>
          <a:bodyPr/>
          <a:lstStyle/>
          <a:p>
            <a:r>
              <a:rPr lang="en-US"/>
              <a:t>Click icon to add chart</a:t>
            </a:r>
          </a:p>
        </p:txBody>
      </p:sp>
      <p:sp>
        <p:nvSpPr>
          <p:cNvPr id="16" name="Text Placeholder 7">
            <a:extLst>
              <a:ext uri="{FF2B5EF4-FFF2-40B4-BE49-F238E27FC236}">
                <a16:creationId xmlns:a16="http://schemas.microsoft.com/office/drawing/2014/main" id="{074660EF-5B4C-59FD-5DE9-C6AEEC3EA783}"/>
              </a:ext>
            </a:extLst>
          </p:cNvPr>
          <p:cNvSpPr>
            <a:spLocks noGrp="1"/>
          </p:cNvSpPr>
          <p:nvPr>
            <p:ph type="body" sz="quarter" idx="21" hasCustomPrompt="1"/>
          </p:nvPr>
        </p:nvSpPr>
        <p:spPr>
          <a:xfrm>
            <a:off x="8124205" y="4894903"/>
            <a:ext cx="3770934" cy="876300"/>
          </a:xfrm>
        </p:spPr>
        <p:txBody>
          <a:bodyPr/>
          <a:lstStyle>
            <a:lvl1pPr>
              <a:defRPr sz="1200"/>
            </a:lvl1pPr>
            <a:lvl2pPr>
              <a:defRPr sz="1200"/>
            </a:lvl2pPr>
            <a:lvl3pPr>
              <a:defRPr sz="1100"/>
            </a:lvl3pPr>
          </a:lstStyle>
          <a:p>
            <a:pPr lvl="0"/>
            <a:r>
              <a:rPr lang="en-GB" dirty="0"/>
              <a:t>Click to add text. Delete if not required.</a:t>
            </a:r>
          </a:p>
          <a:p>
            <a:pPr lvl="1"/>
            <a:r>
              <a:rPr lang="en-GB" dirty="0"/>
              <a:t>Second level</a:t>
            </a:r>
          </a:p>
          <a:p>
            <a:pPr lvl="2"/>
            <a:r>
              <a:rPr lang="en-GB" dirty="0"/>
              <a:t>Third level</a:t>
            </a:r>
          </a:p>
        </p:txBody>
      </p:sp>
      <p:sp>
        <p:nvSpPr>
          <p:cNvPr id="9" name="Title 8">
            <a:extLst>
              <a:ext uri="{FF2B5EF4-FFF2-40B4-BE49-F238E27FC236}">
                <a16:creationId xmlns:a16="http://schemas.microsoft.com/office/drawing/2014/main" id="{5FD82D33-FC73-4137-A0A9-8EB43DA1A810}"/>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3" name="Subtitle 2">
            <a:extLst>
              <a:ext uri="{FF2B5EF4-FFF2-40B4-BE49-F238E27FC236}">
                <a16:creationId xmlns:a16="http://schemas.microsoft.com/office/drawing/2014/main" id="{EA959997-A6D7-96D1-8672-5FCDE45DB7B3}"/>
              </a:ext>
            </a:extLst>
          </p:cNvPr>
          <p:cNvSpPr>
            <a:spLocks noGrp="1"/>
          </p:cNvSpPr>
          <p:nvPr>
            <p:ph type="subTitle" idx="22"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2" name="Footer Placeholder 4">
            <a:extLst>
              <a:ext uri="{FF2B5EF4-FFF2-40B4-BE49-F238E27FC236}">
                <a16:creationId xmlns:a16="http://schemas.microsoft.com/office/drawing/2014/main" id="{FBE4CD19-6DA9-A930-91EE-59CB48D45E41}"/>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261887975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able">
    <p:bg>
      <p:bgPr>
        <a:solidFill>
          <a:schemeClr val="bg1"/>
        </a:solidFill>
        <a:effectLst/>
      </p:bgPr>
    </p:bg>
    <p:spTree>
      <p:nvGrpSpPr>
        <p:cNvPr id="1" name=""/>
        <p:cNvGrpSpPr/>
        <p:nvPr/>
      </p:nvGrpSpPr>
      <p:grpSpPr>
        <a:xfrm>
          <a:off x="0" y="0"/>
          <a:ext cx="0" cy="0"/>
          <a:chOff x="0" y="0"/>
          <a:chExt cx="0" cy="0"/>
        </a:xfrm>
      </p:grpSpPr>
      <p:sp>
        <p:nvSpPr>
          <p:cNvPr id="10" name="Table Placeholder 5">
            <a:extLst>
              <a:ext uri="{FF2B5EF4-FFF2-40B4-BE49-F238E27FC236}">
                <a16:creationId xmlns:a16="http://schemas.microsoft.com/office/drawing/2014/main" id="{AA00D851-11FE-02AE-0FE0-9A7CAC67EF7D}"/>
              </a:ext>
            </a:extLst>
          </p:cNvPr>
          <p:cNvSpPr>
            <a:spLocks noGrp="1"/>
          </p:cNvSpPr>
          <p:nvPr>
            <p:ph type="tbl" sz="quarter" idx="13"/>
          </p:nvPr>
        </p:nvSpPr>
        <p:spPr>
          <a:xfrm>
            <a:off x="292100" y="2847975"/>
            <a:ext cx="11610975" cy="2917825"/>
          </a:xfrm>
        </p:spPr>
        <p:txBody>
          <a:bodyPr/>
          <a:lstStyle/>
          <a:p>
            <a:r>
              <a:rPr lang="en-US"/>
              <a:t>Click icon to add table</a:t>
            </a:r>
            <a:endParaRPr lang="en-GB"/>
          </a:p>
        </p:txBody>
      </p:sp>
      <p:sp>
        <p:nvSpPr>
          <p:cNvPr id="3" name="Title 2">
            <a:extLst>
              <a:ext uri="{FF2B5EF4-FFF2-40B4-BE49-F238E27FC236}">
                <a16:creationId xmlns:a16="http://schemas.microsoft.com/office/drawing/2014/main" id="{2CDD0AA4-DA06-999E-8621-24713C5D3AF7}"/>
              </a:ext>
            </a:extLst>
          </p:cNvPr>
          <p:cNvSpPr>
            <a:spLocks noGrp="1"/>
          </p:cNvSpPr>
          <p:nvPr>
            <p:ph type="title"/>
          </p:nvPr>
        </p:nvSpPr>
        <p:spPr>
          <a:xfrm>
            <a:off x="288303" y="262267"/>
            <a:ext cx="6713538" cy="457818"/>
          </a:xfrm>
        </p:spPr>
        <p:txBody>
          <a:bodyPr/>
          <a:lstStyle/>
          <a:p>
            <a:r>
              <a:rPr lang="en-US"/>
              <a:t>Click to edit Master title style</a:t>
            </a:r>
            <a:endParaRPr lang="en-GB"/>
          </a:p>
        </p:txBody>
      </p:sp>
      <p:sp>
        <p:nvSpPr>
          <p:cNvPr id="4" name="Text Placeholder 7">
            <a:extLst>
              <a:ext uri="{FF2B5EF4-FFF2-40B4-BE49-F238E27FC236}">
                <a16:creationId xmlns:a16="http://schemas.microsoft.com/office/drawing/2014/main" id="{AF1CADF7-2181-199A-E8E5-8BFDAFCB655B}"/>
              </a:ext>
            </a:extLst>
          </p:cNvPr>
          <p:cNvSpPr>
            <a:spLocks noGrp="1"/>
          </p:cNvSpPr>
          <p:nvPr>
            <p:ph type="body" sz="quarter" idx="15" hasCustomPrompt="1"/>
          </p:nvPr>
        </p:nvSpPr>
        <p:spPr>
          <a:xfrm>
            <a:off x="8124205" y="293525"/>
            <a:ext cx="3778870" cy="878050"/>
          </a:xfrm>
        </p:spPr>
        <p:txBody>
          <a:bodyPr/>
          <a:lstStyle>
            <a:lvl1pPr>
              <a:defRPr sz="1400"/>
            </a:lvl1pPr>
            <a:lvl2pPr>
              <a:defRPr sz="1400"/>
            </a:lvl2pPr>
            <a:lvl3pPr>
              <a:defRPr sz="1200"/>
            </a:lvl3pPr>
          </a:lstStyle>
          <a:p>
            <a:pPr lvl="0"/>
            <a:r>
              <a:rPr lang="en-GB" dirty="0"/>
              <a:t>Click to add text. Delete if not required.</a:t>
            </a:r>
          </a:p>
          <a:p>
            <a:pPr lvl="1"/>
            <a:r>
              <a:rPr lang="en-GB" dirty="0"/>
              <a:t>Second level</a:t>
            </a:r>
          </a:p>
          <a:p>
            <a:pPr lvl="2"/>
            <a:r>
              <a:rPr lang="en-GB" dirty="0"/>
              <a:t>Third level</a:t>
            </a:r>
          </a:p>
        </p:txBody>
      </p:sp>
      <p:sp>
        <p:nvSpPr>
          <p:cNvPr id="5" name="Subtitle 2">
            <a:extLst>
              <a:ext uri="{FF2B5EF4-FFF2-40B4-BE49-F238E27FC236}">
                <a16:creationId xmlns:a16="http://schemas.microsoft.com/office/drawing/2014/main" id="{4BE7CDC5-71B1-1F0B-9FBF-16B0C3648775}"/>
              </a:ext>
            </a:extLst>
          </p:cNvPr>
          <p:cNvSpPr>
            <a:spLocks noGrp="1"/>
          </p:cNvSpPr>
          <p:nvPr>
            <p:ph type="subTitle" idx="16"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6" name="Footer Placeholder 4">
            <a:extLst>
              <a:ext uri="{FF2B5EF4-FFF2-40B4-BE49-F238E27FC236}">
                <a16:creationId xmlns:a16="http://schemas.microsoft.com/office/drawing/2014/main" id="{60F27FF6-CF7D-B29E-40F2-BF449AACF4A2}"/>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
        <p:nvSpPr>
          <p:cNvPr id="7" name="Slide Number Placeholder 5">
            <a:extLst>
              <a:ext uri="{FF2B5EF4-FFF2-40B4-BE49-F238E27FC236}">
                <a16:creationId xmlns:a16="http://schemas.microsoft.com/office/drawing/2014/main" id="{6FCDADD7-2ADE-F7A6-3ACF-DBB0741F7796}"/>
              </a:ext>
            </a:extLst>
          </p:cNvPr>
          <p:cNvSpPr>
            <a:spLocks noGrp="1"/>
          </p:cNvSpPr>
          <p:nvPr>
            <p:ph type="sldNum" sz="quarter" idx="12"/>
          </p:nvPr>
        </p:nvSpPr>
        <p:spPr>
          <a:xfrm>
            <a:off x="11581942" y="6433878"/>
            <a:ext cx="320674" cy="153463"/>
          </a:xfrm>
        </p:spPr>
        <p:txBody>
          <a:bodyPr/>
          <a:lstStyle/>
          <a:p>
            <a:fld id="{C5BF5472-8D93-4A90-A2A5-629ECA2C2464}" type="slidenum">
              <a:rPr lang="en-US" smtClean="0"/>
              <a:t>‹#›</a:t>
            </a:fld>
            <a:endParaRPr lang="en-US"/>
          </a:p>
        </p:txBody>
      </p:sp>
    </p:spTree>
    <p:extLst>
      <p:ext uri="{BB962C8B-B14F-4D97-AF65-F5344CB8AC3E}">
        <p14:creationId xmlns:p14="http://schemas.microsoft.com/office/powerpoint/2010/main" val="21709278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3" name="Text Placeholder 7">
            <a:extLst>
              <a:ext uri="{FF2B5EF4-FFF2-40B4-BE49-F238E27FC236}">
                <a16:creationId xmlns:a16="http://schemas.microsoft.com/office/drawing/2014/main" id="{17F42810-DCAF-7A30-3A4F-E23EA682FA39}"/>
              </a:ext>
            </a:extLst>
          </p:cNvPr>
          <p:cNvSpPr>
            <a:spLocks noGrp="1"/>
          </p:cNvSpPr>
          <p:nvPr>
            <p:ph type="body" sz="quarter" idx="14" hasCustomPrompt="1"/>
          </p:nvPr>
        </p:nvSpPr>
        <p:spPr>
          <a:xfrm>
            <a:off x="8124825" y="293525"/>
            <a:ext cx="3778250" cy="878050"/>
          </a:xfrm>
        </p:spPr>
        <p:txBody>
          <a:bodyPr/>
          <a:lstStyle>
            <a:lvl1pPr>
              <a:defRPr sz="1400"/>
            </a:lvl1pPr>
            <a:lvl2pPr>
              <a:defRPr sz="1400"/>
            </a:lvl2pPr>
            <a:lvl3pPr>
              <a:defRPr sz="1200"/>
            </a:lvl3pPr>
          </a:lstStyle>
          <a:p>
            <a:pPr lvl="0"/>
            <a:r>
              <a:rPr lang="en-GB" dirty="0"/>
              <a:t>Click to add text. Delete if not required.</a:t>
            </a:r>
          </a:p>
          <a:p>
            <a:pPr lvl="1"/>
            <a:r>
              <a:rPr lang="en-GB" dirty="0"/>
              <a:t>Second level</a:t>
            </a:r>
          </a:p>
          <a:p>
            <a:pPr lvl="2"/>
            <a:r>
              <a:rPr lang="en-GB" dirty="0"/>
              <a:t>Third level</a:t>
            </a:r>
          </a:p>
        </p:txBody>
      </p:sp>
      <p:sp>
        <p:nvSpPr>
          <p:cNvPr id="7" name="Title 6">
            <a:extLst>
              <a:ext uri="{FF2B5EF4-FFF2-40B4-BE49-F238E27FC236}">
                <a16:creationId xmlns:a16="http://schemas.microsoft.com/office/drawing/2014/main" id="{5373482F-4FA8-181D-CA6D-04D8D98AD13B}"/>
              </a:ext>
            </a:extLst>
          </p:cNvPr>
          <p:cNvSpPr>
            <a:spLocks noGrp="1"/>
          </p:cNvSpPr>
          <p:nvPr>
            <p:ph type="title"/>
          </p:nvPr>
        </p:nvSpPr>
        <p:spPr>
          <a:xfrm>
            <a:off x="288303" y="262267"/>
            <a:ext cx="6713538" cy="457818"/>
          </a:xfrm>
        </p:spPr>
        <p:txBody>
          <a:bodyPr/>
          <a:lstStyle/>
          <a:p>
            <a:r>
              <a:rPr lang="en-US"/>
              <a:t>Click to edit Master title style</a:t>
            </a:r>
            <a:endParaRPr lang="en-GB" dirty="0"/>
          </a:p>
        </p:txBody>
      </p:sp>
      <p:sp>
        <p:nvSpPr>
          <p:cNvPr id="6" name="Subtitle 2">
            <a:extLst>
              <a:ext uri="{FF2B5EF4-FFF2-40B4-BE49-F238E27FC236}">
                <a16:creationId xmlns:a16="http://schemas.microsoft.com/office/drawing/2014/main" id="{64BCB963-058E-5C5B-947F-AC1D9DD6C9FB}"/>
              </a:ext>
            </a:extLst>
          </p:cNvPr>
          <p:cNvSpPr>
            <a:spLocks noGrp="1"/>
          </p:cNvSpPr>
          <p:nvPr>
            <p:ph type="subTitle" idx="16"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2" name="Footer Placeholder 4">
            <a:extLst>
              <a:ext uri="{FF2B5EF4-FFF2-40B4-BE49-F238E27FC236}">
                <a16:creationId xmlns:a16="http://schemas.microsoft.com/office/drawing/2014/main" id="{B4313EC1-0D30-C944-21E6-B89F8290D2D3}"/>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217769315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F06E5F-8043-3DC0-2D79-119BF990830B}"/>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2" name="Footer Placeholder 4">
            <a:extLst>
              <a:ext uri="{FF2B5EF4-FFF2-40B4-BE49-F238E27FC236}">
                <a16:creationId xmlns:a16="http://schemas.microsoft.com/office/drawing/2014/main" id="{876A8E91-3BCB-12F2-1699-CC1C3768018F}"/>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39312317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Full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0" y="0"/>
            <a:ext cx="12192000" cy="6858000"/>
          </a:xfrm>
          <a:solidFill>
            <a:schemeClr val="tx2"/>
          </a:solidFill>
        </p:spPr>
        <p:txBody>
          <a:bodyPr vert="horz" lIns="0" tIns="0" rIns="0" bIns="0" rtlCol="0" anchor="ctr">
            <a:noAutofit/>
          </a:bodyPr>
          <a:lstStyle>
            <a:lvl1pPr algn="ct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If using a title or subtitle over the image, ensure the text is legible.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3" name="Title 2">
            <a:extLst>
              <a:ext uri="{FF2B5EF4-FFF2-40B4-BE49-F238E27FC236}">
                <a16:creationId xmlns:a16="http://schemas.microsoft.com/office/drawing/2014/main" id="{10079C00-CC52-F9ED-ED36-A8FC0573506A}"/>
              </a:ext>
            </a:extLst>
          </p:cNvPr>
          <p:cNvSpPr>
            <a:spLocks noGrp="1"/>
          </p:cNvSpPr>
          <p:nvPr>
            <p:ph type="title" hasCustomPrompt="1"/>
          </p:nvPr>
        </p:nvSpPr>
        <p:spPr>
          <a:xfrm>
            <a:off x="288303" y="262267"/>
            <a:ext cx="10632110" cy="468590"/>
          </a:xfrm>
        </p:spPr>
        <p:txBody>
          <a:bodyPr/>
          <a:lstStyle>
            <a:lvl1pPr>
              <a:defRPr>
                <a:solidFill>
                  <a:schemeClr val="tx1"/>
                </a:solidFill>
              </a:defRPr>
            </a:lvl1pPr>
          </a:lstStyle>
          <a:p>
            <a:r>
              <a:rPr lang="en-GB" dirty="0"/>
              <a:t>Click to add title. Black or white text only.</a:t>
            </a:r>
            <a:endParaRPr lang="en-US" dirty="0"/>
          </a:p>
        </p:txBody>
      </p:sp>
      <p:sp>
        <p:nvSpPr>
          <p:cNvPr id="7" name="Subtitle 2">
            <a:extLst>
              <a:ext uri="{FF2B5EF4-FFF2-40B4-BE49-F238E27FC236}">
                <a16:creationId xmlns:a16="http://schemas.microsoft.com/office/drawing/2014/main" id="{295A4114-449A-5D28-03F8-03221E42A657}"/>
              </a:ext>
            </a:extLst>
          </p:cNvPr>
          <p:cNvSpPr>
            <a:spLocks noGrp="1"/>
          </p:cNvSpPr>
          <p:nvPr>
            <p:ph type="subTitle" idx="16" hasCustomPrompt="1"/>
          </p:nvPr>
        </p:nvSpPr>
        <p:spPr>
          <a:xfrm>
            <a:off x="288301" y="713620"/>
            <a:ext cx="10632109" cy="292965"/>
          </a:xfrm>
        </p:spPr>
        <p:txBody>
          <a:bodyPr vert="horz" wrap="square" lIns="0" tIns="0" rIns="0" bIns="0" rtlCol="0" anchor="t">
            <a:spAutoFit/>
          </a:bodyPr>
          <a:lstStyle>
            <a:lvl1pPr>
              <a:defRPr lang="en-GB" b="1" dirty="0"/>
            </a:lvl1pPr>
          </a:lstStyle>
          <a:p>
            <a:pPr lvl="0"/>
            <a:r>
              <a:rPr lang="en-GB" dirty="0"/>
              <a:t>Subtitle. Delete if not required.</a:t>
            </a:r>
          </a:p>
        </p:txBody>
      </p:sp>
    </p:spTree>
    <p:extLst>
      <p:ext uri="{BB962C8B-B14F-4D97-AF65-F5344CB8AC3E}">
        <p14:creationId xmlns:p14="http://schemas.microsoft.com/office/powerpoint/2010/main" val="13364812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Image and Caption">
    <p:bg>
      <p:bgPr>
        <a:solidFill>
          <a:schemeClr val="tx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3225800" y="0"/>
            <a:ext cx="8966200" cy="6858000"/>
          </a:xfrm>
          <a:solidFill>
            <a:schemeClr val="bg1"/>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289384" y="2338387"/>
            <a:ext cx="2793541" cy="3932237"/>
          </a:xfrm>
        </p:spPr>
        <p:txBody>
          <a:bodyPr/>
          <a:lstStyle/>
          <a:p>
            <a:pPr lvl="0"/>
            <a:r>
              <a:rPr lang="en-GB" dirty="0"/>
              <a:t>Click to add text – delete if not required</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itle 1">
            <a:extLst>
              <a:ext uri="{FF2B5EF4-FFF2-40B4-BE49-F238E27FC236}">
                <a16:creationId xmlns:a16="http://schemas.microsoft.com/office/drawing/2014/main" id="{52A37889-B558-B868-1094-BA62A7B3E70A}"/>
              </a:ext>
            </a:extLst>
          </p:cNvPr>
          <p:cNvSpPr>
            <a:spLocks noGrp="1"/>
          </p:cNvSpPr>
          <p:nvPr>
            <p:ph type="title"/>
          </p:nvPr>
        </p:nvSpPr>
        <p:spPr>
          <a:xfrm>
            <a:off x="288303" y="262800"/>
            <a:ext cx="2793541" cy="1934833"/>
          </a:xfrm>
        </p:spPr>
        <p:txBody>
          <a:bodyPr/>
          <a:lstStyle/>
          <a:p>
            <a:r>
              <a:rPr lang="en-US"/>
              <a:t>Click to edit Master title style</a:t>
            </a:r>
            <a:endParaRPr lang="en-GB" dirty="0"/>
          </a:p>
        </p:txBody>
      </p:sp>
    </p:spTree>
    <p:extLst>
      <p:ext uri="{BB962C8B-B14F-4D97-AF65-F5344CB8AC3E}">
        <p14:creationId xmlns:p14="http://schemas.microsoft.com/office/powerpoint/2010/main" val="31621375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Image and Content">
    <p:bg>
      <p:bgPr>
        <a:solidFill>
          <a:schemeClr val="tx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6170614" y="0"/>
            <a:ext cx="6021385" cy="6858000"/>
          </a:xfrm>
          <a:solidFill>
            <a:schemeClr val="bg1"/>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289384" y="2338387"/>
            <a:ext cx="5732003" cy="3427413"/>
          </a:xfrm>
        </p:spPr>
        <p:txBody>
          <a:bodyPr/>
          <a:lstStyle/>
          <a:p>
            <a:pPr lvl="0"/>
            <a:r>
              <a:rPr lang="en-GB" dirty="0"/>
              <a:t>Click to add text. Delete if not required.</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Subtitle 2">
            <a:extLst>
              <a:ext uri="{FF2B5EF4-FFF2-40B4-BE49-F238E27FC236}">
                <a16:creationId xmlns:a16="http://schemas.microsoft.com/office/drawing/2014/main" id="{42BB7518-D6BA-C538-D249-365B42C98C35}"/>
              </a:ext>
            </a:extLst>
          </p:cNvPr>
          <p:cNvSpPr>
            <a:spLocks noGrp="1"/>
          </p:cNvSpPr>
          <p:nvPr>
            <p:ph type="subTitle" idx="16" hasCustomPrompt="1"/>
          </p:nvPr>
        </p:nvSpPr>
        <p:spPr>
          <a:xfrm>
            <a:off x="288302" y="713620"/>
            <a:ext cx="5732003"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9" name="Title 8">
            <a:extLst>
              <a:ext uri="{FF2B5EF4-FFF2-40B4-BE49-F238E27FC236}">
                <a16:creationId xmlns:a16="http://schemas.microsoft.com/office/drawing/2014/main" id="{80AE2DF2-849C-72E8-013B-74CCFF6C4882}"/>
              </a:ext>
            </a:extLst>
          </p:cNvPr>
          <p:cNvSpPr>
            <a:spLocks noGrp="1"/>
          </p:cNvSpPr>
          <p:nvPr>
            <p:ph type="title" hasCustomPrompt="1"/>
          </p:nvPr>
        </p:nvSpPr>
        <p:spPr>
          <a:xfrm>
            <a:off x="288303" y="262267"/>
            <a:ext cx="5732002" cy="468590"/>
          </a:xfrm>
        </p:spPr>
        <p:txBody>
          <a:bodyPr/>
          <a:lstStyle/>
          <a:p>
            <a:r>
              <a:rPr lang="en-GB" dirty="0"/>
              <a:t>Master title style</a:t>
            </a:r>
          </a:p>
        </p:txBody>
      </p:sp>
      <p:sp>
        <p:nvSpPr>
          <p:cNvPr id="2" name="Footer Placeholder 4">
            <a:extLst>
              <a:ext uri="{FF2B5EF4-FFF2-40B4-BE49-F238E27FC236}">
                <a16:creationId xmlns:a16="http://schemas.microsoft.com/office/drawing/2014/main" id="{B9517692-C189-7E0D-4346-7FEE15476B2D}"/>
              </a:ext>
            </a:extLst>
          </p:cNvPr>
          <p:cNvSpPr>
            <a:spLocks noGrp="1"/>
          </p:cNvSpPr>
          <p:nvPr>
            <p:ph type="ftr" sz="quarter" idx="3"/>
          </p:nvPr>
        </p:nvSpPr>
        <p:spPr>
          <a:xfrm>
            <a:off x="288259" y="5868000"/>
            <a:ext cx="5732003"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26067388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Image and Content Right Side">
    <p:bg>
      <p:bgPr>
        <a:solidFill>
          <a:schemeClr val="tx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0" y="0"/>
            <a:ext cx="6021385" cy="6858000"/>
          </a:xfrm>
          <a:solidFill>
            <a:schemeClr val="bg1"/>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6321758" y="4376738"/>
            <a:ext cx="5580856" cy="1893886"/>
          </a:xfrm>
        </p:spPr>
        <p:txBody>
          <a:bodyPr/>
          <a:lstStyle>
            <a:lvl1pPr>
              <a:defRPr lang="en-GB" dirty="0" smtClean="0"/>
            </a:lvl1pPr>
            <a:lvl2pPr>
              <a:defRPr lang="en-GB" dirty="0" smtClean="0"/>
            </a:lvl2pPr>
            <a:lvl3pPr>
              <a:defRPr lang="en-GB" dirty="0" smtClean="0"/>
            </a:lvl3pPr>
            <a:lvl4pPr>
              <a:defRPr lang="en-GB" dirty="0" smtClean="0"/>
            </a:lvl4pPr>
            <a:lvl5pPr>
              <a:defRPr lang="en-GB" dirty="0"/>
            </a:lvl5pPr>
          </a:lstStyle>
          <a:p>
            <a:pPr lvl="0"/>
            <a:r>
              <a:rPr lang="en-GB" dirty="0"/>
              <a:t>Click to add text. Delete if not required.</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Title 6">
            <a:extLst>
              <a:ext uri="{FF2B5EF4-FFF2-40B4-BE49-F238E27FC236}">
                <a16:creationId xmlns:a16="http://schemas.microsoft.com/office/drawing/2014/main" id="{57139A87-57BC-3EA5-1A50-C7A9DA1DB2C1}"/>
              </a:ext>
            </a:extLst>
          </p:cNvPr>
          <p:cNvSpPr>
            <a:spLocks noGrp="1"/>
          </p:cNvSpPr>
          <p:nvPr>
            <p:ph type="title"/>
          </p:nvPr>
        </p:nvSpPr>
        <p:spPr>
          <a:xfrm>
            <a:off x="6323798" y="279525"/>
            <a:ext cx="5578817" cy="2620397"/>
          </a:xfrm>
        </p:spPr>
        <p:txBody>
          <a:bodyPr/>
          <a:lstStyle>
            <a:lvl1pPr>
              <a:lnSpc>
                <a:spcPct val="80000"/>
              </a:lnSpc>
              <a:defRPr sz="7000"/>
            </a:lvl1pPr>
          </a:lstStyle>
          <a:p>
            <a:r>
              <a:rPr lang="en-US"/>
              <a:t>Click to edit Master title style</a:t>
            </a:r>
            <a:endParaRPr lang="en-US" dirty="0"/>
          </a:p>
        </p:txBody>
      </p:sp>
    </p:spTree>
    <p:extLst>
      <p:ext uri="{BB962C8B-B14F-4D97-AF65-F5344CB8AC3E}">
        <p14:creationId xmlns:p14="http://schemas.microsoft.com/office/powerpoint/2010/main" val="414875658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wo Images and Content">
    <p:bg>
      <p:bgPr>
        <a:solidFill>
          <a:schemeClr val="bg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6170614" y="0"/>
            <a:ext cx="6021385" cy="3429000"/>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289384" y="2338388"/>
            <a:ext cx="5732003" cy="3429000"/>
          </a:xfrm>
        </p:spPr>
        <p:txBody>
          <a:bodyPr/>
          <a:lstStyle/>
          <a:p>
            <a:pPr lvl="0"/>
            <a:r>
              <a:rPr lang="en-GB" dirty="0"/>
              <a:t>Click to add text. Delete if not required.</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Picture Placeholder 5">
            <a:extLst>
              <a:ext uri="{FF2B5EF4-FFF2-40B4-BE49-F238E27FC236}">
                <a16:creationId xmlns:a16="http://schemas.microsoft.com/office/drawing/2014/main" id="{1CA8347E-5487-FBA2-2DD4-3FD601BD3B4C}"/>
              </a:ext>
            </a:extLst>
          </p:cNvPr>
          <p:cNvSpPr>
            <a:spLocks noGrp="1"/>
          </p:cNvSpPr>
          <p:nvPr>
            <p:ph type="pic" sz="quarter" idx="14" hasCustomPrompt="1"/>
          </p:nvPr>
        </p:nvSpPr>
        <p:spPr>
          <a:xfrm>
            <a:off x="6170614" y="3429000"/>
            <a:ext cx="6021385" cy="3429000"/>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9" name="Title 7">
            <a:extLst>
              <a:ext uri="{FF2B5EF4-FFF2-40B4-BE49-F238E27FC236}">
                <a16:creationId xmlns:a16="http://schemas.microsoft.com/office/drawing/2014/main" id="{B6AE2399-BFCA-491C-607D-8EC33F29B034}"/>
              </a:ext>
            </a:extLst>
          </p:cNvPr>
          <p:cNvSpPr>
            <a:spLocks noGrp="1"/>
          </p:cNvSpPr>
          <p:nvPr>
            <p:ph type="title" hasCustomPrompt="1"/>
          </p:nvPr>
        </p:nvSpPr>
        <p:spPr>
          <a:xfrm>
            <a:off x="288303" y="262800"/>
            <a:ext cx="5733085" cy="454529"/>
          </a:xfrm>
        </p:spPr>
        <p:txBody>
          <a:bodyPr/>
          <a:lstStyle/>
          <a:p>
            <a:r>
              <a:rPr lang="en-US" dirty="0"/>
              <a:t>Master title style</a:t>
            </a:r>
            <a:endParaRPr lang="en-GB" dirty="0"/>
          </a:p>
        </p:txBody>
      </p:sp>
      <p:sp>
        <p:nvSpPr>
          <p:cNvPr id="8" name="Subtitle 2">
            <a:extLst>
              <a:ext uri="{FF2B5EF4-FFF2-40B4-BE49-F238E27FC236}">
                <a16:creationId xmlns:a16="http://schemas.microsoft.com/office/drawing/2014/main" id="{42AEA74B-CBA6-2617-8389-0A8FBEB074F7}"/>
              </a:ext>
            </a:extLst>
          </p:cNvPr>
          <p:cNvSpPr>
            <a:spLocks noGrp="1"/>
          </p:cNvSpPr>
          <p:nvPr>
            <p:ph type="subTitle" idx="16" hasCustomPrompt="1"/>
          </p:nvPr>
        </p:nvSpPr>
        <p:spPr>
          <a:xfrm>
            <a:off x="288302" y="713620"/>
            <a:ext cx="5732003"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2" name="Footer Placeholder 4">
            <a:extLst>
              <a:ext uri="{FF2B5EF4-FFF2-40B4-BE49-F238E27FC236}">
                <a16:creationId xmlns:a16="http://schemas.microsoft.com/office/drawing/2014/main" id="{3391A549-7A5F-703E-A3A1-F1639A673C52}"/>
              </a:ext>
            </a:extLst>
          </p:cNvPr>
          <p:cNvSpPr>
            <a:spLocks noGrp="1"/>
          </p:cNvSpPr>
          <p:nvPr>
            <p:ph type="ftr" sz="quarter" idx="3"/>
          </p:nvPr>
        </p:nvSpPr>
        <p:spPr>
          <a:xfrm>
            <a:off x="288259" y="5868000"/>
            <a:ext cx="5732003"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4837985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hree Images and Content">
    <p:bg>
      <p:bgPr>
        <a:solidFill>
          <a:schemeClr val="tx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6170614" y="0"/>
            <a:ext cx="3010694" cy="3429000"/>
          </a:xfrm>
          <a:solidFill>
            <a:schemeClr val="bg1"/>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289384" y="2338387"/>
            <a:ext cx="5732003" cy="3429001"/>
          </a:xfrm>
        </p:spPr>
        <p:txBody>
          <a:bodyPr/>
          <a:lstStyle/>
          <a:p>
            <a:pPr lvl="0"/>
            <a:r>
              <a:rPr lang="en-GB" dirty="0"/>
              <a:t>Click to add text. Delete if not required.</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Picture Placeholder 5">
            <a:extLst>
              <a:ext uri="{FF2B5EF4-FFF2-40B4-BE49-F238E27FC236}">
                <a16:creationId xmlns:a16="http://schemas.microsoft.com/office/drawing/2014/main" id="{1CA8347E-5487-FBA2-2DD4-3FD601BD3B4C}"/>
              </a:ext>
            </a:extLst>
          </p:cNvPr>
          <p:cNvSpPr>
            <a:spLocks noGrp="1"/>
          </p:cNvSpPr>
          <p:nvPr>
            <p:ph type="pic" sz="quarter" idx="14" hasCustomPrompt="1"/>
          </p:nvPr>
        </p:nvSpPr>
        <p:spPr>
          <a:xfrm>
            <a:off x="6170614" y="3429000"/>
            <a:ext cx="6021385" cy="3429000"/>
          </a:xfrm>
          <a:solidFill>
            <a:schemeClr val="bg1"/>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8" name="Picture Placeholder 5">
            <a:extLst>
              <a:ext uri="{FF2B5EF4-FFF2-40B4-BE49-F238E27FC236}">
                <a16:creationId xmlns:a16="http://schemas.microsoft.com/office/drawing/2014/main" id="{341FD64A-0587-F581-84E0-EA06B4D33540}"/>
              </a:ext>
            </a:extLst>
          </p:cNvPr>
          <p:cNvSpPr>
            <a:spLocks noGrp="1"/>
          </p:cNvSpPr>
          <p:nvPr>
            <p:ph type="pic" sz="quarter" idx="15" hasCustomPrompt="1"/>
          </p:nvPr>
        </p:nvSpPr>
        <p:spPr>
          <a:xfrm>
            <a:off x="9181307" y="0"/>
            <a:ext cx="3010694" cy="3429000"/>
          </a:xfrm>
          <a:solidFill>
            <a:schemeClr val="bg1"/>
          </a:solidFill>
        </p:spPr>
        <p:txBody>
          <a:bodyPr vert="horz" lIns="0" tIns="0" rIns="0" bIns="0" rtlCol="0">
            <a:noAutofit/>
          </a:bodyPr>
          <a:lstStyle>
            <a:lvl1pPr>
              <a:defRPr lang="en-GB"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10" name="Title 7">
            <a:extLst>
              <a:ext uri="{FF2B5EF4-FFF2-40B4-BE49-F238E27FC236}">
                <a16:creationId xmlns:a16="http://schemas.microsoft.com/office/drawing/2014/main" id="{27A145F5-DB46-62B4-C485-DD186AF7BDC2}"/>
              </a:ext>
            </a:extLst>
          </p:cNvPr>
          <p:cNvSpPr>
            <a:spLocks noGrp="1"/>
          </p:cNvSpPr>
          <p:nvPr>
            <p:ph type="title" hasCustomPrompt="1"/>
          </p:nvPr>
        </p:nvSpPr>
        <p:spPr>
          <a:xfrm>
            <a:off x="288303" y="262800"/>
            <a:ext cx="5733085" cy="454529"/>
          </a:xfrm>
        </p:spPr>
        <p:txBody>
          <a:bodyPr/>
          <a:lstStyle/>
          <a:p>
            <a:r>
              <a:rPr lang="en-US" dirty="0"/>
              <a:t>Master title style</a:t>
            </a:r>
            <a:endParaRPr lang="en-GB" dirty="0"/>
          </a:p>
        </p:txBody>
      </p:sp>
      <p:sp>
        <p:nvSpPr>
          <p:cNvPr id="9" name="Subtitle 2">
            <a:extLst>
              <a:ext uri="{FF2B5EF4-FFF2-40B4-BE49-F238E27FC236}">
                <a16:creationId xmlns:a16="http://schemas.microsoft.com/office/drawing/2014/main" id="{A588C0CC-43FB-4401-B34D-842E1E15D0E5}"/>
              </a:ext>
            </a:extLst>
          </p:cNvPr>
          <p:cNvSpPr>
            <a:spLocks noGrp="1"/>
          </p:cNvSpPr>
          <p:nvPr>
            <p:ph type="subTitle" idx="16" hasCustomPrompt="1"/>
          </p:nvPr>
        </p:nvSpPr>
        <p:spPr>
          <a:xfrm>
            <a:off x="288302" y="713620"/>
            <a:ext cx="5732003"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2" name="Footer Placeholder 4">
            <a:extLst>
              <a:ext uri="{FF2B5EF4-FFF2-40B4-BE49-F238E27FC236}">
                <a16:creationId xmlns:a16="http://schemas.microsoft.com/office/drawing/2014/main" id="{BD46F191-1605-B6DF-5A57-92E681348FB1}"/>
              </a:ext>
            </a:extLst>
          </p:cNvPr>
          <p:cNvSpPr>
            <a:spLocks noGrp="1"/>
          </p:cNvSpPr>
          <p:nvPr>
            <p:ph type="ftr" sz="quarter" idx="3"/>
          </p:nvPr>
        </p:nvSpPr>
        <p:spPr>
          <a:xfrm>
            <a:off x="288259" y="5868000"/>
            <a:ext cx="5732003"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23345428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Image, Content and Caption">
    <p:bg>
      <p:bgPr>
        <a:solidFill>
          <a:schemeClr val="tx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6165850" y="2338388"/>
            <a:ext cx="5734051" cy="3932235"/>
          </a:xfrm>
          <a:solidFill>
            <a:schemeClr val="bg1"/>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289384" y="2338387"/>
            <a:ext cx="5732003" cy="3427413"/>
          </a:xfrm>
        </p:spPr>
        <p:txBody>
          <a:bodyPr/>
          <a:lstStyle/>
          <a:p>
            <a:pPr lvl="0"/>
            <a:r>
              <a:rPr lang="en-GB" dirty="0"/>
              <a:t>Click to add text. Delete if not required.</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Text Placeholder 3">
            <a:extLst>
              <a:ext uri="{FF2B5EF4-FFF2-40B4-BE49-F238E27FC236}">
                <a16:creationId xmlns:a16="http://schemas.microsoft.com/office/drawing/2014/main" id="{1F2CC53D-B78D-E756-7E3B-FA565E8B9E1D}"/>
              </a:ext>
            </a:extLst>
          </p:cNvPr>
          <p:cNvSpPr>
            <a:spLocks noGrp="1"/>
          </p:cNvSpPr>
          <p:nvPr>
            <p:ph type="body" sz="quarter" idx="14" hasCustomPrompt="1"/>
          </p:nvPr>
        </p:nvSpPr>
        <p:spPr>
          <a:xfrm>
            <a:off x="10083801" y="1306513"/>
            <a:ext cx="1816100" cy="904875"/>
          </a:xfrm>
        </p:spPr>
        <p:txBody>
          <a:bodyPr anchor="b"/>
          <a:lstStyle>
            <a:lvl1pPr>
              <a:spcBef>
                <a:spcPts val="0"/>
              </a:spcBef>
              <a:spcAft>
                <a:spcPts val="300"/>
              </a:spcAft>
              <a:defRPr lang="en-GB" sz="1000" b="0" i="0" kern="1200" dirty="0">
                <a:solidFill>
                  <a:schemeClr val="tx1"/>
                </a:solidFill>
                <a:latin typeface="+mn-lt"/>
                <a:ea typeface="+mn-ea"/>
                <a:cs typeface="+mn-cs"/>
              </a:defRPr>
            </a:lvl1pPr>
            <a:lvl2pPr marL="93663" indent="-93663">
              <a:spcBef>
                <a:spcPts val="0"/>
              </a:spcBef>
              <a:spcAft>
                <a:spcPts val="300"/>
              </a:spcAft>
              <a:tabLst/>
              <a:defRPr lang="en-GB" sz="1000" b="0" i="0" kern="1200" dirty="0">
                <a:solidFill>
                  <a:schemeClr val="tx1"/>
                </a:solidFill>
                <a:latin typeface="+mn-lt"/>
                <a:ea typeface="+mn-ea"/>
                <a:cs typeface="+mn-cs"/>
              </a:defRPr>
            </a:lvl2pPr>
            <a:lvl3pPr marL="179388" indent="-85725">
              <a:spcBef>
                <a:spcPts val="0"/>
              </a:spcBef>
              <a:spcAft>
                <a:spcPts val="300"/>
              </a:spcAft>
              <a:tabLst/>
              <a:defRPr lang="en-GB" sz="1000" b="0" i="0" kern="1200" dirty="0">
                <a:solidFill>
                  <a:schemeClr val="tx1"/>
                </a:solidFill>
                <a:latin typeface="+mn-lt"/>
                <a:ea typeface="+mn-ea"/>
                <a:cs typeface="+mn-cs"/>
              </a:defRPr>
            </a:lvl3pPr>
            <a:lvl4pPr>
              <a:defRPr sz="1000"/>
            </a:lvl4pPr>
            <a:lvl5pPr>
              <a:defRPr sz="1000"/>
            </a:lvl5pPr>
          </a:lstStyle>
          <a:p>
            <a:pPr lvl="0"/>
            <a:r>
              <a:rPr lang="en-GB" dirty="0"/>
              <a:t>Click to add text. Delete if not required.</a:t>
            </a:r>
          </a:p>
          <a:p>
            <a:pPr lvl="1"/>
            <a:r>
              <a:rPr lang="en-GB" dirty="0"/>
              <a:t>Second level</a:t>
            </a:r>
          </a:p>
          <a:p>
            <a:pPr lvl="2"/>
            <a:r>
              <a:rPr lang="en-GB" dirty="0"/>
              <a:t>Third level</a:t>
            </a:r>
          </a:p>
        </p:txBody>
      </p:sp>
      <p:sp>
        <p:nvSpPr>
          <p:cNvPr id="9" name="Title 8">
            <a:extLst>
              <a:ext uri="{FF2B5EF4-FFF2-40B4-BE49-F238E27FC236}">
                <a16:creationId xmlns:a16="http://schemas.microsoft.com/office/drawing/2014/main" id="{86327D50-E20F-7EBC-9440-36E657CCB2B0}"/>
              </a:ext>
            </a:extLst>
          </p:cNvPr>
          <p:cNvSpPr>
            <a:spLocks noGrp="1"/>
          </p:cNvSpPr>
          <p:nvPr>
            <p:ph type="title"/>
          </p:nvPr>
        </p:nvSpPr>
        <p:spPr>
          <a:xfrm>
            <a:off x="288303" y="262267"/>
            <a:ext cx="8672513" cy="457818"/>
          </a:xfrm>
        </p:spPr>
        <p:txBody>
          <a:bodyPr/>
          <a:lstStyle/>
          <a:p>
            <a:r>
              <a:rPr lang="en-US"/>
              <a:t>Click to edit Master title style</a:t>
            </a:r>
            <a:endParaRPr lang="en-GB" dirty="0"/>
          </a:p>
        </p:txBody>
      </p:sp>
      <p:sp>
        <p:nvSpPr>
          <p:cNvPr id="7" name="Subtitle 2">
            <a:extLst>
              <a:ext uri="{FF2B5EF4-FFF2-40B4-BE49-F238E27FC236}">
                <a16:creationId xmlns:a16="http://schemas.microsoft.com/office/drawing/2014/main" id="{28482B98-7AE9-6F29-768C-189744E8C745}"/>
              </a:ext>
            </a:extLst>
          </p:cNvPr>
          <p:cNvSpPr>
            <a:spLocks noGrp="1"/>
          </p:cNvSpPr>
          <p:nvPr>
            <p:ph type="subTitle" idx="16" hasCustomPrompt="1"/>
          </p:nvPr>
        </p:nvSpPr>
        <p:spPr>
          <a:xfrm>
            <a:off x="288301" y="713620"/>
            <a:ext cx="8672513"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2" name="Footer Placeholder 4">
            <a:extLst>
              <a:ext uri="{FF2B5EF4-FFF2-40B4-BE49-F238E27FC236}">
                <a16:creationId xmlns:a16="http://schemas.microsoft.com/office/drawing/2014/main" id="{BCA9CB80-774D-68B5-7E25-86D9D123DB00}"/>
              </a:ext>
            </a:extLst>
          </p:cNvPr>
          <p:cNvSpPr>
            <a:spLocks noGrp="1"/>
          </p:cNvSpPr>
          <p:nvPr>
            <p:ph type="ftr" sz="quarter" idx="3"/>
          </p:nvPr>
        </p:nvSpPr>
        <p:spPr>
          <a:xfrm>
            <a:off x="288259" y="5868000"/>
            <a:ext cx="5732003"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30416561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Images, Content and Captions">
    <p:bg>
      <p:bgPr>
        <a:solidFill>
          <a:schemeClr val="tx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9104313" y="2338386"/>
            <a:ext cx="2795588" cy="3932237"/>
          </a:xfrm>
          <a:solidFill>
            <a:schemeClr val="bg1"/>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289384" y="2338387"/>
            <a:ext cx="5732003" cy="3427413"/>
          </a:xfrm>
        </p:spPr>
        <p:txBody>
          <a:bodyPr/>
          <a:lstStyle/>
          <a:p>
            <a:pPr lvl="0"/>
            <a:r>
              <a:rPr lang="en-GB" dirty="0"/>
              <a:t>Click to add text. Delete if not required.</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Text Placeholder 3">
            <a:extLst>
              <a:ext uri="{FF2B5EF4-FFF2-40B4-BE49-F238E27FC236}">
                <a16:creationId xmlns:a16="http://schemas.microsoft.com/office/drawing/2014/main" id="{1F2CC53D-B78D-E756-7E3B-FA565E8B9E1D}"/>
              </a:ext>
            </a:extLst>
          </p:cNvPr>
          <p:cNvSpPr>
            <a:spLocks noGrp="1"/>
          </p:cNvSpPr>
          <p:nvPr>
            <p:ph type="body" sz="quarter" idx="14" hasCustomPrompt="1"/>
          </p:nvPr>
        </p:nvSpPr>
        <p:spPr>
          <a:xfrm>
            <a:off x="9104313" y="1306513"/>
            <a:ext cx="1816100" cy="904875"/>
          </a:xfrm>
        </p:spPr>
        <p:txBody>
          <a:bodyPr anchor="b"/>
          <a:lstStyle>
            <a:lvl1pPr>
              <a:spcBef>
                <a:spcPts val="0"/>
              </a:spcBef>
              <a:spcAft>
                <a:spcPts val="300"/>
              </a:spcAft>
              <a:defRPr lang="en-GB" sz="1000" b="0" i="0" kern="1200" dirty="0">
                <a:solidFill>
                  <a:schemeClr val="tx1"/>
                </a:solidFill>
                <a:latin typeface="+mn-lt"/>
                <a:ea typeface="+mn-ea"/>
                <a:cs typeface="+mn-cs"/>
              </a:defRPr>
            </a:lvl1pPr>
            <a:lvl2pPr marL="93663" indent="-93663">
              <a:spcBef>
                <a:spcPts val="0"/>
              </a:spcBef>
              <a:spcAft>
                <a:spcPts val="300"/>
              </a:spcAft>
              <a:tabLst/>
              <a:defRPr lang="en-GB" sz="1000" b="0" i="0" kern="1200" dirty="0">
                <a:solidFill>
                  <a:schemeClr val="tx1"/>
                </a:solidFill>
                <a:latin typeface="+mn-lt"/>
                <a:ea typeface="+mn-ea"/>
                <a:cs typeface="+mn-cs"/>
              </a:defRPr>
            </a:lvl2pPr>
            <a:lvl3pPr marL="179388" indent="-85725">
              <a:spcBef>
                <a:spcPts val="0"/>
              </a:spcBef>
              <a:spcAft>
                <a:spcPts val="300"/>
              </a:spcAft>
              <a:tabLst/>
              <a:defRPr lang="en-GB" sz="1000" b="0" i="0" kern="1200" dirty="0">
                <a:solidFill>
                  <a:schemeClr val="tx1"/>
                </a:solidFill>
                <a:latin typeface="+mn-lt"/>
                <a:ea typeface="+mn-ea"/>
                <a:cs typeface="+mn-cs"/>
              </a:defRPr>
            </a:lvl3pPr>
            <a:lvl4pPr>
              <a:defRPr sz="1000"/>
            </a:lvl4pPr>
            <a:lvl5pPr>
              <a:defRPr sz="1000"/>
            </a:lvl5pPr>
          </a:lstStyle>
          <a:p>
            <a:pPr lvl="0"/>
            <a:r>
              <a:rPr lang="en-GB" dirty="0"/>
              <a:t>Click to add text. Delete if not required.</a:t>
            </a:r>
          </a:p>
          <a:p>
            <a:pPr lvl="1"/>
            <a:r>
              <a:rPr lang="en-GB" dirty="0"/>
              <a:t>Second level</a:t>
            </a:r>
          </a:p>
          <a:p>
            <a:pPr lvl="2"/>
            <a:r>
              <a:rPr lang="en-GB" dirty="0"/>
              <a:t>Third level</a:t>
            </a:r>
          </a:p>
        </p:txBody>
      </p:sp>
      <p:sp>
        <p:nvSpPr>
          <p:cNvPr id="7" name="Picture Placeholder 5">
            <a:extLst>
              <a:ext uri="{FF2B5EF4-FFF2-40B4-BE49-F238E27FC236}">
                <a16:creationId xmlns:a16="http://schemas.microsoft.com/office/drawing/2014/main" id="{07C8FFB5-0C36-EA56-18AE-AE4E3A5B96B2}"/>
              </a:ext>
            </a:extLst>
          </p:cNvPr>
          <p:cNvSpPr>
            <a:spLocks noGrp="1"/>
          </p:cNvSpPr>
          <p:nvPr>
            <p:ph type="pic" sz="quarter" idx="15" hasCustomPrompt="1"/>
          </p:nvPr>
        </p:nvSpPr>
        <p:spPr>
          <a:xfrm>
            <a:off x="6165850" y="2338386"/>
            <a:ext cx="2800351" cy="3932237"/>
          </a:xfrm>
          <a:solidFill>
            <a:schemeClr val="bg1"/>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9" name="Text Placeholder 3">
            <a:extLst>
              <a:ext uri="{FF2B5EF4-FFF2-40B4-BE49-F238E27FC236}">
                <a16:creationId xmlns:a16="http://schemas.microsoft.com/office/drawing/2014/main" id="{D8A04C51-CF13-9F12-8A02-3FDDCF07D12F}"/>
              </a:ext>
            </a:extLst>
          </p:cNvPr>
          <p:cNvSpPr>
            <a:spLocks noGrp="1"/>
          </p:cNvSpPr>
          <p:nvPr>
            <p:ph type="body" sz="quarter" idx="16" hasCustomPrompt="1"/>
          </p:nvPr>
        </p:nvSpPr>
        <p:spPr>
          <a:xfrm>
            <a:off x="6165850" y="1306513"/>
            <a:ext cx="1816100" cy="904875"/>
          </a:xfrm>
        </p:spPr>
        <p:txBody>
          <a:bodyPr anchor="b"/>
          <a:lstStyle>
            <a:lvl1pPr>
              <a:spcBef>
                <a:spcPts val="0"/>
              </a:spcBef>
              <a:spcAft>
                <a:spcPts val="300"/>
              </a:spcAft>
              <a:defRPr lang="en-GB" sz="1000" b="0" i="0" kern="1200" dirty="0">
                <a:solidFill>
                  <a:schemeClr val="tx1"/>
                </a:solidFill>
                <a:latin typeface="+mn-lt"/>
                <a:ea typeface="+mn-ea"/>
                <a:cs typeface="+mn-cs"/>
              </a:defRPr>
            </a:lvl1pPr>
            <a:lvl2pPr marL="93663" indent="-93663">
              <a:spcBef>
                <a:spcPts val="0"/>
              </a:spcBef>
              <a:spcAft>
                <a:spcPts val="300"/>
              </a:spcAft>
              <a:tabLst/>
              <a:defRPr lang="en-GB" sz="1000" b="0" i="0" kern="1200" dirty="0">
                <a:solidFill>
                  <a:schemeClr val="tx1"/>
                </a:solidFill>
                <a:latin typeface="+mn-lt"/>
                <a:ea typeface="+mn-ea"/>
                <a:cs typeface="+mn-cs"/>
              </a:defRPr>
            </a:lvl2pPr>
            <a:lvl3pPr marL="179388" indent="-85725">
              <a:spcBef>
                <a:spcPts val="0"/>
              </a:spcBef>
              <a:spcAft>
                <a:spcPts val="300"/>
              </a:spcAft>
              <a:tabLst/>
              <a:defRPr lang="en-GB" sz="1000" b="0" i="0" kern="1200" dirty="0">
                <a:solidFill>
                  <a:schemeClr val="tx1"/>
                </a:solidFill>
                <a:latin typeface="+mn-lt"/>
                <a:ea typeface="+mn-ea"/>
                <a:cs typeface="+mn-cs"/>
              </a:defRPr>
            </a:lvl3pPr>
            <a:lvl4pPr>
              <a:defRPr sz="1000"/>
            </a:lvl4pPr>
            <a:lvl5pPr>
              <a:defRPr sz="1000"/>
            </a:lvl5pPr>
          </a:lstStyle>
          <a:p>
            <a:pPr lvl="0"/>
            <a:r>
              <a:rPr lang="en-GB" dirty="0"/>
              <a:t>Click to add text. Delete if not required.</a:t>
            </a:r>
          </a:p>
          <a:p>
            <a:pPr lvl="1"/>
            <a:r>
              <a:rPr lang="en-GB" dirty="0"/>
              <a:t>Second level</a:t>
            </a:r>
          </a:p>
          <a:p>
            <a:pPr lvl="2"/>
            <a:r>
              <a:rPr lang="en-GB" dirty="0"/>
              <a:t>Third level</a:t>
            </a:r>
          </a:p>
        </p:txBody>
      </p:sp>
      <p:sp>
        <p:nvSpPr>
          <p:cNvPr id="11" name="Title 7">
            <a:extLst>
              <a:ext uri="{FF2B5EF4-FFF2-40B4-BE49-F238E27FC236}">
                <a16:creationId xmlns:a16="http://schemas.microsoft.com/office/drawing/2014/main" id="{48C95821-C865-9139-DE3E-F11442D8306C}"/>
              </a:ext>
            </a:extLst>
          </p:cNvPr>
          <p:cNvSpPr>
            <a:spLocks noGrp="1"/>
          </p:cNvSpPr>
          <p:nvPr>
            <p:ph type="title" hasCustomPrompt="1"/>
          </p:nvPr>
        </p:nvSpPr>
        <p:spPr>
          <a:xfrm>
            <a:off x="288303" y="262800"/>
            <a:ext cx="8673135" cy="454529"/>
          </a:xfrm>
        </p:spPr>
        <p:txBody>
          <a:bodyPr/>
          <a:lstStyle/>
          <a:p>
            <a:r>
              <a:rPr lang="en-US" dirty="0"/>
              <a:t>Master title style</a:t>
            </a:r>
            <a:endParaRPr lang="en-GB" dirty="0"/>
          </a:p>
        </p:txBody>
      </p:sp>
      <p:sp>
        <p:nvSpPr>
          <p:cNvPr id="10" name="Subtitle 2">
            <a:extLst>
              <a:ext uri="{FF2B5EF4-FFF2-40B4-BE49-F238E27FC236}">
                <a16:creationId xmlns:a16="http://schemas.microsoft.com/office/drawing/2014/main" id="{949BA43B-6BD5-72DE-5D4D-B0BAD4FEEA2B}"/>
              </a:ext>
            </a:extLst>
          </p:cNvPr>
          <p:cNvSpPr>
            <a:spLocks noGrp="1"/>
          </p:cNvSpPr>
          <p:nvPr>
            <p:ph type="subTitle" idx="17" hasCustomPrompt="1"/>
          </p:nvPr>
        </p:nvSpPr>
        <p:spPr>
          <a:xfrm>
            <a:off x="288302" y="713620"/>
            <a:ext cx="8671498"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2" name="Footer Placeholder 4">
            <a:extLst>
              <a:ext uri="{FF2B5EF4-FFF2-40B4-BE49-F238E27FC236}">
                <a16:creationId xmlns:a16="http://schemas.microsoft.com/office/drawing/2014/main" id="{E00874E2-51B6-C9BA-5767-10D0B2852D4F}"/>
              </a:ext>
            </a:extLst>
          </p:cNvPr>
          <p:cNvSpPr>
            <a:spLocks noGrp="1"/>
          </p:cNvSpPr>
          <p:nvPr>
            <p:ph type="ftr" sz="quarter" idx="3"/>
          </p:nvPr>
        </p:nvSpPr>
        <p:spPr>
          <a:xfrm>
            <a:off x="288259" y="5868000"/>
            <a:ext cx="5739479"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40832805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wo Images, Content and Captions Stacked">
    <p:bg>
      <p:bgPr>
        <a:solidFill>
          <a:schemeClr val="tx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545FFE-3051-5386-BCE0-9D3085BB95F0}"/>
              </a:ext>
            </a:extLst>
          </p:cNvPr>
          <p:cNvSpPr>
            <a:spLocks noGrp="1"/>
          </p:cNvSpPr>
          <p:nvPr>
            <p:ph type="pic" sz="quarter" idx="13" hasCustomPrompt="1"/>
          </p:nvPr>
        </p:nvSpPr>
        <p:spPr>
          <a:xfrm>
            <a:off x="8124825" y="291038"/>
            <a:ext cx="3775076" cy="2922062"/>
          </a:xfrm>
          <a:solidFill>
            <a:schemeClr val="bg1"/>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5" name="Slide Number Placeholder 4">
            <a:extLst>
              <a:ext uri="{FF2B5EF4-FFF2-40B4-BE49-F238E27FC236}">
                <a16:creationId xmlns:a16="http://schemas.microsoft.com/office/drawing/2014/main" id="{E9119AF0-BAA0-31B4-998E-02AD3B07E859}"/>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3" name="Content Placeholder 2">
            <a:extLst>
              <a:ext uri="{FF2B5EF4-FFF2-40B4-BE49-F238E27FC236}">
                <a16:creationId xmlns:a16="http://schemas.microsoft.com/office/drawing/2014/main" id="{6770E69B-48F7-61D5-681E-68705A6AADAC}"/>
              </a:ext>
            </a:extLst>
          </p:cNvPr>
          <p:cNvSpPr>
            <a:spLocks noGrp="1"/>
          </p:cNvSpPr>
          <p:nvPr>
            <p:ph idx="1" hasCustomPrompt="1"/>
          </p:nvPr>
        </p:nvSpPr>
        <p:spPr>
          <a:xfrm>
            <a:off x="289385" y="2338387"/>
            <a:ext cx="4750422" cy="3427413"/>
          </a:xfrm>
        </p:spPr>
        <p:txBody>
          <a:bodyPr/>
          <a:lstStyle/>
          <a:p>
            <a:pPr lvl="0"/>
            <a:r>
              <a:rPr lang="en-GB" dirty="0"/>
              <a:t>Click to add text. Delete if not required.</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3">
            <a:extLst>
              <a:ext uri="{FF2B5EF4-FFF2-40B4-BE49-F238E27FC236}">
                <a16:creationId xmlns:a16="http://schemas.microsoft.com/office/drawing/2014/main" id="{D8A04C51-CF13-9F12-8A02-3FDDCF07D12F}"/>
              </a:ext>
            </a:extLst>
          </p:cNvPr>
          <p:cNvSpPr>
            <a:spLocks noGrp="1"/>
          </p:cNvSpPr>
          <p:nvPr>
            <p:ph type="body" sz="quarter" idx="16" hasCustomPrompt="1"/>
          </p:nvPr>
        </p:nvSpPr>
        <p:spPr>
          <a:xfrm>
            <a:off x="6165850" y="263526"/>
            <a:ext cx="1816099" cy="901700"/>
          </a:xfrm>
        </p:spPr>
        <p:txBody>
          <a:bodyPr/>
          <a:lstStyle>
            <a:lvl1pPr>
              <a:spcBef>
                <a:spcPts val="0"/>
              </a:spcBef>
              <a:spcAft>
                <a:spcPts val="300"/>
              </a:spcAft>
              <a:defRPr lang="en-GB" sz="1000" b="0" i="0" kern="1200" dirty="0">
                <a:solidFill>
                  <a:schemeClr val="tx1"/>
                </a:solidFill>
                <a:latin typeface="+mn-lt"/>
                <a:ea typeface="+mn-ea"/>
                <a:cs typeface="+mn-cs"/>
              </a:defRPr>
            </a:lvl1pPr>
            <a:lvl2pPr marL="93663" indent="-93663">
              <a:spcBef>
                <a:spcPts val="0"/>
              </a:spcBef>
              <a:spcAft>
                <a:spcPts val="300"/>
              </a:spcAft>
              <a:tabLst/>
              <a:defRPr lang="en-GB" sz="1000" b="0" i="0" kern="1200" dirty="0">
                <a:solidFill>
                  <a:schemeClr val="tx1"/>
                </a:solidFill>
                <a:latin typeface="+mn-lt"/>
                <a:ea typeface="+mn-ea"/>
                <a:cs typeface="+mn-cs"/>
              </a:defRPr>
            </a:lvl2pPr>
            <a:lvl3pPr marL="179388" indent="-85725">
              <a:spcBef>
                <a:spcPts val="0"/>
              </a:spcBef>
              <a:spcAft>
                <a:spcPts val="300"/>
              </a:spcAft>
              <a:tabLst/>
              <a:defRPr lang="en-GB" sz="1000" b="0" i="0" kern="1200" dirty="0">
                <a:solidFill>
                  <a:schemeClr val="tx1"/>
                </a:solidFill>
                <a:latin typeface="+mn-lt"/>
                <a:ea typeface="+mn-ea"/>
                <a:cs typeface="+mn-cs"/>
              </a:defRPr>
            </a:lvl3pPr>
            <a:lvl4pPr>
              <a:defRPr sz="1000"/>
            </a:lvl4pPr>
            <a:lvl5pPr>
              <a:defRPr sz="1000"/>
            </a:lvl5pPr>
          </a:lstStyle>
          <a:p>
            <a:pPr lvl="0"/>
            <a:r>
              <a:rPr lang="en-GB" dirty="0"/>
              <a:t>Click to add text. Delete if not required.</a:t>
            </a:r>
          </a:p>
          <a:p>
            <a:pPr lvl="1"/>
            <a:r>
              <a:rPr lang="en-GB" dirty="0"/>
              <a:t>Second level</a:t>
            </a:r>
          </a:p>
          <a:p>
            <a:pPr lvl="2"/>
            <a:r>
              <a:rPr lang="en-GB" dirty="0"/>
              <a:t>Third level</a:t>
            </a:r>
          </a:p>
        </p:txBody>
      </p:sp>
      <p:sp>
        <p:nvSpPr>
          <p:cNvPr id="10" name="Picture Placeholder 5">
            <a:extLst>
              <a:ext uri="{FF2B5EF4-FFF2-40B4-BE49-F238E27FC236}">
                <a16:creationId xmlns:a16="http://schemas.microsoft.com/office/drawing/2014/main" id="{7E2F9960-1383-47B5-D5A0-E3568E633105}"/>
              </a:ext>
            </a:extLst>
          </p:cNvPr>
          <p:cNvSpPr>
            <a:spLocks noGrp="1"/>
          </p:cNvSpPr>
          <p:nvPr>
            <p:ph type="pic" sz="quarter" idx="17" hasCustomPrompt="1"/>
          </p:nvPr>
        </p:nvSpPr>
        <p:spPr>
          <a:xfrm>
            <a:off x="8124825" y="3357564"/>
            <a:ext cx="3775076" cy="2913062"/>
          </a:xfrm>
          <a:solidFill>
            <a:schemeClr val="bg1"/>
          </a:solidFill>
        </p:spPr>
        <p:txBody>
          <a:bodyPr vert="horz" lIns="0" tIns="0" rIns="0" bIns="0" rtlCol="0">
            <a:noAutofit/>
          </a:bodyPr>
          <a:lstStyle>
            <a:lvl1pPr>
              <a:defRPr lang="en-GB"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11" name="Text Placeholder 3">
            <a:extLst>
              <a:ext uri="{FF2B5EF4-FFF2-40B4-BE49-F238E27FC236}">
                <a16:creationId xmlns:a16="http://schemas.microsoft.com/office/drawing/2014/main" id="{1157324B-BE85-4E3F-8A71-8D472DC1443F}"/>
              </a:ext>
            </a:extLst>
          </p:cNvPr>
          <p:cNvSpPr>
            <a:spLocks noGrp="1"/>
          </p:cNvSpPr>
          <p:nvPr>
            <p:ph type="body" sz="quarter" idx="18" hasCustomPrompt="1"/>
          </p:nvPr>
        </p:nvSpPr>
        <p:spPr>
          <a:xfrm>
            <a:off x="6170614" y="3334276"/>
            <a:ext cx="1811335" cy="904875"/>
          </a:xfrm>
        </p:spPr>
        <p:txBody>
          <a:bodyPr/>
          <a:lstStyle>
            <a:lvl1pPr>
              <a:spcBef>
                <a:spcPts val="0"/>
              </a:spcBef>
              <a:spcAft>
                <a:spcPts val="300"/>
              </a:spcAft>
              <a:defRPr lang="en-GB" sz="1000" b="0" i="0" kern="1200" dirty="0">
                <a:solidFill>
                  <a:schemeClr val="tx1"/>
                </a:solidFill>
                <a:latin typeface="+mn-lt"/>
                <a:ea typeface="+mn-ea"/>
                <a:cs typeface="+mn-cs"/>
              </a:defRPr>
            </a:lvl1pPr>
            <a:lvl2pPr marL="93663" indent="-93663">
              <a:spcBef>
                <a:spcPts val="0"/>
              </a:spcBef>
              <a:spcAft>
                <a:spcPts val="300"/>
              </a:spcAft>
              <a:tabLst/>
              <a:defRPr lang="en-GB" sz="1000" b="0" i="0" kern="1200" dirty="0">
                <a:solidFill>
                  <a:schemeClr val="tx1"/>
                </a:solidFill>
                <a:latin typeface="+mn-lt"/>
                <a:ea typeface="+mn-ea"/>
                <a:cs typeface="+mn-cs"/>
              </a:defRPr>
            </a:lvl2pPr>
            <a:lvl3pPr marL="179388" indent="-85725">
              <a:spcBef>
                <a:spcPts val="0"/>
              </a:spcBef>
              <a:spcAft>
                <a:spcPts val="300"/>
              </a:spcAft>
              <a:tabLst/>
              <a:defRPr lang="en-GB" sz="1000" b="0" i="0" kern="1200" dirty="0">
                <a:solidFill>
                  <a:schemeClr val="tx1"/>
                </a:solidFill>
                <a:latin typeface="+mn-lt"/>
                <a:ea typeface="+mn-ea"/>
                <a:cs typeface="+mn-cs"/>
              </a:defRPr>
            </a:lvl3pPr>
            <a:lvl4pPr>
              <a:defRPr sz="1000"/>
            </a:lvl4pPr>
            <a:lvl5pPr>
              <a:defRPr sz="1000"/>
            </a:lvl5pPr>
          </a:lstStyle>
          <a:p>
            <a:pPr lvl="0"/>
            <a:r>
              <a:rPr lang="en-GB" dirty="0"/>
              <a:t>Click to add text. Delete if not required.</a:t>
            </a:r>
          </a:p>
          <a:p>
            <a:pPr lvl="1"/>
            <a:r>
              <a:rPr lang="en-GB" dirty="0"/>
              <a:t>Second level</a:t>
            </a:r>
          </a:p>
          <a:p>
            <a:pPr lvl="2"/>
            <a:r>
              <a:rPr lang="en-GB" dirty="0"/>
              <a:t>Third level</a:t>
            </a:r>
          </a:p>
        </p:txBody>
      </p:sp>
      <p:sp>
        <p:nvSpPr>
          <p:cNvPr id="8" name="Title 7">
            <a:extLst>
              <a:ext uri="{FF2B5EF4-FFF2-40B4-BE49-F238E27FC236}">
                <a16:creationId xmlns:a16="http://schemas.microsoft.com/office/drawing/2014/main" id="{A4141273-8612-0373-5CE1-A74C8304F40A}"/>
              </a:ext>
            </a:extLst>
          </p:cNvPr>
          <p:cNvSpPr>
            <a:spLocks noGrp="1"/>
          </p:cNvSpPr>
          <p:nvPr>
            <p:ph type="title" hasCustomPrompt="1"/>
          </p:nvPr>
        </p:nvSpPr>
        <p:spPr>
          <a:xfrm>
            <a:off x="288303" y="262800"/>
            <a:ext cx="4750421" cy="454529"/>
          </a:xfrm>
        </p:spPr>
        <p:txBody>
          <a:bodyPr/>
          <a:lstStyle/>
          <a:p>
            <a:r>
              <a:rPr lang="en-US" dirty="0"/>
              <a:t>Master title style</a:t>
            </a:r>
            <a:endParaRPr lang="en-GB" dirty="0"/>
          </a:p>
        </p:txBody>
      </p:sp>
      <p:sp>
        <p:nvSpPr>
          <p:cNvPr id="7" name="Subtitle 2">
            <a:extLst>
              <a:ext uri="{FF2B5EF4-FFF2-40B4-BE49-F238E27FC236}">
                <a16:creationId xmlns:a16="http://schemas.microsoft.com/office/drawing/2014/main" id="{460EC19D-5C44-4557-54CE-FA6CE565E479}"/>
              </a:ext>
            </a:extLst>
          </p:cNvPr>
          <p:cNvSpPr>
            <a:spLocks noGrp="1"/>
          </p:cNvSpPr>
          <p:nvPr>
            <p:ph type="subTitle" idx="19" hasCustomPrompt="1"/>
          </p:nvPr>
        </p:nvSpPr>
        <p:spPr>
          <a:xfrm>
            <a:off x="288302" y="713620"/>
            <a:ext cx="4750421"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2" name="Footer Placeholder 4">
            <a:extLst>
              <a:ext uri="{FF2B5EF4-FFF2-40B4-BE49-F238E27FC236}">
                <a16:creationId xmlns:a16="http://schemas.microsoft.com/office/drawing/2014/main" id="{1F0325E1-B647-A8E5-18BB-BF2ED4C7A4DC}"/>
              </a:ext>
            </a:extLst>
          </p:cNvPr>
          <p:cNvSpPr>
            <a:spLocks noGrp="1"/>
          </p:cNvSpPr>
          <p:nvPr>
            <p:ph type="ftr" sz="quarter" idx="3"/>
          </p:nvPr>
        </p:nvSpPr>
        <p:spPr>
          <a:xfrm>
            <a:off x="288259" y="5868000"/>
            <a:ext cx="7693690"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358078004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Title Left Side, Two Images and Text ">
    <p:bg>
      <p:bgPr>
        <a:solidFill>
          <a:schemeClr val="tx2"/>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55B8D2-C963-E4A2-E467-94496D231D97}"/>
              </a:ext>
            </a:extLst>
          </p:cNvPr>
          <p:cNvSpPr>
            <a:spLocks noGrp="1"/>
          </p:cNvSpPr>
          <p:nvPr>
            <p:ph type="sldNum" sz="quarter" idx="11"/>
          </p:nvPr>
        </p:nvSpPr>
        <p:spPr/>
        <p:txBody>
          <a:bodyPr/>
          <a:lstStyle/>
          <a:p>
            <a:fld id="{C5BF5472-8D93-4A90-A2A5-629ECA2C2464}" type="slidenum">
              <a:rPr lang="en-US" smtClean="0"/>
              <a:t>‹#›</a:t>
            </a:fld>
            <a:endParaRPr lang="en-US"/>
          </a:p>
        </p:txBody>
      </p:sp>
      <p:sp>
        <p:nvSpPr>
          <p:cNvPr id="10" name="Picture Placeholder 5">
            <a:extLst>
              <a:ext uri="{FF2B5EF4-FFF2-40B4-BE49-F238E27FC236}">
                <a16:creationId xmlns:a16="http://schemas.microsoft.com/office/drawing/2014/main" id="{BEB95803-75F5-094C-03C0-91A8C27F1AAA}"/>
              </a:ext>
            </a:extLst>
          </p:cNvPr>
          <p:cNvSpPr>
            <a:spLocks noGrp="1"/>
          </p:cNvSpPr>
          <p:nvPr>
            <p:ph type="pic" sz="quarter" idx="13" hasCustomPrompt="1"/>
          </p:nvPr>
        </p:nvSpPr>
        <p:spPr>
          <a:xfrm>
            <a:off x="7150100" y="0"/>
            <a:ext cx="5041900" cy="3357563"/>
          </a:xfrm>
          <a:solidFill>
            <a:schemeClr val="bg1"/>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11" name="Picture Placeholder 5">
            <a:extLst>
              <a:ext uri="{FF2B5EF4-FFF2-40B4-BE49-F238E27FC236}">
                <a16:creationId xmlns:a16="http://schemas.microsoft.com/office/drawing/2014/main" id="{8BFC8B65-1954-09E7-5FF2-7014E6C8F04C}"/>
              </a:ext>
            </a:extLst>
          </p:cNvPr>
          <p:cNvSpPr>
            <a:spLocks noGrp="1"/>
          </p:cNvSpPr>
          <p:nvPr>
            <p:ph type="pic" sz="quarter" idx="14" hasCustomPrompt="1"/>
          </p:nvPr>
        </p:nvSpPr>
        <p:spPr>
          <a:xfrm>
            <a:off x="0" y="3357563"/>
            <a:ext cx="6022552" cy="3499955"/>
          </a:xfrm>
          <a:solidFill>
            <a:schemeClr val="bg1"/>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6" name="Text Placeholder 5">
            <a:extLst>
              <a:ext uri="{FF2B5EF4-FFF2-40B4-BE49-F238E27FC236}">
                <a16:creationId xmlns:a16="http://schemas.microsoft.com/office/drawing/2014/main" id="{899B3B30-291B-0259-955A-B312868ADB24}"/>
              </a:ext>
            </a:extLst>
          </p:cNvPr>
          <p:cNvSpPr>
            <a:spLocks noGrp="1"/>
          </p:cNvSpPr>
          <p:nvPr>
            <p:ph type="body" sz="quarter" idx="15" hasCustomPrompt="1"/>
          </p:nvPr>
        </p:nvSpPr>
        <p:spPr>
          <a:xfrm>
            <a:off x="7150102" y="4376738"/>
            <a:ext cx="4754562" cy="1893887"/>
          </a:xfrm>
        </p:spPr>
        <p:txBody>
          <a:bodyPr/>
          <a:lstStyle>
            <a:lvl1pPr>
              <a:defRPr lang="en-GB" dirty="0" smtClean="0"/>
            </a:lvl1pPr>
            <a:lvl2pPr>
              <a:defRPr lang="en-GB" dirty="0" smtClean="0"/>
            </a:lvl2pPr>
            <a:lvl3pPr>
              <a:defRPr lang="en-GB" dirty="0" smtClean="0"/>
            </a:lvl3pPr>
            <a:lvl4pPr>
              <a:defRPr lang="en-GB" dirty="0" smtClean="0"/>
            </a:lvl4pPr>
            <a:lvl5pPr>
              <a:defRPr lang="en-GB" dirty="0"/>
            </a:lvl5pPr>
          </a:lstStyle>
          <a:p>
            <a:pPr lvl="0"/>
            <a:r>
              <a:rPr lang="en-GB" dirty="0"/>
              <a:t>Click to add text. Delete if not required.</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Title 1">
            <a:extLst>
              <a:ext uri="{FF2B5EF4-FFF2-40B4-BE49-F238E27FC236}">
                <a16:creationId xmlns:a16="http://schemas.microsoft.com/office/drawing/2014/main" id="{44087789-03A9-0559-7959-C80A1DC0A306}"/>
              </a:ext>
            </a:extLst>
          </p:cNvPr>
          <p:cNvSpPr>
            <a:spLocks noGrp="1"/>
          </p:cNvSpPr>
          <p:nvPr>
            <p:ph type="title"/>
          </p:nvPr>
        </p:nvSpPr>
        <p:spPr>
          <a:xfrm>
            <a:off x="288000" y="530259"/>
            <a:ext cx="4754563" cy="2437590"/>
          </a:xfrm>
        </p:spPr>
        <p:txBody>
          <a:bodyPr anchor="ctr">
            <a:spAutoFit/>
          </a:bodyPr>
          <a:lstStyle>
            <a:lvl1pPr>
              <a:lnSpc>
                <a:spcPct val="80000"/>
              </a:lnSpc>
              <a:defRPr sz="6500">
                <a:solidFill>
                  <a:schemeClr val="accent1"/>
                </a:solidFill>
              </a:defRPr>
            </a:lvl1pPr>
          </a:lstStyle>
          <a:p>
            <a:r>
              <a:rPr lang="en-US"/>
              <a:t>Click to edit Master title style</a:t>
            </a:r>
            <a:endParaRPr lang="en-GB" dirty="0"/>
          </a:p>
        </p:txBody>
      </p:sp>
    </p:spTree>
    <p:extLst>
      <p:ext uri="{BB962C8B-B14F-4D97-AF65-F5344CB8AC3E}">
        <p14:creationId xmlns:p14="http://schemas.microsoft.com/office/powerpoint/2010/main" val="73569113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Right Side, Two Images and Text ">
    <p:bg>
      <p:bgPr>
        <a:solidFill>
          <a:schemeClr val="tx2"/>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55B8D2-C963-E4A2-E467-94496D231D97}"/>
              </a:ext>
            </a:extLst>
          </p:cNvPr>
          <p:cNvSpPr>
            <a:spLocks noGrp="1"/>
          </p:cNvSpPr>
          <p:nvPr>
            <p:ph type="sldNum" sz="quarter" idx="11"/>
          </p:nvPr>
        </p:nvSpPr>
        <p:spPr/>
        <p:txBody>
          <a:bodyPr/>
          <a:lstStyle/>
          <a:p>
            <a:fld id="{C5BF5472-8D93-4A90-A2A5-629ECA2C2464}" type="slidenum">
              <a:rPr lang="en-US" smtClean="0"/>
              <a:t>‹#›</a:t>
            </a:fld>
            <a:endParaRPr lang="en-US"/>
          </a:p>
        </p:txBody>
      </p:sp>
      <p:sp>
        <p:nvSpPr>
          <p:cNvPr id="10" name="Picture Placeholder 5">
            <a:extLst>
              <a:ext uri="{FF2B5EF4-FFF2-40B4-BE49-F238E27FC236}">
                <a16:creationId xmlns:a16="http://schemas.microsoft.com/office/drawing/2014/main" id="{BEB95803-75F5-094C-03C0-91A8C27F1AAA}"/>
              </a:ext>
            </a:extLst>
          </p:cNvPr>
          <p:cNvSpPr>
            <a:spLocks noGrp="1"/>
          </p:cNvSpPr>
          <p:nvPr>
            <p:ph type="pic" sz="quarter" idx="13" hasCustomPrompt="1"/>
          </p:nvPr>
        </p:nvSpPr>
        <p:spPr>
          <a:xfrm>
            <a:off x="0" y="-1"/>
            <a:ext cx="5041900" cy="3357563"/>
          </a:xfrm>
          <a:solidFill>
            <a:schemeClr val="bg1"/>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11" name="Picture Placeholder 5">
            <a:extLst>
              <a:ext uri="{FF2B5EF4-FFF2-40B4-BE49-F238E27FC236}">
                <a16:creationId xmlns:a16="http://schemas.microsoft.com/office/drawing/2014/main" id="{8BFC8B65-1954-09E7-5FF2-7014E6C8F04C}"/>
              </a:ext>
            </a:extLst>
          </p:cNvPr>
          <p:cNvSpPr>
            <a:spLocks noGrp="1"/>
          </p:cNvSpPr>
          <p:nvPr>
            <p:ph type="pic" sz="quarter" idx="14" hasCustomPrompt="1"/>
          </p:nvPr>
        </p:nvSpPr>
        <p:spPr>
          <a:xfrm>
            <a:off x="6165850" y="3357563"/>
            <a:ext cx="6022552" cy="3499955"/>
          </a:xfrm>
          <a:solidFill>
            <a:schemeClr val="bg1"/>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6" name="Text Placeholder 5">
            <a:extLst>
              <a:ext uri="{FF2B5EF4-FFF2-40B4-BE49-F238E27FC236}">
                <a16:creationId xmlns:a16="http://schemas.microsoft.com/office/drawing/2014/main" id="{899B3B30-291B-0259-955A-B312868ADB24}"/>
              </a:ext>
            </a:extLst>
          </p:cNvPr>
          <p:cNvSpPr>
            <a:spLocks noGrp="1"/>
          </p:cNvSpPr>
          <p:nvPr>
            <p:ph type="body" sz="quarter" idx="15" hasCustomPrompt="1"/>
          </p:nvPr>
        </p:nvSpPr>
        <p:spPr>
          <a:xfrm>
            <a:off x="287338" y="4376738"/>
            <a:ext cx="4754562" cy="1893887"/>
          </a:xfrm>
        </p:spPr>
        <p:txBody>
          <a:bodyPr/>
          <a:lstStyle>
            <a:lvl1pPr>
              <a:defRPr lang="en-GB" dirty="0" smtClean="0"/>
            </a:lvl1pPr>
            <a:lvl2pPr>
              <a:defRPr lang="en-GB" dirty="0" smtClean="0"/>
            </a:lvl2pPr>
            <a:lvl3pPr>
              <a:defRPr lang="en-GB" dirty="0" smtClean="0"/>
            </a:lvl3pPr>
            <a:lvl4pPr>
              <a:defRPr lang="en-GB" dirty="0" smtClean="0"/>
            </a:lvl4pPr>
            <a:lvl5pPr>
              <a:defRPr lang="en-GB" dirty="0"/>
            </a:lvl5pPr>
          </a:lstStyle>
          <a:p>
            <a:pPr lvl="0"/>
            <a:r>
              <a:rPr lang="en-GB" dirty="0"/>
              <a:t>Click to add text. Delete if not required.</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Title 1">
            <a:extLst>
              <a:ext uri="{FF2B5EF4-FFF2-40B4-BE49-F238E27FC236}">
                <a16:creationId xmlns:a16="http://schemas.microsoft.com/office/drawing/2014/main" id="{44087789-03A9-0559-7959-C80A1DC0A306}"/>
              </a:ext>
            </a:extLst>
          </p:cNvPr>
          <p:cNvSpPr>
            <a:spLocks noGrp="1"/>
          </p:cNvSpPr>
          <p:nvPr>
            <p:ph type="title"/>
          </p:nvPr>
        </p:nvSpPr>
        <p:spPr>
          <a:xfrm>
            <a:off x="6165850" y="530259"/>
            <a:ext cx="4754563" cy="2437590"/>
          </a:xfrm>
        </p:spPr>
        <p:txBody>
          <a:bodyPr anchor="ctr">
            <a:spAutoFit/>
          </a:bodyPr>
          <a:lstStyle>
            <a:lvl1pPr>
              <a:lnSpc>
                <a:spcPct val="80000"/>
              </a:lnSpc>
              <a:defRPr sz="6500">
                <a:solidFill>
                  <a:schemeClr val="accent1"/>
                </a:solidFill>
              </a:defRPr>
            </a:lvl1pPr>
          </a:lstStyle>
          <a:p>
            <a:r>
              <a:rPr lang="en-US"/>
              <a:t>Click to edit Master title style</a:t>
            </a:r>
            <a:endParaRPr lang="en-GB" dirty="0"/>
          </a:p>
        </p:txBody>
      </p:sp>
    </p:spTree>
    <p:extLst>
      <p:ext uri="{BB962C8B-B14F-4D97-AF65-F5344CB8AC3E}">
        <p14:creationId xmlns:p14="http://schemas.microsoft.com/office/powerpoint/2010/main" val="281676833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Three Images and Caption">
    <p:bg>
      <p:bgPr>
        <a:solidFill>
          <a:schemeClr val="tx2"/>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55B8D2-C963-E4A2-E467-94496D231D97}"/>
              </a:ext>
            </a:extLst>
          </p:cNvPr>
          <p:cNvSpPr>
            <a:spLocks noGrp="1"/>
          </p:cNvSpPr>
          <p:nvPr>
            <p:ph type="sldNum" sz="quarter" idx="11"/>
          </p:nvPr>
        </p:nvSpPr>
        <p:spPr/>
        <p:txBody>
          <a:bodyPr/>
          <a:lstStyle/>
          <a:p>
            <a:fld id="{C5BF5472-8D93-4A90-A2A5-629ECA2C2464}" type="slidenum">
              <a:rPr lang="en-US" smtClean="0"/>
              <a:t>‹#›</a:t>
            </a:fld>
            <a:endParaRPr lang="en-US"/>
          </a:p>
        </p:txBody>
      </p:sp>
      <p:sp>
        <p:nvSpPr>
          <p:cNvPr id="10" name="Picture Placeholder 5">
            <a:extLst>
              <a:ext uri="{FF2B5EF4-FFF2-40B4-BE49-F238E27FC236}">
                <a16:creationId xmlns:a16="http://schemas.microsoft.com/office/drawing/2014/main" id="{BEB95803-75F5-094C-03C0-91A8C27F1AAA}"/>
              </a:ext>
            </a:extLst>
          </p:cNvPr>
          <p:cNvSpPr>
            <a:spLocks noGrp="1"/>
          </p:cNvSpPr>
          <p:nvPr>
            <p:ph type="pic" sz="quarter" idx="13" hasCustomPrompt="1"/>
          </p:nvPr>
        </p:nvSpPr>
        <p:spPr>
          <a:xfrm>
            <a:off x="0" y="3357563"/>
            <a:ext cx="4152900" cy="3500438"/>
          </a:xfrm>
          <a:solidFill>
            <a:schemeClr val="bg1"/>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11" name="Picture Placeholder 5">
            <a:extLst>
              <a:ext uri="{FF2B5EF4-FFF2-40B4-BE49-F238E27FC236}">
                <a16:creationId xmlns:a16="http://schemas.microsoft.com/office/drawing/2014/main" id="{8BFC8B65-1954-09E7-5FF2-7014E6C8F04C}"/>
              </a:ext>
            </a:extLst>
          </p:cNvPr>
          <p:cNvSpPr>
            <a:spLocks noGrp="1"/>
          </p:cNvSpPr>
          <p:nvPr>
            <p:ph type="pic" sz="quarter" idx="14" hasCustomPrompt="1"/>
          </p:nvPr>
        </p:nvSpPr>
        <p:spPr>
          <a:xfrm>
            <a:off x="4152900" y="1"/>
            <a:ext cx="3912062" cy="6857518"/>
          </a:xfrm>
          <a:solidFill>
            <a:schemeClr val="bg1"/>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6" name="Text Placeholder 5">
            <a:extLst>
              <a:ext uri="{FF2B5EF4-FFF2-40B4-BE49-F238E27FC236}">
                <a16:creationId xmlns:a16="http://schemas.microsoft.com/office/drawing/2014/main" id="{899B3B30-291B-0259-955A-B312868ADB24}"/>
              </a:ext>
            </a:extLst>
          </p:cNvPr>
          <p:cNvSpPr>
            <a:spLocks noGrp="1"/>
          </p:cNvSpPr>
          <p:nvPr>
            <p:ph type="body" sz="quarter" idx="15" hasCustomPrompt="1"/>
          </p:nvPr>
        </p:nvSpPr>
        <p:spPr>
          <a:xfrm>
            <a:off x="9104313" y="4376738"/>
            <a:ext cx="2795587" cy="1893887"/>
          </a:xfrm>
        </p:spPr>
        <p:txBody>
          <a:bodyPr/>
          <a:lstStyle>
            <a:lvl1pPr>
              <a:defRPr lang="en-GB" dirty="0" smtClean="0"/>
            </a:lvl1pPr>
            <a:lvl2pPr>
              <a:defRPr lang="en-GB" dirty="0" smtClean="0"/>
            </a:lvl2pPr>
            <a:lvl3pPr>
              <a:defRPr lang="en-GB" dirty="0" smtClean="0"/>
            </a:lvl3pPr>
            <a:lvl4pPr>
              <a:defRPr lang="en-GB" dirty="0" smtClean="0"/>
            </a:lvl4pPr>
            <a:lvl5pPr>
              <a:defRPr lang="en-GB" dirty="0"/>
            </a:lvl5pPr>
          </a:lstStyle>
          <a:p>
            <a:pPr lvl="0"/>
            <a:r>
              <a:rPr lang="en-GB" dirty="0"/>
              <a:t>Click to add text. Delete if not required.</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Picture Placeholder 5">
            <a:extLst>
              <a:ext uri="{FF2B5EF4-FFF2-40B4-BE49-F238E27FC236}">
                <a16:creationId xmlns:a16="http://schemas.microsoft.com/office/drawing/2014/main" id="{274C72C0-D5F1-8526-2BDA-0E6460C330CF}"/>
              </a:ext>
            </a:extLst>
          </p:cNvPr>
          <p:cNvSpPr>
            <a:spLocks noGrp="1"/>
          </p:cNvSpPr>
          <p:nvPr>
            <p:ph type="pic" sz="quarter" idx="16" hasCustomPrompt="1"/>
          </p:nvPr>
        </p:nvSpPr>
        <p:spPr>
          <a:xfrm>
            <a:off x="8064961" y="0"/>
            <a:ext cx="4114339" cy="3357563"/>
          </a:xfrm>
          <a:solidFill>
            <a:schemeClr val="bg1"/>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5" name="Title 4">
            <a:extLst>
              <a:ext uri="{FF2B5EF4-FFF2-40B4-BE49-F238E27FC236}">
                <a16:creationId xmlns:a16="http://schemas.microsoft.com/office/drawing/2014/main" id="{6D8318B1-25E6-EF2C-0244-43CD92F8BF97}"/>
              </a:ext>
            </a:extLst>
          </p:cNvPr>
          <p:cNvSpPr>
            <a:spLocks noGrp="1"/>
          </p:cNvSpPr>
          <p:nvPr>
            <p:ph type="title"/>
          </p:nvPr>
        </p:nvSpPr>
        <p:spPr>
          <a:xfrm>
            <a:off x="288000" y="696913"/>
            <a:ext cx="3770934" cy="1765868"/>
          </a:xfrm>
        </p:spPr>
        <p:txBody>
          <a:bodyPr/>
          <a:lstStyle>
            <a:lvl1pPr>
              <a:defRPr sz="4500"/>
            </a:lvl1pPr>
          </a:lstStyle>
          <a:p>
            <a:r>
              <a:rPr lang="en-US"/>
              <a:t>Click to edit Master title style</a:t>
            </a:r>
            <a:endParaRPr lang="en-GB" dirty="0"/>
          </a:p>
        </p:txBody>
      </p:sp>
    </p:spTree>
    <p:extLst>
      <p:ext uri="{BB962C8B-B14F-4D97-AF65-F5344CB8AC3E}">
        <p14:creationId xmlns:p14="http://schemas.microsoft.com/office/powerpoint/2010/main" val="142065496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Animated Title and Images">
    <p:bg>
      <p:bgPr>
        <a:solidFill>
          <a:schemeClr val="tx2"/>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55B8D2-C963-E4A2-E467-94496D231D97}"/>
              </a:ext>
            </a:extLst>
          </p:cNvPr>
          <p:cNvSpPr>
            <a:spLocks noGrp="1"/>
          </p:cNvSpPr>
          <p:nvPr>
            <p:ph type="sldNum" sz="quarter" idx="11"/>
          </p:nvPr>
        </p:nvSpPr>
        <p:spPr/>
        <p:txBody>
          <a:bodyPr/>
          <a:lstStyle/>
          <a:p>
            <a:fld id="{C5BF5472-8D93-4A90-A2A5-629ECA2C2464}" type="slidenum">
              <a:rPr lang="en-US" smtClean="0"/>
              <a:t>‹#›</a:t>
            </a:fld>
            <a:endParaRPr lang="en-US"/>
          </a:p>
        </p:txBody>
      </p:sp>
      <p:sp>
        <p:nvSpPr>
          <p:cNvPr id="10" name="Picture Placeholder 5">
            <a:extLst>
              <a:ext uri="{FF2B5EF4-FFF2-40B4-BE49-F238E27FC236}">
                <a16:creationId xmlns:a16="http://schemas.microsoft.com/office/drawing/2014/main" id="{BEB95803-75F5-094C-03C0-91A8C27F1AAA}"/>
              </a:ext>
            </a:extLst>
          </p:cNvPr>
          <p:cNvSpPr>
            <a:spLocks noGrp="1"/>
          </p:cNvSpPr>
          <p:nvPr>
            <p:ph type="pic" sz="quarter" idx="13" hasCustomPrompt="1"/>
          </p:nvPr>
        </p:nvSpPr>
        <p:spPr>
          <a:xfrm>
            <a:off x="0" y="-1"/>
            <a:ext cx="5041900" cy="3357563"/>
          </a:xfrm>
          <a:solidFill>
            <a:schemeClr val="bg1"/>
          </a:solidFill>
        </p:spPr>
        <p:txBody>
          <a:bodyPr vert="horz" lIns="0" tIns="0" rIns="0" bIns="0" rtlCol="0">
            <a:noAutofit/>
          </a:bodyPr>
          <a:lstStyle>
            <a:lvl1pPr marL="0" marR="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11" name="Picture Placeholder 5">
            <a:extLst>
              <a:ext uri="{FF2B5EF4-FFF2-40B4-BE49-F238E27FC236}">
                <a16:creationId xmlns:a16="http://schemas.microsoft.com/office/drawing/2014/main" id="{8BFC8B65-1954-09E7-5FF2-7014E6C8F04C}"/>
              </a:ext>
            </a:extLst>
          </p:cNvPr>
          <p:cNvSpPr>
            <a:spLocks noGrp="1"/>
          </p:cNvSpPr>
          <p:nvPr>
            <p:ph type="pic" sz="quarter" idx="14" hasCustomPrompt="1"/>
          </p:nvPr>
        </p:nvSpPr>
        <p:spPr>
          <a:xfrm>
            <a:off x="6165850" y="3357563"/>
            <a:ext cx="6022552" cy="3499955"/>
          </a:xfrm>
          <a:solidFill>
            <a:schemeClr val="bg1"/>
          </a:solidFill>
        </p:spPr>
        <p:txBody>
          <a:bodyPr vert="horz" lIns="0" tIns="0" rIns="0" bIns="0" rtlCol="0">
            <a:noAutofit/>
          </a:bodyPr>
          <a:lstStyle>
            <a:lvl1pPr marL="0" marR="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12" name="Text Placeholder 5">
            <a:extLst>
              <a:ext uri="{FF2B5EF4-FFF2-40B4-BE49-F238E27FC236}">
                <a16:creationId xmlns:a16="http://schemas.microsoft.com/office/drawing/2014/main" id="{769031AD-BE5D-A3B7-1DEC-6584F4E4BF8D}"/>
              </a:ext>
            </a:extLst>
          </p:cNvPr>
          <p:cNvSpPr>
            <a:spLocks noGrp="1"/>
          </p:cNvSpPr>
          <p:nvPr>
            <p:ph type="body" sz="quarter" idx="12" hasCustomPrompt="1"/>
          </p:nvPr>
        </p:nvSpPr>
        <p:spPr>
          <a:xfrm>
            <a:off x="6165850" y="1306512"/>
            <a:ext cx="5736764" cy="911019"/>
          </a:xfrm>
        </p:spPr>
        <p:txBody>
          <a:bodyPr wrap="square" anchor="ctr">
            <a:spAutoFit/>
          </a:bodyPr>
          <a:lstStyle>
            <a:lvl1pPr>
              <a:lnSpc>
                <a:spcPct val="80000"/>
              </a:lnSpc>
              <a:defRPr lang="en-GB" sz="7000" b="0" i="0" kern="1200" spc="0" baseline="0" dirty="0">
                <a:solidFill>
                  <a:schemeClr val="accent1"/>
                </a:solidFill>
                <a:latin typeface="+mj-lt"/>
                <a:ea typeface="+mj-ea"/>
                <a:cs typeface="+mj-cs"/>
              </a:defRPr>
            </a:lvl1pPr>
            <a:lvl2pPr>
              <a:lnSpc>
                <a:spcPct val="80000"/>
              </a:lnSpc>
              <a:defRPr lang="en-GB" dirty="0" smtClean="0"/>
            </a:lvl2pPr>
            <a:lvl3pPr>
              <a:lnSpc>
                <a:spcPct val="80000"/>
              </a:lnSpc>
              <a:defRPr lang="en-GB" dirty="0" smtClean="0"/>
            </a:lvl3pPr>
            <a:lvl4pPr>
              <a:lnSpc>
                <a:spcPct val="80000"/>
              </a:lnSpc>
              <a:defRPr lang="en-GB" dirty="0" smtClean="0"/>
            </a:lvl4pPr>
            <a:lvl5pPr>
              <a:lnSpc>
                <a:spcPct val="80000"/>
              </a:lnSpc>
              <a:defRPr lang="en-GB" dirty="0"/>
            </a:lvl5pPr>
          </a:lstStyle>
          <a:p>
            <a:pPr lvl="0"/>
            <a:r>
              <a:rPr lang="en-GB" dirty="0"/>
              <a:t>Key text</a:t>
            </a:r>
          </a:p>
        </p:txBody>
      </p:sp>
      <p:sp>
        <p:nvSpPr>
          <p:cNvPr id="13" name="Text Placeholder 5">
            <a:extLst>
              <a:ext uri="{FF2B5EF4-FFF2-40B4-BE49-F238E27FC236}">
                <a16:creationId xmlns:a16="http://schemas.microsoft.com/office/drawing/2014/main" id="{C02A894D-CD72-8370-90B3-68756CDFCBE0}"/>
              </a:ext>
            </a:extLst>
          </p:cNvPr>
          <p:cNvSpPr>
            <a:spLocks noGrp="1"/>
          </p:cNvSpPr>
          <p:nvPr>
            <p:ph type="body" sz="quarter" idx="15" hasCustomPrompt="1"/>
          </p:nvPr>
        </p:nvSpPr>
        <p:spPr>
          <a:xfrm>
            <a:off x="1266825" y="4377028"/>
            <a:ext cx="4754562" cy="911019"/>
          </a:xfrm>
        </p:spPr>
        <p:txBody>
          <a:bodyPr wrap="square" anchor="ctr">
            <a:spAutoFit/>
          </a:bodyPr>
          <a:lstStyle>
            <a:lvl1pPr>
              <a:lnSpc>
                <a:spcPct val="80000"/>
              </a:lnSpc>
              <a:defRPr lang="en-GB" sz="7000" b="0" i="0" kern="1200" spc="0" baseline="0" dirty="0">
                <a:solidFill>
                  <a:schemeClr val="accent1"/>
                </a:solidFill>
                <a:latin typeface="+mj-lt"/>
                <a:ea typeface="+mj-ea"/>
                <a:cs typeface="+mj-cs"/>
              </a:defRPr>
            </a:lvl1pPr>
            <a:lvl2pPr>
              <a:lnSpc>
                <a:spcPct val="80000"/>
              </a:lnSpc>
              <a:defRPr lang="en-GB" dirty="0" smtClean="0"/>
            </a:lvl2pPr>
            <a:lvl3pPr>
              <a:lnSpc>
                <a:spcPct val="80000"/>
              </a:lnSpc>
              <a:defRPr lang="en-GB" dirty="0" smtClean="0"/>
            </a:lvl3pPr>
            <a:lvl4pPr>
              <a:lnSpc>
                <a:spcPct val="80000"/>
              </a:lnSpc>
              <a:defRPr lang="en-GB" dirty="0" smtClean="0"/>
            </a:lvl4pPr>
            <a:lvl5pPr>
              <a:lnSpc>
                <a:spcPct val="80000"/>
              </a:lnSpc>
              <a:defRPr lang="en-GB" dirty="0"/>
            </a:lvl5pPr>
          </a:lstStyle>
          <a:p>
            <a:pPr lvl="0"/>
            <a:r>
              <a:rPr lang="en-GB" dirty="0"/>
              <a:t>goes here</a:t>
            </a:r>
          </a:p>
        </p:txBody>
      </p:sp>
    </p:spTree>
    <p:extLst>
      <p:ext uri="{BB962C8B-B14F-4D97-AF65-F5344CB8AC3E}">
        <p14:creationId xmlns:p14="http://schemas.microsoft.com/office/powerpoint/2010/main" val="1329643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63" presetClass="path" presetSubtype="0" accel="50000" decel="50000" fill="hold" grpId="1" nodeType="withEffect">
                                  <p:stCondLst>
                                    <p:cond delay="0"/>
                                  </p:stCondLst>
                                  <p:childTnLst>
                                    <p:animMotion origin="layout" path="M 1.45833E-6 -4.07407E-6 L 0.03906 -4.07407E-6 " pathEditMode="relative" rAng="0" ptsTypes="AA">
                                      <p:cBhvr>
                                        <p:cTn id="9" dur="1000" spd="-100000" fill="hold"/>
                                        <p:tgtEl>
                                          <p:spTgt spid="12"/>
                                        </p:tgtEl>
                                        <p:attrNameLst>
                                          <p:attrName>ppt_x</p:attrName>
                                          <p:attrName>ppt_y</p:attrName>
                                        </p:attrNameLst>
                                      </p:cBhvr>
                                      <p:rCtr x="1953" y="0"/>
                                    </p:animMotion>
                                  </p:childTnLst>
                                </p:cTn>
                              </p:par>
                              <p:par>
                                <p:cTn id="10" presetID="10"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63" presetClass="path" presetSubtype="0" accel="50000" decel="50000" fill="hold" grpId="1" nodeType="withEffect">
                                  <p:stCondLst>
                                    <p:cond delay="0"/>
                                  </p:stCondLst>
                                  <p:childTnLst>
                                    <p:animMotion origin="layout" path="M -3.33333E-6 -3.7037E-6 L -0.03437 -3.7037E-6 " pathEditMode="relative" rAng="0" ptsTypes="AA">
                                      <p:cBhvr>
                                        <p:cTn id="18" dur="1000" spd="-100000" fill="hold"/>
                                        <p:tgtEl>
                                          <p:spTgt spid="13"/>
                                        </p:tgtEl>
                                        <p:attrNameLst>
                                          <p:attrName>ppt_x</p:attrName>
                                          <p:attrName>ppt_y</p:attrName>
                                        </p:attrNameLst>
                                      </p:cBhvr>
                                      <p:rCtr x="-1719" y="0"/>
                                    </p:animMotion>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tmplLst>
          <p:tmpl>
            <p:tnLst>
              <p:par>
                <p:cTn presetID="10" presetClass="entr" presetSubtype="0" fill="hold" nodeType="after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2" grpId="1"/>
      <p:bldP spid="13" grpId="0">
        <p:tmplLst>
          <p:tmpl>
            <p:tnLst>
              <p:par>
                <p:cTn presetID="10" presetClass="entr" presetSubtype="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3" grpId="1"/>
    </p:bld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Team Slide x 1">
    <p:bg>
      <p:bgPr>
        <a:solidFill>
          <a:schemeClr val="accent1"/>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lvl1pPr>
              <a:defRPr>
                <a:solidFill>
                  <a:schemeClr val="bg1"/>
                </a:solidFill>
              </a:defRPr>
            </a:lvl1pPr>
          </a:lstStyle>
          <a:p>
            <a:fld id="{C5BF5472-8D93-4A90-A2A5-629ECA2C2464}" type="slidenum">
              <a:rPr lang="en-US" smtClean="0"/>
              <a:t>‹#›</a:t>
            </a:fld>
            <a:endParaRPr lang="en-US"/>
          </a:p>
        </p:txBody>
      </p:sp>
      <p:sp>
        <p:nvSpPr>
          <p:cNvPr id="23" name="Picture Placeholder 3">
            <a:extLst>
              <a:ext uri="{FF2B5EF4-FFF2-40B4-BE49-F238E27FC236}">
                <a16:creationId xmlns:a16="http://schemas.microsoft.com/office/drawing/2014/main" id="{9858E5CC-B320-8459-7BD7-5CE14C5E3AC9}"/>
              </a:ext>
            </a:extLst>
          </p:cNvPr>
          <p:cNvSpPr>
            <a:spLocks noGrp="1"/>
          </p:cNvSpPr>
          <p:nvPr>
            <p:ph type="pic" sz="quarter" idx="23" hasCustomPrompt="1"/>
          </p:nvPr>
        </p:nvSpPr>
        <p:spPr>
          <a:xfrm>
            <a:off x="6170614" y="0"/>
            <a:ext cx="6021385" cy="6858000"/>
          </a:xfrm>
          <a:solidFill>
            <a:schemeClr val="tx2"/>
          </a:solidFill>
        </p:spPr>
        <p:txBody>
          <a:bodyPr vert="horz" lIns="0" tIns="0" rIns="0" bIns="0" rtlCol="0">
            <a:noAutofit/>
          </a:bodyPr>
          <a:lstStyle>
            <a:lvl1pPr>
              <a:defRPr lang="en-GB" dirty="0">
                <a:solidFill>
                  <a:schemeClr val="tx1"/>
                </a:solidFill>
              </a:defRPr>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 Double click the image to adjust crop and scale.</a:t>
            </a:r>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dirty="0"/>
          </a:p>
        </p:txBody>
      </p:sp>
      <p:sp>
        <p:nvSpPr>
          <p:cNvPr id="4" name="Text Placeholder 10">
            <a:extLst>
              <a:ext uri="{FF2B5EF4-FFF2-40B4-BE49-F238E27FC236}">
                <a16:creationId xmlns:a16="http://schemas.microsoft.com/office/drawing/2014/main" id="{9C68E616-CAC0-EE06-D15E-AFFEF3740EFF}"/>
              </a:ext>
            </a:extLst>
          </p:cNvPr>
          <p:cNvSpPr>
            <a:spLocks noGrp="1"/>
          </p:cNvSpPr>
          <p:nvPr>
            <p:ph type="body" sz="quarter" idx="26" hasCustomPrompt="1"/>
          </p:nvPr>
        </p:nvSpPr>
        <p:spPr>
          <a:xfrm>
            <a:off x="288925" y="4889500"/>
            <a:ext cx="2795587" cy="876300"/>
          </a:xfrm>
        </p:spPr>
        <p:txBody>
          <a:bodyPr anchor="t"/>
          <a:lstStyle>
            <a:lvl1pPr>
              <a:spcBef>
                <a:spcPts val="0"/>
              </a:spcBef>
              <a:spcAft>
                <a:spcPts val="0"/>
              </a:spcAft>
              <a:defRPr lang="en-GB" sz="1400" b="1" i="0" kern="1200" dirty="0">
                <a:solidFill>
                  <a:schemeClr val="bg1"/>
                </a:solidFill>
                <a:latin typeface="Johnson Text" pitchFamily="2" charset="77"/>
                <a:ea typeface="+mn-ea"/>
                <a:cs typeface="+mn-cs"/>
              </a:defRPr>
            </a:lvl1pPr>
            <a:lvl2pPr marL="0" indent="0">
              <a:spcBef>
                <a:spcPts val="0"/>
              </a:spcBef>
              <a:spcAft>
                <a:spcPts val="0"/>
              </a:spcAft>
              <a:buNone/>
              <a:defRPr sz="1400" b="0" i="0">
                <a:solidFill>
                  <a:schemeClr val="bg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5" name="Text Placeholder 7">
            <a:extLst>
              <a:ext uri="{FF2B5EF4-FFF2-40B4-BE49-F238E27FC236}">
                <a16:creationId xmlns:a16="http://schemas.microsoft.com/office/drawing/2014/main" id="{D8DD8F62-9521-0227-75CF-0AE636418711}"/>
              </a:ext>
            </a:extLst>
          </p:cNvPr>
          <p:cNvSpPr>
            <a:spLocks noGrp="1"/>
          </p:cNvSpPr>
          <p:nvPr>
            <p:ph type="body" sz="quarter" idx="15" hasCustomPrompt="1"/>
          </p:nvPr>
        </p:nvSpPr>
        <p:spPr>
          <a:xfrm>
            <a:off x="288925" y="2338388"/>
            <a:ext cx="3778250" cy="1893887"/>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GB" dirty="0"/>
              <a:t>Click to add text. Delete if not required.</a:t>
            </a:r>
          </a:p>
          <a:p>
            <a:pPr lvl="1"/>
            <a:r>
              <a:rPr lang="en-GB" dirty="0"/>
              <a:t>Second level</a:t>
            </a:r>
          </a:p>
          <a:p>
            <a:pPr lvl="2"/>
            <a:r>
              <a:rPr lang="en-GB" dirty="0"/>
              <a:t>Third level</a:t>
            </a:r>
          </a:p>
        </p:txBody>
      </p:sp>
      <p:sp>
        <p:nvSpPr>
          <p:cNvPr id="9" name="Title 7">
            <a:extLst>
              <a:ext uri="{FF2B5EF4-FFF2-40B4-BE49-F238E27FC236}">
                <a16:creationId xmlns:a16="http://schemas.microsoft.com/office/drawing/2014/main" id="{B09A4C51-350E-EA65-5ABE-B10E6D298CF1}"/>
              </a:ext>
            </a:extLst>
          </p:cNvPr>
          <p:cNvSpPr>
            <a:spLocks noGrp="1"/>
          </p:cNvSpPr>
          <p:nvPr>
            <p:ph type="title" hasCustomPrompt="1"/>
          </p:nvPr>
        </p:nvSpPr>
        <p:spPr>
          <a:xfrm>
            <a:off x="288303" y="262800"/>
            <a:ext cx="5733085" cy="468590"/>
          </a:xfrm>
        </p:spPr>
        <p:txBody>
          <a:bodyPr/>
          <a:lstStyle>
            <a:lvl1pPr>
              <a:defRPr>
                <a:solidFill>
                  <a:schemeClr val="bg1"/>
                </a:solidFill>
              </a:defRPr>
            </a:lvl1pPr>
          </a:lstStyle>
          <a:p>
            <a:r>
              <a:rPr lang="en-US" dirty="0"/>
              <a:t>Master title style</a:t>
            </a:r>
            <a:endParaRPr lang="en-GB" dirty="0"/>
          </a:p>
        </p:txBody>
      </p:sp>
      <p:sp>
        <p:nvSpPr>
          <p:cNvPr id="2" name="Subtitle 2">
            <a:extLst>
              <a:ext uri="{FF2B5EF4-FFF2-40B4-BE49-F238E27FC236}">
                <a16:creationId xmlns:a16="http://schemas.microsoft.com/office/drawing/2014/main" id="{5751BFC5-7E94-8966-6D2A-5204BCB942D2}"/>
              </a:ext>
            </a:extLst>
          </p:cNvPr>
          <p:cNvSpPr>
            <a:spLocks noGrp="1"/>
          </p:cNvSpPr>
          <p:nvPr>
            <p:ph type="subTitle" idx="16" hasCustomPrompt="1"/>
          </p:nvPr>
        </p:nvSpPr>
        <p:spPr>
          <a:xfrm>
            <a:off x="288302" y="713620"/>
            <a:ext cx="5733085" cy="292965"/>
          </a:xfrm>
        </p:spPr>
        <p:txBody>
          <a:bodyPr vert="horz" wrap="square" lIns="0" tIns="0" rIns="0" bIns="0" rtlCol="0" anchor="t">
            <a:spAutoFit/>
          </a:bodyPr>
          <a:lstStyle>
            <a:lvl1pPr>
              <a:defRPr lang="en-GB" b="1" dirty="0">
                <a:solidFill>
                  <a:schemeClr val="bg1"/>
                </a:solidFill>
              </a:defRPr>
            </a:lvl1pPr>
          </a:lstStyle>
          <a:p>
            <a:pPr lvl="0"/>
            <a:r>
              <a:rPr lang="en-GB" dirty="0"/>
              <a:t>Subtitle. Delete if not required.</a:t>
            </a:r>
          </a:p>
        </p:txBody>
      </p:sp>
      <p:sp>
        <p:nvSpPr>
          <p:cNvPr id="3" name="Graphic 8">
            <a:extLst>
              <a:ext uri="{FF2B5EF4-FFF2-40B4-BE49-F238E27FC236}">
                <a16:creationId xmlns:a16="http://schemas.microsoft.com/office/drawing/2014/main" id="{C40E4DC1-BB74-3975-DFE6-D6234B08E410}"/>
              </a:ext>
            </a:extLst>
          </p:cNvPr>
          <p:cNvSpPr>
            <a:spLocks noChangeAspect="1"/>
          </p:cNvSpPr>
          <p:nvPr/>
        </p:nvSpPr>
        <p:spPr>
          <a:xfrm>
            <a:off x="287338" y="6416675"/>
            <a:ext cx="352800" cy="149403"/>
          </a:xfrm>
          <a:custGeom>
            <a:avLst/>
            <a:gdLst>
              <a:gd name="connsiteX0" fmla="*/ 5699846 w 6586631"/>
              <a:gd name="connsiteY0" fmla="*/ 2789294 h 2789293"/>
              <a:gd name="connsiteX1" fmla="*/ 6586632 w 6586631"/>
              <a:gd name="connsiteY1" fmla="*/ 1909153 h 2789293"/>
              <a:gd name="connsiteX2" fmla="*/ 6586632 w 6586631"/>
              <a:gd name="connsiteY2" fmla="*/ 60980 h 2789293"/>
              <a:gd name="connsiteX3" fmla="*/ 6112656 w 6586631"/>
              <a:gd name="connsiteY3" fmla="*/ 60980 h 2789293"/>
              <a:gd name="connsiteX4" fmla="*/ 6112656 w 6586631"/>
              <a:gd name="connsiteY4" fmla="*/ 2031114 h 2789293"/>
              <a:gd name="connsiteX5" fmla="*/ 5699846 w 6586631"/>
              <a:gd name="connsiteY5" fmla="*/ 2541669 h 2789293"/>
              <a:gd name="connsiteX6" fmla="*/ 5287036 w 6586631"/>
              <a:gd name="connsiteY6" fmla="*/ 1992847 h 2789293"/>
              <a:gd name="connsiteX7" fmla="*/ 5287036 w 6586631"/>
              <a:gd name="connsiteY7" fmla="*/ 1627212 h 2789293"/>
              <a:gd name="connsiteX8" fmla="*/ 4813060 w 6586631"/>
              <a:gd name="connsiteY8" fmla="*/ 1745222 h 2789293"/>
              <a:gd name="connsiteX9" fmla="*/ 4813060 w 6586631"/>
              <a:gd name="connsiteY9" fmla="*/ 1909153 h 2789293"/>
              <a:gd name="connsiteX10" fmla="*/ 5699846 w 6586631"/>
              <a:gd name="connsiteY10" fmla="*/ 2789294 h 2789293"/>
              <a:gd name="connsiteX11" fmla="*/ 3177175 w 6586631"/>
              <a:gd name="connsiteY11" fmla="*/ 2511056 h 2789293"/>
              <a:gd name="connsiteX12" fmla="*/ 2584828 w 6586631"/>
              <a:gd name="connsiteY12" fmla="*/ 1897549 h 2789293"/>
              <a:gd name="connsiteX13" fmla="*/ 2817854 w 6586631"/>
              <a:gd name="connsiteY13" fmla="*/ 1413657 h 2789293"/>
              <a:gd name="connsiteX14" fmla="*/ 3681610 w 6586631"/>
              <a:gd name="connsiteY14" fmla="*/ 2354778 h 2789293"/>
              <a:gd name="connsiteX15" fmla="*/ 3177175 w 6586631"/>
              <a:gd name="connsiteY15" fmla="*/ 2511056 h 2789293"/>
              <a:gd name="connsiteX16" fmla="*/ 3639512 w 6586631"/>
              <a:gd name="connsiteY16" fmla="*/ 1147022 h 2789293"/>
              <a:gd name="connsiteX17" fmla="*/ 4140232 w 6586631"/>
              <a:gd name="connsiteY17" fmla="*/ 1634865 h 2789293"/>
              <a:gd name="connsiteX18" fmla="*/ 4017900 w 6586631"/>
              <a:gd name="connsiteY18" fmla="*/ 2042717 h 2789293"/>
              <a:gd name="connsiteX19" fmla="*/ 3268800 w 6586631"/>
              <a:gd name="connsiteY19" fmla="*/ 1219359 h 2789293"/>
              <a:gd name="connsiteX20" fmla="*/ 3639512 w 6586631"/>
              <a:gd name="connsiteY20" fmla="*/ 1147022 h 2789293"/>
              <a:gd name="connsiteX21" fmla="*/ 3177175 w 6586631"/>
              <a:gd name="connsiteY21" fmla="*/ 201951 h 2789293"/>
              <a:gd name="connsiteX22" fmla="*/ 3536495 w 6586631"/>
              <a:gd name="connsiteY22" fmla="*/ 567833 h 2789293"/>
              <a:gd name="connsiteX23" fmla="*/ 3165783 w 6586631"/>
              <a:gd name="connsiteY23" fmla="*/ 1109002 h 2789293"/>
              <a:gd name="connsiteX24" fmla="*/ 3001353 w 6586631"/>
              <a:gd name="connsiteY24" fmla="*/ 926061 h 2789293"/>
              <a:gd name="connsiteX25" fmla="*/ 2814140 w 6586631"/>
              <a:gd name="connsiteY25" fmla="*/ 548823 h 2789293"/>
              <a:gd name="connsiteX26" fmla="*/ 3177175 w 6586631"/>
              <a:gd name="connsiteY26" fmla="*/ 201951 h 2789293"/>
              <a:gd name="connsiteX27" fmla="*/ 4136518 w 6586631"/>
              <a:gd name="connsiteY27" fmla="*/ 2172084 h 2789293"/>
              <a:gd name="connsiteX28" fmla="*/ 4461417 w 6586631"/>
              <a:gd name="connsiteY28" fmla="*/ 1428964 h 2789293"/>
              <a:gd name="connsiteX29" fmla="*/ 3960696 w 6586631"/>
              <a:gd name="connsiteY29" fmla="*/ 945071 h 2789293"/>
              <a:gd name="connsiteX30" fmla="*/ 3502073 w 6586631"/>
              <a:gd name="connsiteY30" fmla="*/ 1036418 h 2789293"/>
              <a:gd name="connsiteX31" fmla="*/ 3494397 w 6586631"/>
              <a:gd name="connsiteY31" fmla="*/ 1021112 h 2789293"/>
              <a:gd name="connsiteX32" fmla="*/ 3907206 w 6586631"/>
              <a:gd name="connsiteY32" fmla="*/ 518209 h 2789293"/>
              <a:gd name="connsiteX33" fmla="*/ 3188566 w 6586631"/>
              <a:gd name="connsiteY33" fmla="*/ 0 h 2789293"/>
              <a:gd name="connsiteX34" fmla="*/ 2401082 w 6586631"/>
              <a:gd name="connsiteY34" fmla="*/ 659180 h 2789293"/>
              <a:gd name="connsiteX35" fmla="*/ 2706913 w 6586631"/>
              <a:gd name="connsiteY35" fmla="*/ 1295646 h 2789293"/>
              <a:gd name="connsiteX36" fmla="*/ 2710628 w 6586631"/>
              <a:gd name="connsiteY36" fmla="*/ 1303300 h 2789293"/>
              <a:gd name="connsiteX37" fmla="*/ 2164094 w 6586631"/>
              <a:gd name="connsiteY37" fmla="*/ 2069134 h 2789293"/>
              <a:gd name="connsiteX38" fmla="*/ 2932262 w 6586631"/>
              <a:gd name="connsiteY38" fmla="*/ 2789294 h 2789293"/>
              <a:gd name="connsiteX39" fmla="*/ 3796018 w 6586631"/>
              <a:gd name="connsiteY39" fmla="*/ 2480689 h 2789293"/>
              <a:gd name="connsiteX40" fmla="*/ 4025329 w 6586631"/>
              <a:gd name="connsiteY40" fmla="*/ 2728314 h 2789293"/>
              <a:gd name="connsiteX41" fmla="*/ 4625352 w 6586631"/>
              <a:gd name="connsiteY41" fmla="*/ 2728314 h 2789293"/>
              <a:gd name="connsiteX42" fmla="*/ 4625352 w 6586631"/>
              <a:gd name="connsiteY42" fmla="*/ 2709303 h 2789293"/>
              <a:gd name="connsiteX43" fmla="*/ 4136518 w 6586631"/>
              <a:gd name="connsiteY43" fmla="*/ 2172084 h 2789293"/>
              <a:gd name="connsiteX44" fmla="*/ 886786 w 6586631"/>
              <a:gd name="connsiteY44" fmla="*/ 2789294 h 2789293"/>
              <a:gd name="connsiteX45" fmla="*/ 1773572 w 6586631"/>
              <a:gd name="connsiteY45" fmla="*/ 1909153 h 2789293"/>
              <a:gd name="connsiteX46" fmla="*/ 1773572 w 6586631"/>
              <a:gd name="connsiteY46" fmla="*/ 60980 h 2789293"/>
              <a:gd name="connsiteX47" fmla="*/ 1299596 w 6586631"/>
              <a:gd name="connsiteY47" fmla="*/ 60980 h 2789293"/>
              <a:gd name="connsiteX48" fmla="*/ 1299596 w 6586631"/>
              <a:gd name="connsiteY48" fmla="*/ 2031114 h 2789293"/>
              <a:gd name="connsiteX49" fmla="*/ 886786 w 6586631"/>
              <a:gd name="connsiteY49" fmla="*/ 2541669 h 2789293"/>
              <a:gd name="connsiteX50" fmla="*/ 473976 w 6586631"/>
              <a:gd name="connsiteY50" fmla="*/ 1992847 h 2789293"/>
              <a:gd name="connsiteX51" fmla="*/ 473976 w 6586631"/>
              <a:gd name="connsiteY51" fmla="*/ 1627212 h 2789293"/>
              <a:gd name="connsiteX52" fmla="*/ 0 w 6586631"/>
              <a:gd name="connsiteY52" fmla="*/ 1745222 h 2789293"/>
              <a:gd name="connsiteX53" fmla="*/ 0 w 6586631"/>
              <a:gd name="connsiteY53" fmla="*/ 1909153 h 2789293"/>
              <a:gd name="connsiteX54" fmla="*/ 886786 w 6586631"/>
              <a:gd name="connsiteY54" fmla="*/ 2789294 h 2789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586631" h="2789293">
                <a:moveTo>
                  <a:pt x="5699846" y="2789294"/>
                </a:moveTo>
                <a:cubicBezTo>
                  <a:pt x="6338253" y="2789294"/>
                  <a:pt x="6586632" y="2408105"/>
                  <a:pt x="6586632" y="1909153"/>
                </a:cubicBezTo>
                <a:lnTo>
                  <a:pt x="6586632" y="60980"/>
                </a:lnTo>
                <a:lnTo>
                  <a:pt x="6112656" y="60980"/>
                </a:lnTo>
                <a:lnTo>
                  <a:pt x="6112656" y="2031114"/>
                </a:lnTo>
                <a:cubicBezTo>
                  <a:pt x="6112656" y="2351075"/>
                  <a:pt x="5990324" y="2541669"/>
                  <a:pt x="5699846" y="2541669"/>
                </a:cubicBezTo>
                <a:cubicBezTo>
                  <a:pt x="5413083" y="2541669"/>
                  <a:pt x="5287036" y="2339718"/>
                  <a:pt x="5287036" y="1992847"/>
                </a:cubicBezTo>
                <a:lnTo>
                  <a:pt x="5287036" y="1627212"/>
                </a:lnTo>
                <a:lnTo>
                  <a:pt x="4813060" y="1745222"/>
                </a:lnTo>
                <a:lnTo>
                  <a:pt x="4813060" y="1909153"/>
                </a:lnTo>
                <a:cubicBezTo>
                  <a:pt x="4813060" y="2408352"/>
                  <a:pt x="5061440" y="2789294"/>
                  <a:pt x="5699846" y="2789294"/>
                </a:cubicBezTo>
                <a:moveTo>
                  <a:pt x="3177175" y="2511056"/>
                </a:moveTo>
                <a:cubicBezTo>
                  <a:pt x="2810177" y="2511056"/>
                  <a:pt x="2584828" y="2213808"/>
                  <a:pt x="2584828" y="1897549"/>
                </a:cubicBezTo>
                <a:cubicBezTo>
                  <a:pt x="2584828" y="1699302"/>
                  <a:pt x="2672739" y="1516361"/>
                  <a:pt x="2817854" y="1413657"/>
                </a:cubicBezTo>
                <a:lnTo>
                  <a:pt x="3681610" y="2354778"/>
                </a:lnTo>
                <a:cubicBezTo>
                  <a:pt x="3521141" y="2450075"/>
                  <a:pt x="3341358" y="2511056"/>
                  <a:pt x="3177175" y="2511056"/>
                </a:cubicBezTo>
                <a:moveTo>
                  <a:pt x="3639512" y="1147022"/>
                </a:moveTo>
                <a:cubicBezTo>
                  <a:pt x="3949057" y="1147022"/>
                  <a:pt x="4140232" y="1326013"/>
                  <a:pt x="4140232" y="1634865"/>
                </a:cubicBezTo>
                <a:cubicBezTo>
                  <a:pt x="4140232" y="1772132"/>
                  <a:pt x="4102096" y="1913103"/>
                  <a:pt x="4017900" y="2042717"/>
                </a:cubicBezTo>
                <a:lnTo>
                  <a:pt x="3268800" y="1219359"/>
                </a:lnTo>
                <a:cubicBezTo>
                  <a:pt x="3402524" y="1166032"/>
                  <a:pt x="3532533" y="1147022"/>
                  <a:pt x="3639512" y="1147022"/>
                </a:cubicBezTo>
                <a:moveTo>
                  <a:pt x="3177175" y="201951"/>
                </a:moveTo>
                <a:cubicBezTo>
                  <a:pt x="3402771" y="201951"/>
                  <a:pt x="3536495" y="331565"/>
                  <a:pt x="3536495" y="567833"/>
                </a:cubicBezTo>
                <a:cubicBezTo>
                  <a:pt x="3536495" y="785091"/>
                  <a:pt x="3429516" y="990745"/>
                  <a:pt x="3165783" y="1109002"/>
                </a:cubicBezTo>
                <a:lnTo>
                  <a:pt x="3001353" y="926061"/>
                </a:lnTo>
                <a:cubicBezTo>
                  <a:pt x="2855990" y="766081"/>
                  <a:pt x="2814140" y="666833"/>
                  <a:pt x="2814140" y="548823"/>
                </a:cubicBezTo>
                <a:cubicBezTo>
                  <a:pt x="2813892" y="327615"/>
                  <a:pt x="2955292" y="201951"/>
                  <a:pt x="3177175" y="201951"/>
                </a:cubicBezTo>
                <a:moveTo>
                  <a:pt x="4136518" y="2172084"/>
                </a:moveTo>
                <a:cubicBezTo>
                  <a:pt x="4343047" y="1928163"/>
                  <a:pt x="4461417" y="1661528"/>
                  <a:pt x="4461417" y="1428964"/>
                </a:cubicBezTo>
                <a:cubicBezTo>
                  <a:pt x="4461417" y="1139369"/>
                  <a:pt x="4266527" y="945071"/>
                  <a:pt x="3960696" y="945071"/>
                </a:cubicBezTo>
                <a:cubicBezTo>
                  <a:pt x="3800228" y="945071"/>
                  <a:pt x="3620443" y="990745"/>
                  <a:pt x="3502073" y="1036418"/>
                </a:cubicBezTo>
                <a:lnTo>
                  <a:pt x="3494397" y="1021112"/>
                </a:lnTo>
                <a:cubicBezTo>
                  <a:pt x="3784874" y="864834"/>
                  <a:pt x="3907206" y="720160"/>
                  <a:pt x="3907206" y="518209"/>
                </a:cubicBezTo>
                <a:cubicBezTo>
                  <a:pt x="3907206" y="228614"/>
                  <a:pt x="3647188" y="0"/>
                  <a:pt x="3188566" y="0"/>
                </a:cubicBezTo>
                <a:cubicBezTo>
                  <a:pt x="2661100" y="0"/>
                  <a:pt x="2401082" y="293545"/>
                  <a:pt x="2401082" y="659180"/>
                </a:cubicBezTo>
                <a:cubicBezTo>
                  <a:pt x="2401082" y="857428"/>
                  <a:pt x="2485278" y="1055429"/>
                  <a:pt x="2706913" y="1295646"/>
                </a:cubicBezTo>
                <a:lnTo>
                  <a:pt x="2710628" y="1303300"/>
                </a:lnTo>
                <a:cubicBezTo>
                  <a:pt x="2336201" y="1482291"/>
                  <a:pt x="2164094" y="1771886"/>
                  <a:pt x="2164094" y="2069134"/>
                </a:cubicBezTo>
                <a:cubicBezTo>
                  <a:pt x="2164094" y="2461679"/>
                  <a:pt x="2465963" y="2789294"/>
                  <a:pt x="2932262" y="2789294"/>
                </a:cubicBezTo>
                <a:cubicBezTo>
                  <a:pt x="3199710" y="2789294"/>
                  <a:pt x="3513217" y="2678690"/>
                  <a:pt x="3796018" y="2480689"/>
                </a:cubicBezTo>
                <a:lnTo>
                  <a:pt x="4025329" y="2728314"/>
                </a:lnTo>
                <a:lnTo>
                  <a:pt x="4625352" y="2728314"/>
                </a:lnTo>
                <a:lnTo>
                  <a:pt x="4625352" y="2709303"/>
                </a:lnTo>
                <a:lnTo>
                  <a:pt x="4136518" y="2172084"/>
                </a:lnTo>
                <a:close/>
                <a:moveTo>
                  <a:pt x="886786" y="2789294"/>
                </a:moveTo>
                <a:cubicBezTo>
                  <a:pt x="1525192" y="2789294"/>
                  <a:pt x="1773572" y="2408105"/>
                  <a:pt x="1773572" y="1909153"/>
                </a:cubicBezTo>
                <a:lnTo>
                  <a:pt x="1773572" y="60980"/>
                </a:lnTo>
                <a:lnTo>
                  <a:pt x="1299596" y="60980"/>
                </a:lnTo>
                <a:lnTo>
                  <a:pt x="1299596" y="2031114"/>
                </a:lnTo>
                <a:cubicBezTo>
                  <a:pt x="1299596" y="2351075"/>
                  <a:pt x="1177263" y="2541669"/>
                  <a:pt x="886786" y="2541669"/>
                </a:cubicBezTo>
                <a:cubicBezTo>
                  <a:pt x="600023" y="2541669"/>
                  <a:pt x="473976" y="2339718"/>
                  <a:pt x="473976" y="1992847"/>
                </a:cubicBezTo>
                <a:lnTo>
                  <a:pt x="473976" y="1627212"/>
                </a:lnTo>
                <a:lnTo>
                  <a:pt x="0" y="1745222"/>
                </a:lnTo>
                <a:lnTo>
                  <a:pt x="0" y="1909153"/>
                </a:lnTo>
                <a:cubicBezTo>
                  <a:pt x="0" y="2408352"/>
                  <a:pt x="248379" y="2789294"/>
                  <a:pt x="886786" y="2789294"/>
                </a:cubicBezTo>
              </a:path>
            </a:pathLst>
          </a:custGeom>
          <a:solidFill>
            <a:schemeClr val="bg1"/>
          </a:solidFill>
          <a:ln w="24751" cap="flat">
            <a:noFill/>
            <a:prstDash val="solid"/>
            <a:miter/>
          </a:ln>
        </p:spPr>
        <p:txBody>
          <a:bodyPr rtlCol="0" anchor="ctr"/>
          <a:lstStyle/>
          <a:p>
            <a:endParaRPr lang="en-GB"/>
          </a:p>
        </p:txBody>
      </p:sp>
      <p:sp>
        <p:nvSpPr>
          <p:cNvPr id="6" name="Footer Placeholder 4">
            <a:extLst>
              <a:ext uri="{FF2B5EF4-FFF2-40B4-BE49-F238E27FC236}">
                <a16:creationId xmlns:a16="http://schemas.microsoft.com/office/drawing/2014/main" id="{E3D9D9B0-873B-B8A9-1B63-57E03B292653}"/>
              </a:ext>
            </a:extLst>
          </p:cNvPr>
          <p:cNvSpPr>
            <a:spLocks noGrp="1"/>
          </p:cNvSpPr>
          <p:nvPr>
            <p:ph type="ftr" sz="quarter" idx="3"/>
          </p:nvPr>
        </p:nvSpPr>
        <p:spPr>
          <a:xfrm>
            <a:off x="288259" y="5868000"/>
            <a:ext cx="5733085"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bg1"/>
                </a:solidFill>
                <a:latin typeface="+mn-lt"/>
              </a:defRPr>
            </a:lvl1pPr>
          </a:lstStyle>
          <a:p>
            <a:endParaRPr lang="en-US"/>
          </a:p>
        </p:txBody>
      </p:sp>
      <p:sp>
        <p:nvSpPr>
          <p:cNvPr id="8" name="TextBox 7">
            <a:extLst>
              <a:ext uri="{FF2B5EF4-FFF2-40B4-BE49-F238E27FC236}">
                <a16:creationId xmlns:a16="http://schemas.microsoft.com/office/drawing/2014/main" id="{F0E4EF02-E535-25B2-30EA-799B2F37D8E8}"/>
              </a:ext>
            </a:extLst>
          </p:cNvPr>
          <p:cNvSpPr txBox="1"/>
          <p:nvPr/>
        </p:nvSpPr>
        <p:spPr>
          <a:xfrm>
            <a:off x="2604124" y="6449779"/>
            <a:ext cx="3260725" cy="153464"/>
          </a:xfrm>
          <a:prstGeom prst="rect">
            <a:avLst/>
          </a:prstGeom>
          <a:noFill/>
        </p:spPr>
        <p:txBody>
          <a:bodyPr wrap="square" lIns="0" tIns="0" rIns="0" bIns="0" rtlCol="0" anchor="b" anchorCtr="0">
            <a:noAutofit/>
          </a:bodyPr>
          <a:lstStyle/>
          <a:p>
            <a:pPr algn="r"/>
            <a:r>
              <a:rPr lang="en-US" sz="1100" kern="1200" dirty="0">
                <a:solidFill>
                  <a:schemeClr val="bg1"/>
                </a:solidFill>
                <a:latin typeface="+mn-lt"/>
                <a:ea typeface="+mn-ea"/>
                <a:cs typeface="+mn-cs"/>
              </a:rPr>
              <a:t>Core program name</a:t>
            </a:r>
          </a:p>
        </p:txBody>
      </p:sp>
    </p:spTree>
    <p:extLst>
      <p:ext uri="{BB962C8B-B14F-4D97-AF65-F5344CB8AC3E}">
        <p14:creationId xmlns:p14="http://schemas.microsoft.com/office/powerpoint/2010/main" val="115771379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Team Slide x 1-2">
    <p:bg>
      <p:bgPr>
        <a:solidFill>
          <a:schemeClr val="accent1"/>
        </a:solidFill>
        <a:effectLst/>
      </p:bgPr>
    </p:bg>
    <p:spTree>
      <p:nvGrpSpPr>
        <p:cNvPr id="1" name=""/>
        <p:cNvGrpSpPr/>
        <p:nvPr/>
      </p:nvGrpSpPr>
      <p:grpSpPr>
        <a:xfrm>
          <a:off x="0" y="0"/>
          <a:ext cx="0" cy="0"/>
          <a:chOff x="0" y="0"/>
          <a:chExt cx="0" cy="0"/>
        </a:xfrm>
      </p:grpSpPr>
      <p:sp>
        <p:nvSpPr>
          <p:cNvPr id="23" name="Picture Placeholder 3">
            <a:extLst>
              <a:ext uri="{FF2B5EF4-FFF2-40B4-BE49-F238E27FC236}">
                <a16:creationId xmlns:a16="http://schemas.microsoft.com/office/drawing/2014/main" id="{9858E5CC-B320-8459-7BD7-5CE14C5E3AC9}"/>
              </a:ext>
            </a:extLst>
          </p:cNvPr>
          <p:cNvSpPr>
            <a:spLocks noGrp="1"/>
          </p:cNvSpPr>
          <p:nvPr>
            <p:ph type="pic" sz="quarter" idx="23" hasCustomPrompt="1"/>
          </p:nvPr>
        </p:nvSpPr>
        <p:spPr>
          <a:xfrm>
            <a:off x="8124825" y="285158"/>
            <a:ext cx="3775075" cy="3947118"/>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24" name="Text Placeholder 10">
            <a:extLst>
              <a:ext uri="{FF2B5EF4-FFF2-40B4-BE49-F238E27FC236}">
                <a16:creationId xmlns:a16="http://schemas.microsoft.com/office/drawing/2014/main" id="{BA241006-FA7F-3ABD-E9C0-8E177A254F71}"/>
              </a:ext>
            </a:extLst>
          </p:cNvPr>
          <p:cNvSpPr>
            <a:spLocks noGrp="1"/>
          </p:cNvSpPr>
          <p:nvPr>
            <p:ph type="body" sz="quarter" idx="24" hasCustomPrompt="1"/>
          </p:nvPr>
        </p:nvSpPr>
        <p:spPr>
          <a:xfrm>
            <a:off x="8124825" y="4376739"/>
            <a:ext cx="3775075" cy="1389062"/>
          </a:xfrm>
        </p:spPr>
        <p:txBody>
          <a:bodyPr/>
          <a:lstStyle>
            <a:lvl1pPr>
              <a:spcBef>
                <a:spcPts val="0"/>
              </a:spcBef>
              <a:spcAft>
                <a:spcPts val="0"/>
              </a:spcAft>
              <a:defRPr lang="en-GB" sz="1400" b="1" i="0" kern="1200" dirty="0">
                <a:solidFill>
                  <a:schemeClr val="bg1"/>
                </a:solidFill>
                <a:latin typeface="Johnson Text" pitchFamily="2" charset="77"/>
                <a:ea typeface="+mn-ea"/>
                <a:cs typeface="+mn-cs"/>
              </a:defRPr>
            </a:lvl1pPr>
            <a:lvl2pPr marL="0" indent="0">
              <a:spcBef>
                <a:spcPts val="0"/>
              </a:spcBef>
              <a:spcAft>
                <a:spcPts val="0"/>
              </a:spcAft>
              <a:buNone/>
              <a:defRPr sz="1400" b="0" i="0">
                <a:solidFill>
                  <a:schemeClr val="bg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3" name="Text Placeholder 7">
            <a:extLst>
              <a:ext uri="{FF2B5EF4-FFF2-40B4-BE49-F238E27FC236}">
                <a16:creationId xmlns:a16="http://schemas.microsoft.com/office/drawing/2014/main" id="{AE887C0B-D804-38AD-7676-333BDBFC1AF7}"/>
              </a:ext>
            </a:extLst>
          </p:cNvPr>
          <p:cNvSpPr>
            <a:spLocks noGrp="1"/>
          </p:cNvSpPr>
          <p:nvPr>
            <p:ph type="body" sz="quarter" idx="15" hasCustomPrompt="1"/>
          </p:nvPr>
        </p:nvSpPr>
        <p:spPr>
          <a:xfrm>
            <a:off x="288925" y="4376739"/>
            <a:ext cx="3778250" cy="1389062"/>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GB" dirty="0"/>
              <a:t>Click to add text. Delete if not required.</a:t>
            </a:r>
          </a:p>
          <a:p>
            <a:pPr lvl="1"/>
            <a:r>
              <a:rPr lang="en-GB" dirty="0"/>
              <a:t>Second level</a:t>
            </a:r>
          </a:p>
          <a:p>
            <a:pPr lvl="2"/>
            <a:r>
              <a:rPr lang="en-GB" dirty="0"/>
              <a:t>Third level</a:t>
            </a:r>
          </a:p>
        </p:txBody>
      </p:sp>
      <p:sp>
        <p:nvSpPr>
          <p:cNvPr id="2" name="Picture Placeholder 3">
            <a:extLst>
              <a:ext uri="{FF2B5EF4-FFF2-40B4-BE49-F238E27FC236}">
                <a16:creationId xmlns:a16="http://schemas.microsoft.com/office/drawing/2014/main" id="{AE4666F2-0E72-5C8A-DFF8-2DD7C6E4BAAE}"/>
              </a:ext>
            </a:extLst>
          </p:cNvPr>
          <p:cNvSpPr>
            <a:spLocks noGrp="1"/>
          </p:cNvSpPr>
          <p:nvPr>
            <p:ph type="pic" sz="quarter" idx="25" hasCustomPrompt="1"/>
          </p:nvPr>
        </p:nvSpPr>
        <p:spPr>
          <a:xfrm>
            <a:off x="4207732" y="285158"/>
            <a:ext cx="3775075" cy="3947118"/>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4" name="Text Placeholder 10">
            <a:extLst>
              <a:ext uri="{FF2B5EF4-FFF2-40B4-BE49-F238E27FC236}">
                <a16:creationId xmlns:a16="http://schemas.microsoft.com/office/drawing/2014/main" id="{9C68E616-CAC0-EE06-D15E-AFFEF3740EFF}"/>
              </a:ext>
            </a:extLst>
          </p:cNvPr>
          <p:cNvSpPr>
            <a:spLocks noGrp="1"/>
          </p:cNvSpPr>
          <p:nvPr>
            <p:ph type="body" sz="quarter" idx="26" hasCustomPrompt="1"/>
          </p:nvPr>
        </p:nvSpPr>
        <p:spPr>
          <a:xfrm>
            <a:off x="4207732" y="4376739"/>
            <a:ext cx="3775075" cy="1389062"/>
          </a:xfrm>
        </p:spPr>
        <p:txBody>
          <a:bodyPr/>
          <a:lstStyle>
            <a:lvl1pPr>
              <a:spcBef>
                <a:spcPts val="0"/>
              </a:spcBef>
              <a:spcAft>
                <a:spcPts val="0"/>
              </a:spcAft>
              <a:defRPr lang="en-GB" sz="1400" b="1" i="0" kern="1200" dirty="0">
                <a:solidFill>
                  <a:schemeClr val="bg1"/>
                </a:solidFill>
                <a:latin typeface="Johnson Text" pitchFamily="2" charset="77"/>
                <a:ea typeface="+mn-ea"/>
                <a:cs typeface="+mn-cs"/>
              </a:defRPr>
            </a:lvl1pPr>
            <a:lvl2pPr marL="0" indent="0">
              <a:spcBef>
                <a:spcPts val="0"/>
              </a:spcBef>
              <a:spcAft>
                <a:spcPts val="0"/>
              </a:spcAft>
              <a:buNone/>
              <a:defRPr sz="1400" b="0" i="0">
                <a:solidFill>
                  <a:schemeClr val="bg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10" name="Title 7">
            <a:extLst>
              <a:ext uri="{FF2B5EF4-FFF2-40B4-BE49-F238E27FC236}">
                <a16:creationId xmlns:a16="http://schemas.microsoft.com/office/drawing/2014/main" id="{E80529FD-0171-E552-588C-C152AED56261}"/>
              </a:ext>
            </a:extLst>
          </p:cNvPr>
          <p:cNvSpPr>
            <a:spLocks noGrp="1"/>
          </p:cNvSpPr>
          <p:nvPr>
            <p:ph type="title" hasCustomPrompt="1"/>
          </p:nvPr>
        </p:nvSpPr>
        <p:spPr>
          <a:xfrm>
            <a:off x="288303" y="262800"/>
            <a:ext cx="3775073" cy="454529"/>
          </a:xfrm>
        </p:spPr>
        <p:txBody>
          <a:bodyPr/>
          <a:lstStyle>
            <a:lvl1pPr>
              <a:defRPr>
                <a:solidFill>
                  <a:schemeClr val="bg1"/>
                </a:solidFill>
              </a:defRPr>
            </a:lvl1pPr>
          </a:lstStyle>
          <a:p>
            <a:r>
              <a:rPr lang="en-US" dirty="0"/>
              <a:t>Master title style</a:t>
            </a:r>
            <a:endParaRPr lang="en-GB" dirty="0"/>
          </a:p>
        </p:txBody>
      </p:sp>
      <p:sp>
        <p:nvSpPr>
          <p:cNvPr id="5" name="Subtitle 2">
            <a:extLst>
              <a:ext uri="{FF2B5EF4-FFF2-40B4-BE49-F238E27FC236}">
                <a16:creationId xmlns:a16="http://schemas.microsoft.com/office/drawing/2014/main" id="{EA79EF84-4162-265E-6156-177364480E50}"/>
              </a:ext>
            </a:extLst>
          </p:cNvPr>
          <p:cNvSpPr>
            <a:spLocks noGrp="1"/>
          </p:cNvSpPr>
          <p:nvPr>
            <p:ph type="subTitle" idx="16" hasCustomPrompt="1"/>
          </p:nvPr>
        </p:nvSpPr>
        <p:spPr>
          <a:xfrm>
            <a:off x="288302" y="713620"/>
            <a:ext cx="3775075" cy="292965"/>
          </a:xfrm>
        </p:spPr>
        <p:txBody>
          <a:bodyPr vert="horz" wrap="square" lIns="0" tIns="0" rIns="0" bIns="0" rtlCol="0" anchor="t">
            <a:spAutoFit/>
          </a:bodyPr>
          <a:lstStyle>
            <a:lvl1pPr>
              <a:defRPr lang="en-GB" b="1" dirty="0">
                <a:solidFill>
                  <a:schemeClr val="bg1"/>
                </a:solidFill>
              </a:defRPr>
            </a:lvl1pPr>
          </a:lstStyle>
          <a:p>
            <a:pPr lvl="0"/>
            <a:r>
              <a:rPr lang="en-GB" dirty="0"/>
              <a:t>Subtitle. Delete if not required.</a:t>
            </a:r>
          </a:p>
        </p:txBody>
      </p:sp>
      <p:sp>
        <p:nvSpPr>
          <p:cNvPr id="13" name="Footer Placeholder 4">
            <a:extLst>
              <a:ext uri="{FF2B5EF4-FFF2-40B4-BE49-F238E27FC236}">
                <a16:creationId xmlns:a16="http://schemas.microsoft.com/office/drawing/2014/main" id="{99B23211-718F-C72D-C415-24096BDEEB7A}"/>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bg1"/>
                </a:solidFill>
                <a:latin typeface="+mn-lt"/>
              </a:defRPr>
            </a:lvl1pPr>
          </a:lstStyle>
          <a:p>
            <a:endParaRPr lang="en-US"/>
          </a:p>
        </p:txBody>
      </p:sp>
      <p:sp>
        <p:nvSpPr>
          <p:cNvPr id="7" name="Slide Number Placeholder 5">
            <a:extLst>
              <a:ext uri="{FF2B5EF4-FFF2-40B4-BE49-F238E27FC236}">
                <a16:creationId xmlns:a16="http://schemas.microsoft.com/office/drawing/2014/main" id="{90BAE1C4-8C53-F889-33BD-2F49ACEA13D8}"/>
              </a:ext>
            </a:extLst>
          </p:cNvPr>
          <p:cNvSpPr>
            <a:spLocks noGrp="1"/>
          </p:cNvSpPr>
          <p:nvPr>
            <p:ph type="sldNum" sz="quarter" idx="12"/>
          </p:nvPr>
        </p:nvSpPr>
        <p:spPr>
          <a:xfrm>
            <a:off x="11581942" y="6433878"/>
            <a:ext cx="320674" cy="153463"/>
          </a:xfrm>
        </p:spPr>
        <p:txBody>
          <a:bodyPr/>
          <a:lstStyle>
            <a:lvl1pPr>
              <a:defRPr>
                <a:solidFill>
                  <a:schemeClr val="bg1"/>
                </a:solidFill>
              </a:defRPr>
            </a:lvl1pPr>
          </a:lstStyle>
          <a:p>
            <a:fld id="{C5BF5472-8D93-4A90-A2A5-629ECA2C2464}" type="slidenum">
              <a:rPr lang="en-US" smtClean="0"/>
              <a:t>‹#›</a:t>
            </a:fld>
            <a:endParaRPr lang="en-US"/>
          </a:p>
        </p:txBody>
      </p:sp>
      <p:sp>
        <p:nvSpPr>
          <p:cNvPr id="9" name="Graphic 8">
            <a:extLst>
              <a:ext uri="{FF2B5EF4-FFF2-40B4-BE49-F238E27FC236}">
                <a16:creationId xmlns:a16="http://schemas.microsoft.com/office/drawing/2014/main" id="{482CECF5-BBCB-3C3C-5C16-98CE56519A6A}"/>
              </a:ext>
            </a:extLst>
          </p:cNvPr>
          <p:cNvSpPr>
            <a:spLocks noChangeAspect="1"/>
          </p:cNvSpPr>
          <p:nvPr/>
        </p:nvSpPr>
        <p:spPr>
          <a:xfrm>
            <a:off x="287338" y="6416675"/>
            <a:ext cx="352800" cy="149403"/>
          </a:xfrm>
          <a:custGeom>
            <a:avLst/>
            <a:gdLst>
              <a:gd name="connsiteX0" fmla="*/ 5699846 w 6586631"/>
              <a:gd name="connsiteY0" fmla="*/ 2789294 h 2789293"/>
              <a:gd name="connsiteX1" fmla="*/ 6586632 w 6586631"/>
              <a:gd name="connsiteY1" fmla="*/ 1909153 h 2789293"/>
              <a:gd name="connsiteX2" fmla="*/ 6586632 w 6586631"/>
              <a:gd name="connsiteY2" fmla="*/ 60980 h 2789293"/>
              <a:gd name="connsiteX3" fmla="*/ 6112656 w 6586631"/>
              <a:gd name="connsiteY3" fmla="*/ 60980 h 2789293"/>
              <a:gd name="connsiteX4" fmla="*/ 6112656 w 6586631"/>
              <a:gd name="connsiteY4" fmla="*/ 2031114 h 2789293"/>
              <a:gd name="connsiteX5" fmla="*/ 5699846 w 6586631"/>
              <a:gd name="connsiteY5" fmla="*/ 2541669 h 2789293"/>
              <a:gd name="connsiteX6" fmla="*/ 5287036 w 6586631"/>
              <a:gd name="connsiteY6" fmla="*/ 1992847 h 2789293"/>
              <a:gd name="connsiteX7" fmla="*/ 5287036 w 6586631"/>
              <a:gd name="connsiteY7" fmla="*/ 1627212 h 2789293"/>
              <a:gd name="connsiteX8" fmla="*/ 4813060 w 6586631"/>
              <a:gd name="connsiteY8" fmla="*/ 1745222 h 2789293"/>
              <a:gd name="connsiteX9" fmla="*/ 4813060 w 6586631"/>
              <a:gd name="connsiteY9" fmla="*/ 1909153 h 2789293"/>
              <a:gd name="connsiteX10" fmla="*/ 5699846 w 6586631"/>
              <a:gd name="connsiteY10" fmla="*/ 2789294 h 2789293"/>
              <a:gd name="connsiteX11" fmla="*/ 3177175 w 6586631"/>
              <a:gd name="connsiteY11" fmla="*/ 2511056 h 2789293"/>
              <a:gd name="connsiteX12" fmla="*/ 2584828 w 6586631"/>
              <a:gd name="connsiteY12" fmla="*/ 1897549 h 2789293"/>
              <a:gd name="connsiteX13" fmla="*/ 2817854 w 6586631"/>
              <a:gd name="connsiteY13" fmla="*/ 1413657 h 2789293"/>
              <a:gd name="connsiteX14" fmla="*/ 3681610 w 6586631"/>
              <a:gd name="connsiteY14" fmla="*/ 2354778 h 2789293"/>
              <a:gd name="connsiteX15" fmla="*/ 3177175 w 6586631"/>
              <a:gd name="connsiteY15" fmla="*/ 2511056 h 2789293"/>
              <a:gd name="connsiteX16" fmla="*/ 3639512 w 6586631"/>
              <a:gd name="connsiteY16" fmla="*/ 1147022 h 2789293"/>
              <a:gd name="connsiteX17" fmla="*/ 4140232 w 6586631"/>
              <a:gd name="connsiteY17" fmla="*/ 1634865 h 2789293"/>
              <a:gd name="connsiteX18" fmla="*/ 4017900 w 6586631"/>
              <a:gd name="connsiteY18" fmla="*/ 2042717 h 2789293"/>
              <a:gd name="connsiteX19" fmla="*/ 3268800 w 6586631"/>
              <a:gd name="connsiteY19" fmla="*/ 1219359 h 2789293"/>
              <a:gd name="connsiteX20" fmla="*/ 3639512 w 6586631"/>
              <a:gd name="connsiteY20" fmla="*/ 1147022 h 2789293"/>
              <a:gd name="connsiteX21" fmla="*/ 3177175 w 6586631"/>
              <a:gd name="connsiteY21" fmla="*/ 201951 h 2789293"/>
              <a:gd name="connsiteX22" fmla="*/ 3536495 w 6586631"/>
              <a:gd name="connsiteY22" fmla="*/ 567833 h 2789293"/>
              <a:gd name="connsiteX23" fmla="*/ 3165783 w 6586631"/>
              <a:gd name="connsiteY23" fmla="*/ 1109002 h 2789293"/>
              <a:gd name="connsiteX24" fmla="*/ 3001353 w 6586631"/>
              <a:gd name="connsiteY24" fmla="*/ 926061 h 2789293"/>
              <a:gd name="connsiteX25" fmla="*/ 2814140 w 6586631"/>
              <a:gd name="connsiteY25" fmla="*/ 548823 h 2789293"/>
              <a:gd name="connsiteX26" fmla="*/ 3177175 w 6586631"/>
              <a:gd name="connsiteY26" fmla="*/ 201951 h 2789293"/>
              <a:gd name="connsiteX27" fmla="*/ 4136518 w 6586631"/>
              <a:gd name="connsiteY27" fmla="*/ 2172084 h 2789293"/>
              <a:gd name="connsiteX28" fmla="*/ 4461417 w 6586631"/>
              <a:gd name="connsiteY28" fmla="*/ 1428964 h 2789293"/>
              <a:gd name="connsiteX29" fmla="*/ 3960696 w 6586631"/>
              <a:gd name="connsiteY29" fmla="*/ 945071 h 2789293"/>
              <a:gd name="connsiteX30" fmla="*/ 3502073 w 6586631"/>
              <a:gd name="connsiteY30" fmla="*/ 1036418 h 2789293"/>
              <a:gd name="connsiteX31" fmla="*/ 3494397 w 6586631"/>
              <a:gd name="connsiteY31" fmla="*/ 1021112 h 2789293"/>
              <a:gd name="connsiteX32" fmla="*/ 3907206 w 6586631"/>
              <a:gd name="connsiteY32" fmla="*/ 518209 h 2789293"/>
              <a:gd name="connsiteX33" fmla="*/ 3188566 w 6586631"/>
              <a:gd name="connsiteY33" fmla="*/ 0 h 2789293"/>
              <a:gd name="connsiteX34" fmla="*/ 2401082 w 6586631"/>
              <a:gd name="connsiteY34" fmla="*/ 659180 h 2789293"/>
              <a:gd name="connsiteX35" fmla="*/ 2706913 w 6586631"/>
              <a:gd name="connsiteY35" fmla="*/ 1295646 h 2789293"/>
              <a:gd name="connsiteX36" fmla="*/ 2710628 w 6586631"/>
              <a:gd name="connsiteY36" fmla="*/ 1303300 h 2789293"/>
              <a:gd name="connsiteX37" fmla="*/ 2164094 w 6586631"/>
              <a:gd name="connsiteY37" fmla="*/ 2069134 h 2789293"/>
              <a:gd name="connsiteX38" fmla="*/ 2932262 w 6586631"/>
              <a:gd name="connsiteY38" fmla="*/ 2789294 h 2789293"/>
              <a:gd name="connsiteX39" fmla="*/ 3796018 w 6586631"/>
              <a:gd name="connsiteY39" fmla="*/ 2480689 h 2789293"/>
              <a:gd name="connsiteX40" fmla="*/ 4025329 w 6586631"/>
              <a:gd name="connsiteY40" fmla="*/ 2728314 h 2789293"/>
              <a:gd name="connsiteX41" fmla="*/ 4625352 w 6586631"/>
              <a:gd name="connsiteY41" fmla="*/ 2728314 h 2789293"/>
              <a:gd name="connsiteX42" fmla="*/ 4625352 w 6586631"/>
              <a:gd name="connsiteY42" fmla="*/ 2709303 h 2789293"/>
              <a:gd name="connsiteX43" fmla="*/ 4136518 w 6586631"/>
              <a:gd name="connsiteY43" fmla="*/ 2172084 h 2789293"/>
              <a:gd name="connsiteX44" fmla="*/ 886786 w 6586631"/>
              <a:gd name="connsiteY44" fmla="*/ 2789294 h 2789293"/>
              <a:gd name="connsiteX45" fmla="*/ 1773572 w 6586631"/>
              <a:gd name="connsiteY45" fmla="*/ 1909153 h 2789293"/>
              <a:gd name="connsiteX46" fmla="*/ 1773572 w 6586631"/>
              <a:gd name="connsiteY46" fmla="*/ 60980 h 2789293"/>
              <a:gd name="connsiteX47" fmla="*/ 1299596 w 6586631"/>
              <a:gd name="connsiteY47" fmla="*/ 60980 h 2789293"/>
              <a:gd name="connsiteX48" fmla="*/ 1299596 w 6586631"/>
              <a:gd name="connsiteY48" fmla="*/ 2031114 h 2789293"/>
              <a:gd name="connsiteX49" fmla="*/ 886786 w 6586631"/>
              <a:gd name="connsiteY49" fmla="*/ 2541669 h 2789293"/>
              <a:gd name="connsiteX50" fmla="*/ 473976 w 6586631"/>
              <a:gd name="connsiteY50" fmla="*/ 1992847 h 2789293"/>
              <a:gd name="connsiteX51" fmla="*/ 473976 w 6586631"/>
              <a:gd name="connsiteY51" fmla="*/ 1627212 h 2789293"/>
              <a:gd name="connsiteX52" fmla="*/ 0 w 6586631"/>
              <a:gd name="connsiteY52" fmla="*/ 1745222 h 2789293"/>
              <a:gd name="connsiteX53" fmla="*/ 0 w 6586631"/>
              <a:gd name="connsiteY53" fmla="*/ 1909153 h 2789293"/>
              <a:gd name="connsiteX54" fmla="*/ 886786 w 6586631"/>
              <a:gd name="connsiteY54" fmla="*/ 2789294 h 2789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586631" h="2789293">
                <a:moveTo>
                  <a:pt x="5699846" y="2789294"/>
                </a:moveTo>
                <a:cubicBezTo>
                  <a:pt x="6338253" y="2789294"/>
                  <a:pt x="6586632" y="2408105"/>
                  <a:pt x="6586632" y="1909153"/>
                </a:cubicBezTo>
                <a:lnTo>
                  <a:pt x="6586632" y="60980"/>
                </a:lnTo>
                <a:lnTo>
                  <a:pt x="6112656" y="60980"/>
                </a:lnTo>
                <a:lnTo>
                  <a:pt x="6112656" y="2031114"/>
                </a:lnTo>
                <a:cubicBezTo>
                  <a:pt x="6112656" y="2351075"/>
                  <a:pt x="5990324" y="2541669"/>
                  <a:pt x="5699846" y="2541669"/>
                </a:cubicBezTo>
                <a:cubicBezTo>
                  <a:pt x="5413083" y="2541669"/>
                  <a:pt x="5287036" y="2339718"/>
                  <a:pt x="5287036" y="1992847"/>
                </a:cubicBezTo>
                <a:lnTo>
                  <a:pt x="5287036" y="1627212"/>
                </a:lnTo>
                <a:lnTo>
                  <a:pt x="4813060" y="1745222"/>
                </a:lnTo>
                <a:lnTo>
                  <a:pt x="4813060" y="1909153"/>
                </a:lnTo>
                <a:cubicBezTo>
                  <a:pt x="4813060" y="2408352"/>
                  <a:pt x="5061440" y="2789294"/>
                  <a:pt x="5699846" y="2789294"/>
                </a:cubicBezTo>
                <a:moveTo>
                  <a:pt x="3177175" y="2511056"/>
                </a:moveTo>
                <a:cubicBezTo>
                  <a:pt x="2810177" y="2511056"/>
                  <a:pt x="2584828" y="2213808"/>
                  <a:pt x="2584828" y="1897549"/>
                </a:cubicBezTo>
                <a:cubicBezTo>
                  <a:pt x="2584828" y="1699302"/>
                  <a:pt x="2672739" y="1516361"/>
                  <a:pt x="2817854" y="1413657"/>
                </a:cubicBezTo>
                <a:lnTo>
                  <a:pt x="3681610" y="2354778"/>
                </a:lnTo>
                <a:cubicBezTo>
                  <a:pt x="3521141" y="2450075"/>
                  <a:pt x="3341358" y="2511056"/>
                  <a:pt x="3177175" y="2511056"/>
                </a:cubicBezTo>
                <a:moveTo>
                  <a:pt x="3639512" y="1147022"/>
                </a:moveTo>
                <a:cubicBezTo>
                  <a:pt x="3949057" y="1147022"/>
                  <a:pt x="4140232" y="1326013"/>
                  <a:pt x="4140232" y="1634865"/>
                </a:cubicBezTo>
                <a:cubicBezTo>
                  <a:pt x="4140232" y="1772132"/>
                  <a:pt x="4102096" y="1913103"/>
                  <a:pt x="4017900" y="2042717"/>
                </a:cubicBezTo>
                <a:lnTo>
                  <a:pt x="3268800" y="1219359"/>
                </a:lnTo>
                <a:cubicBezTo>
                  <a:pt x="3402524" y="1166032"/>
                  <a:pt x="3532533" y="1147022"/>
                  <a:pt x="3639512" y="1147022"/>
                </a:cubicBezTo>
                <a:moveTo>
                  <a:pt x="3177175" y="201951"/>
                </a:moveTo>
                <a:cubicBezTo>
                  <a:pt x="3402771" y="201951"/>
                  <a:pt x="3536495" y="331565"/>
                  <a:pt x="3536495" y="567833"/>
                </a:cubicBezTo>
                <a:cubicBezTo>
                  <a:pt x="3536495" y="785091"/>
                  <a:pt x="3429516" y="990745"/>
                  <a:pt x="3165783" y="1109002"/>
                </a:cubicBezTo>
                <a:lnTo>
                  <a:pt x="3001353" y="926061"/>
                </a:lnTo>
                <a:cubicBezTo>
                  <a:pt x="2855990" y="766081"/>
                  <a:pt x="2814140" y="666833"/>
                  <a:pt x="2814140" y="548823"/>
                </a:cubicBezTo>
                <a:cubicBezTo>
                  <a:pt x="2813892" y="327615"/>
                  <a:pt x="2955292" y="201951"/>
                  <a:pt x="3177175" y="201951"/>
                </a:cubicBezTo>
                <a:moveTo>
                  <a:pt x="4136518" y="2172084"/>
                </a:moveTo>
                <a:cubicBezTo>
                  <a:pt x="4343047" y="1928163"/>
                  <a:pt x="4461417" y="1661528"/>
                  <a:pt x="4461417" y="1428964"/>
                </a:cubicBezTo>
                <a:cubicBezTo>
                  <a:pt x="4461417" y="1139369"/>
                  <a:pt x="4266527" y="945071"/>
                  <a:pt x="3960696" y="945071"/>
                </a:cubicBezTo>
                <a:cubicBezTo>
                  <a:pt x="3800228" y="945071"/>
                  <a:pt x="3620443" y="990745"/>
                  <a:pt x="3502073" y="1036418"/>
                </a:cubicBezTo>
                <a:lnTo>
                  <a:pt x="3494397" y="1021112"/>
                </a:lnTo>
                <a:cubicBezTo>
                  <a:pt x="3784874" y="864834"/>
                  <a:pt x="3907206" y="720160"/>
                  <a:pt x="3907206" y="518209"/>
                </a:cubicBezTo>
                <a:cubicBezTo>
                  <a:pt x="3907206" y="228614"/>
                  <a:pt x="3647188" y="0"/>
                  <a:pt x="3188566" y="0"/>
                </a:cubicBezTo>
                <a:cubicBezTo>
                  <a:pt x="2661100" y="0"/>
                  <a:pt x="2401082" y="293545"/>
                  <a:pt x="2401082" y="659180"/>
                </a:cubicBezTo>
                <a:cubicBezTo>
                  <a:pt x="2401082" y="857428"/>
                  <a:pt x="2485278" y="1055429"/>
                  <a:pt x="2706913" y="1295646"/>
                </a:cubicBezTo>
                <a:lnTo>
                  <a:pt x="2710628" y="1303300"/>
                </a:lnTo>
                <a:cubicBezTo>
                  <a:pt x="2336201" y="1482291"/>
                  <a:pt x="2164094" y="1771886"/>
                  <a:pt x="2164094" y="2069134"/>
                </a:cubicBezTo>
                <a:cubicBezTo>
                  <a:pt x="2164094" y="2461679"/>
                  <a:pt x="2465963" y="2789294"/>
                  <a:pt x="2932262" y="2789294"/>
                </a:cubicBezTo>
                <a:cubicBezTo>
                  <a:pt x="3199710" y="2789294"/>
                  <a:pt x="3513217" y="2678690"/>
                  <a:pt x="3796018" y="2480689"/>
                </a:cubicBezTo>
                <a:lnTo>
                  <a:pt x="4025329" y="2728314"/>
                </a:lnTo>
                <a:lnTo>
                  <a:pt x="4625352" y="2728314"/>
                </a:lnTo>
                <a:lnTo>
                  <a:pt x="4625352" y="2709303"/>
                </a:lnTo>
                <a:lnTo>
                  <a:pt x="4136518" y="2172084"/>
                </a:lnTo>
                <a:close/>
                <a:moveTo>
                  <a:pt x="886786" y="2789294"/>
                </a:moveTo>
                <a:cubicBezTo>
                  <a:pt x="1525192" y="2789294"/>
                  <a:pt x="1773572" y="2408105"/>
                  <a:pt x="1773572" y="1909153"/>
                </a:cubicBezTo>
                <a:lnTo>
                  <a:pt x="1773572" y="60980"/>
                </a:lnTo>
                <a:lnTo>
                  <a:pt x="1299596" y="60980"/>
                </a:lnTo>
                <a:lnTo>
                  <a:pt x="1299596" y="2031114"/>
                </a:lnTo>
                <a:cubicBezTo>
                  <a:pt x="1299596" y="2351075"/>
                  <a:pt x="1177263" y="2541669"/>
                  <a:pt x="886786" y="2541669"/>
                </a:cubicBezTo>
                <a:cubicBezTo>
                  <a:pt x="600023" y="2541669"/>
                  <a:pt x="473976" y="2339718"/>
                  <a:pt x="473976" y="1992847"/>
                </a:cubicBezTo>
                <a:lnTo>
                  <a:pt x="473976" y="1627212"/>
                </a:lnTo>
                <a:lnTo>
                  <a:pt x="0" y="1745222"/>
                </a:lnTo>
                <a:lnTo>
                  <a:pt x="0" y="1909153"/>
                </a:lnTo>
                <a:cubicBezTo>
                  <a:pt x="0" y="2408352"/>
                  <a:pt x="248379" y="2789294"/>
                  <a:pt x="886786" y="2789294"/>
                </a:cubicBezTo>
              </a:path>
            </a:pathLst>
          </a:custGeom>
          <a:solidFill>
            <a:schemeClr val="bg1"/>
          </a:solidFill>
          <a:ln w="24751" cap="flat">
            <a:noFill/>
            <a:prstDash val="solid"/>
            <a:miter/>
          </a:ln>
        </p:spPr>
        <p:txBody>
          <a:bodyPr rtlCol="0" anchor="ctr"/>
          <a:lstStyle/>
          <a:p>
            <a:endParaRPr lang="en-GB"/>
          </a:p>
        </p:txBody>
      </p:sp>
      <p:sp>
        <p:nvSpPr>
          <p:cNvPr id="6" name="TextBox 5">
            <a:extLst>
              <a:ext uri="{FF2B5EF4-FFF2-40B4-BE49-F238E27FC236}">
                <a16:creationId xmlns:a16="http://schemas.microsoft.com/office/drawing/2014/main" id="{05EC23A8-B404-DDEF-10C6-AADE111506AD}"/>
              </a:ext>
            </a:extLst>
          </p:cNvPr>
          <p:cNvSpPr txBox="1"/>
          <p:nvPr/>
        </p:nvSpPr>
        <p:spPr>
          <a:xfrm>
            <a:off x="8124825" y="6449779"/>
            <a:ext cx="3260725" cy="153464"/>
          </a:xfrm>
          <a:prstGeom prst="rect">
            <a:avLst/>
          </a:prstGeom>
          <a:noFill/>
        </p:spPr>
        <p:txBody>
          <a:bodyPr wrap="square" lIns="0" tIns="0" rIns="0" bIns="0" rtlCol="0" anchor="b" anchorCtr="0">
            <a:noAutofit/>
          </a:bodyPr>
          <a:lstStyle/>
          <a:p>
            <a:pPr algn="r"/>
            <a:r>
              <a:rPr lang="en-US" sz="1100" kern="1200" dirty="0">
                <a:solidFill>
                  <a:schemeClr val="bg1"/>
                </a:solidFill>
                <a:latin typeface="+mn-lt"/>
                <a:ea typeface="+mn-ea"/>
                <a:cs typeface="+mn-cs"/>
              </a:rPr>
              <a:t>Core program name</a:t>
            </a:r>
          </a:p>
        </p:txBody>
      </p:sp>
    </p:spTree>
    <p:extLst>
      <p:ext uri="{BB962C8B-B14F-4D97-AF65-F5344CB8AC3E}">
        <p14:creationId xmlns:p14="http://schemas.microsoft.com/office/powerpoint/2010/main" val="382377362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Team Slide x 3">
    <p:bg>
      <p:bgPr>
        <a:solidFill>
          <a:schemeClr val="accent1"/>
        </a:solidFill>
        <a:effectLst/>
      </p:bgPr>
    </p:bg>
    <p:spTree>
      <p:nvGrpSpPr>
        <p:cNvPr id="1" name=""/>
        <p:cNvGrpSpPr/>
        <p:nvPr/>
      </p:nvGrpSpPr>
      <p:grpSpPr>
        <a:xfrm>
          <a:off x="0" y="0"/>
          <a:ext cx="0" cy="0"/>
          <a:chOff x="0" y="0"/>
          <a:chExt cx="0" cy="0"/>
        </a:xfrm>
      </p:grpSpPr>
      <p:sp>
        <p:nvSpPr>
          <p:cNvPr id="23" name="Picture Placeholder 3">
            <a:extLst>
              <a:ext uri="{FF2B5EF4-FFF2-40B4-BE49-F238E27FC236}">
                <a16:creationId xmlns:a16="http://schemas.microsoft.com/office/drawing/2014/main" id="{9858E5CC-B320-8459-7BD7-5CE14C5E3AC9}"/>
              </a:ext>
            </a:extLst>
          </p:cNvPr>
          <p:cNvSpPr>
            <a:spLocks noGrp="1"/>
          </p:cNvSpPr>
          <p:nvPr>
            <p:ph type="pic" sz="quarter" idx="23" hasCustomPrompt="1"/>
          </p:nvPr>
        </p:nvSpPr>
        <p:spPr>
          <a:xfrm>
            <a:off x="6161089" y="1309284"/>
            <a:ext cx="2795588" cy="2922992"/>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24" name="Text Placeholder 10">
            <a:extLst>
              <a:ext uri="{FF2B5EF4-FFF2-40B4-BE49-F238E27FC236}">
                <a16:creationId xmlns:a16="http://schemas.microsoft.com/office/drawing/2014/main" id="{BA241006-FA7F-3ABD-E9C0-8E177A254F71}"/>
              </a:ext>
            </a:extLst>
          </p:cNvPr>
          <p:cNvSpPr>
            <a:spLocks noGrp="1"/>
          </p:cNvSpPr>
          <p:nvPr>
            <p:ph type="body" sz="quarter" idx="24" hasCustomPrompt="1"/>
          </p:nvPr>
        </p:nvSpPr>
        <p:spPr>
          <a:xfrm>
            <a:off x="6161088" y="4376739"/>
            <a:ext cx="2797905" cy="1389062"/>
          </a:xfrm>
        </p:spPr>
        <p:txBody>
          <a:bodyPr/>
          <a:lstStyle>
            <a:lvl1pPr>
              <a:spcBef>
                <a:spcPts val="0"/>
              </a:spcBef>
              <a:spcAft>
                <a:spcPts val="0"/>
              </a:spcAft>
              <a:defRPr lang="en-GB" sz="1400" b="1" i="0" kern="1200" dirty="0">
                <a:solidFill>
                  <a:schemeClr val="bg1"/>
                </a:solidFill>
                <a:latin typeface="Johnson Text" pitchFamily="2" charset="77"/>
                <a:ea typeface="+mn-ea"/>
                <a:cs typeface="+mn-cs"/>
              </a:defRPr>
            </a:lvl1pPr>
            <a:lvl2pPr marL="0" indent="0">
              <a:spcBef>
                <a:spcPts val="0"/>
              </a:spcBef>
              <a:spcAft>
                <a:spcPts val="0"/>
              </a:spcAft>
              <a:buNone/>
              <a:defRPr sz="1400" b="0" i="0">
                <a:solidFill>
                  <a:schemeClr val="bg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2" name="Picture Placeholder 3">
            <a:extLst>
              <a:ext uri="{FF2B5EF4-FFF2-40B4-BE49-F238E27FC236}">
                <a16:creationId xmlns:a16="http://schemas.microsoft.com/office/drawing/2014/main" id="{AE4666F2-0E72-5C8A-DFF8-2DD7C6E4BAAE}"/>
              </a:ext>
            </a:extLst>
          </p:cNvPr>
          <p:cNvSpPr>
            <a:spLocks noGrp="1"/>
          </p:cNvSpPr>
          <p:nvPr>
            <p:ph type="pic" sz="quarter" idx="25" hasCustomPrompt="1"/>
          </p:nvPr>
        </p:nvSpPr>
        <p:spPr>
          <a:xfrm>
            <a:off x="3225801" y="1309284"/>
            <a:ext cx="2795588" cy="2922992"/>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4" name="Text Placeholder 10">
            <a:extLst>
              <a:ext uri="{FF2B5EF4-FFF2-40B4-BE49-F238E27FC236}">
                <a16:creationId xmlns:a16="http://schemas.microsoft.com/office/drawing/2014/main" id="{9C68E616-CAC0-EE06-D15E-AFFEF3740EFF}"/>
              </a:ext>
            </a:extLst>
          </p:cNvPr>
          <p:cNvSpPr>
            <a:spLocks noGrp="1"/>
          </p:cNvSpPr>
          <p:nvPr>
            <p:ph type="body" sz="quarter" idx="26" hasCustomPrompt="1"/>
          </p:nvPr>
        </p:nvSpPr>
        <p:spPr>
          <a:xfrm>
            <a:off x="3225800" y="4376739"/>
            <a:ext cx="2794731" cy="1389062"/>
          </a:xfrm>
        </p:spPr>
        <p:txBody>
          <a:bodyPr/>
          <a:lstStyle>
            <a:lvl1pPr>
              <a:spcBef>
                <a:spcPts val="0"/>
              </a:spcBef>
              <a:spcAft>
                <a:spcPts val="0"/>
              </a:spcAft>
              <a:defRPr lang="en-GB" sz="1400" b="1" i="0" kern="1200" dirty="0">
                <a:solidFill>
                  <a:schemeClr val="bg1"/>
                </a:solidFill>
                <a:latin typeface="Johnson Text" pitchFamily="2" charset="77"/>
                <a:ea typeface="+mn-ea"/>
                <a:cs typeface="+mn-cs"/>
              </a:defRPr>
            </a:lvl1pPr>
            <a:lvl2pPr marL="0" indent="0">
              <a:spcBef>
                <a:spcPts val="0"/>
              </a:spcBef>
              <a:spcAft>
                <a:spcPts val="0"/>
              </a:spcAft>
              <a:buNone/>
              <a:defRPr sz="1400" b="0" i="0">
                <a:solidFill>
                  <a:schemeClr val="bg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9" name="Picture Placeholder 3">
            <a:extLst>
              <a:ext uri="{FF2B5EF4-FFF2-40B4-BE49-F238E27FC236}">
                <a16:creationId xmlns:a16="http://schemas.microsoft.com/office/drawing/2014/main" id="{2D83ADDB-0799-3ABA-AFB5-0EF907EBBC1C}"/>
              </a:ext>
            </a:extLst>
          </p:cNvPr>
          <p:cNvSpPr>
            <a:spLocks noGrp="1"/>
          </p:cNvSpPr>
          <p:nvPr>
            <p:ph type="pic" sz="quarter" idx="27" hasCustomPrompt="1"/>
          </p:nvPr>
        </p:nvSpPr>
        <p:spPr>
          <a:xfrm>
            <a:off x="9119384" y="1309284"/>
            <a:ext cx="2795588" cy="2922992"/>
          </a:xfrm>
          <a:solidFill>
            <a:schemeClr val="tx2"/>
          </a:solidFill>
        </p:spPr>
        <p:txBody>
          <a:bodyPr vert="horz" lIns="0" tIns="0" rIns="0" bIns="0" rtlCol="0">
            <a:noAutofit/>
          </a:bodyPr>
          <a:lstStyle>
            <a:lvl1pPr>
              <a:defRPr lang="en-GB"/>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10" name="Text Placeholder 10">
            <a:extLst>
              <a:ext uri="{FF2B5EF4-FFF2-40B4-BE49-F238E27FC236}">
                <a16:creationId xmlns:a16="http://schemas.microsoft.com/office/drawing/2014/main" id="{5A40ED4D-9D7E-FA31-0E92-48608769B8DC}"/>
              </a:ext>
            </a:extLst>
          </p:cNvPr>
          <p:cNvSpPr>
            <a:spLocks noGrp="1"/>
          </p:cNvSpPr>
          <p:nvPr>
            <p:ph type="body" sz="quarter" idx="28" hasCustomPrompt="1"/>
          </p:nvPr>
        </p:nvSpPr>
        <p:spPr>
          <a:xfrm>
            <a:off x="9119383" y="4376739"/>
            <a:ext cx="2797905" cy="1389062"/>
          </a:xfrm>
        </p:spPr>
        <p:txBody>
          <a:bodyPr/>
          <a:lstStyle>
            <a:lvl1pPr>
              <a:spcBef>
                <a:spcPts val="0"/>
              </a:spcBef>
              <a:spcAft>
                <a:spcPts val="0"/>
              </a:spcAft>
              <a:defRPr lang="en-GB" sz="1400" b="1" i="0" kern="1200" dirty="0">
                <a:solidFill>
                  <a:schemeClr val="bg1"/>
                </a:solidFill>
                <a:latin typeface="Johnson Text" pitchFamily="2" charset="77"/>
                <a:ea typeface="+mn-ea"/>
                <a:cs typeface="+mn-cs"/>
              </a:defRPr>
            </a:lvl1pPr>
            <a:lvl2pPr marL="0" indent="0">
              <a:spcBef>
                <a:spcPts val="0"/>
              </a:spcBef>
              <a:spcAft>
                <a:spcPts val="0"/>
              </a:spcAft>
              <a:buNone/>
              <a:defRPr sz="1400" b="0" i="0">
                <a:solidFill>
                  <a:schemeClr val="bg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8" name="Text Placeholder 7">
            <a:extLst>
              <a:ext uri="{FF2B5EF4-FFF2-40B4-BE49-F238E27FC236}">
                <a16:creationId xmlns:a16="http://schemas.microsoft.com/office/drawing/2014/main" id="{048FEEB1-636D-38E4-1003-F9C2F0009989}"/>
              </a:ext>
            </a:extLst>
          </p:cNvPr>
          <p:cNvSpPr>
            <a:spLocks noGrp="1"/>
          </p:cNvSpPr>
          <p:nvPr>
            <p:ph type="body" sz="quarter" idx="15" hasCustomPrompt="1"/>
          </p:nvPr>
        </p:nvSpPr>
        <p:spPr>
          <a:xfrm>
            <a:off x="288925" y="4376739"/>
            <a:ext cx="2776485" cy="1389062"/>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GB" dirty="0"/>
              <a:t>Click to add text. Delete if not required.</a:t>
            </a:r>
          </a:p>
          <a:p>
            <a:pPr lvl="1"/>
            <a:r>
              <a:rPr lang="en-GB" dirty="0"/>
              <a:t>Second level</a:t>
            </a:r>
          </a:p>
          <a:p>
            <a:pPr lvl="2"/>
            <a:r>
              <a:rPr lang="en-GB" dirty="0"/>
              <a:t>Third level</a:t>
            </a:r>
          </a:p>
        </p:txBody>
      </p:sp>
      <p:sp>
        <p:nvSpPr>
          <p:cNvPr id="12" name="Title 11">
            <a:extLst>
              <a:ext uri="{FF2B5EF4-FFF2-40B4-BE49-F238E27FC236}">
                <a16:creationId xmlns:a16="http://schemas.microsoft.com/office/drawing/2014/main" id="{C45B8B1D-DD68-528A-E1DB-9EC7F9835CC4}"/>
              </a:ext>
            </a:extLst>
          </p:cNvPr>
          <p:cNvSpPr>
            <a:spLocks noGrp="1"/>
          </p:cNvSpPr>
          <p:nvPr>
            <p:ph type="title"/>
          </p:nvPr>
        </p:nvSpPr>
        <p:spPr>
          <a:xfrm>
            <a:off x="288303" y="262800"/>
            <a:ext cx="9649446" cy="468590"/>
          </a:xfrm>
        </p:spPr>
        <p:txBody>
          <a:bodyPr/>
          <a:lstStyle>
            <a:lvl1pPr>
              <a:defRPr>
                <a:solidFill>
                  <a:schemeClr val="bg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A56CA54C-86BC-245E-8EEE-F0C02489F097}"/>
              </a:ext>
            </a:extLst>
          </p:cNvPr>
          <p:cNvSpPr>
            <a:spLocks noGrp="1"/>
          </p:cNvSpPr>
          <p:nvPr>
            <p:ph type="subTitle" idx="16" hasCustomPrompt="1"/>
          </p:nvPr>
        </p:nvSpPr>
        <p:spPr>
          <a:xfrm>
            <a:off x="288301" y="713620"/>
            <a:ext cx="9649445" cy="292965"/>
          </a:xfrm>
        </p:spPr>
        <p:txBody>
          <a:bodyPr vert="horz" wrap="square" lIns="0" tIns="0" rIns="0" bIns="0" rtlCol="0" anchor="t">
            <a:spAutoFit/>
          </a:bodyPr>
          <a:lstStyle>
            <a:lvl1pPr>
              <a:defRPr lang="en-GB" b="1" dirty="0">
                <a:solidFill>
                  <a:schemeClr val="bg1"/>
                </a:solidFill>
              </a:defRPr>
            </a:lvl1pPr>
          </a:lstStyle>
          <a:p>
            <a:pPr lvl="0"/>
            <a:r>
              <a:rPr lang="en-GB" dirty="0"/>
              <a:t>Subtitle. Delete if not required.</a:t>
            </a:r>
          </a:p>
        </p:txBody>
      </p:sp>
      <p:sp>
        <p:nvSpPr>
          <p:cNvPr id="15" name="Footer Placeholder 4">
            <a:extLst>
              <a:ext uri="{FF2B5EF4-FFF2-40B4-BE49-F238E27FC236}">
                <a16:creationId xmlns:a16="http://schemas.microsoft.com/office/drawing/2014/main" id="{8498F38D-E287-CD9F-9BFC-10B3256FE9BE}"/>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bg1"/>
                </a:solidFill>
                <a:latin typeface="+mn-lt"/>
              </a:defRPr>
            </a:lvl1pPr>
          </a:lstStyle>
          <a:p>
            <a:endParaRPr lang="en-US"/>
          </a:p>
        </p:txBody>
      </p:sp>
      <p:sp>
        <p:nvSpPr>
          <p:cNvPr id="7" name="Slide Number Placeholder 5">
            <a:extLst>
              <a:ext uri="{FF2B5EF4-FFF2-40B4-BE49-F238E27FC236}">
                <a16:creationId xmlns:a16="http://schemas.microsoft.com/office/drawing/2014/main" id="{7429701B-BA59-63AC-184E-531FE07F601E}"/>
              </a:ext>
            </a:extLst>
          </p:cNvPr>
          <p:cNvSpPr>
            <a:spLocks noGrp="1"/>
          </p:cNvSpPr>
          <p:nvPr>
            <p:ph type="sldNum" sz="quarter" idx="12"/>
          </p:nvPr>
        </p:nvSpPr>
        <p:spPr>
          <a:xfrm>
            <a:off x="11581942" y="6433878"/>
            <a:ext cx="320674" cy="153463"/>
          </a:xfrm>
        </p:spPr>
        <p:txBody>
          <a:bodyPr/>
          <a:lstStyle>
            <a:lvl1pPr>
              <a:defRPr>
                <a:solidFill>
                  <a:schemeClr val="bg1"/>
                </a:solidFill>
              </a:defRPr>
            </a:lvl1pPr>
          </a:lstStyle>
          <a:p>
            <a:fld id="{C5BF5472-8D93-4A90-A2A5-629ECA2C2464}" type="slidenum">
              <a:rPr lang="en-US" smtClean="0"/>
              <a:t>‹#›</a:t>
            </a:fld>
            <a:endParaRPr lang="en-US"/>
          </a:p>
        </p:txBody>
      </p:sp>
      <p:sp>
        <p:nvSpPr>
          <p:cNvPr id="6" name="Graphic 8">
            <a:extLst>
              <a:ext uri="{FF2B5EF4-FFF2-40B4-BE49-F238E27FC236}">
                <a16:creationId xmlns:a16="http://schemas.microsoft.com/office/drawing/2014/main" id="{9E2456D6-0DCE-CB9D-60A5-2CD05AD6A4F2}"/>
              </a:ext>
            </a:extLst>
          </p:cNvPr>
          <p:cNvSpPr>
            <a:spLocks noChangeAspect="1"/>
          </p:cNvSpPr>
          <p:nvPr/>
        </p:nvSpPr>
        <p:spPr>
          <a:xfrm>
            <a:off x="287338" y="6416675"/>
            <a:ext cx="352800" cy="149403"/>
          </a:xfrm>
          <a:custGeom>
            <a:avLst/>
            <a:gdLst>
              <a:gd name="connsiteX0" fmla="*/ 5699846 w 6586631"/>
              <a:gd name="connsiteY0" fmla="*/ 2789294 h 2789293"/>
              <a:gd name="connsiteX1" fmla="*/ 6586632 w 6586631"/>
              <a:gd name="connsiteY1" fmla="*/ 1909153 h 2789293"/>
              <a:gd name="connsiteX2" fmla="*/ 6586632 w 6586631"/>
              <a:gd name="connsiteY2" fmla="*/ 60980 h 2789293"/>
              <a:gd name="connsiteX3" fmla="*/ 6112656 w 6586631"/>
              <a:gd name="connsiteY3" fmla="*/ 60980 h 2789293"/>
              <a:gd name="connsiteX4" fmla="*/ 6112656 w 6586631"/>
              <a:gd name="connsiteY4" fmla="*/ 2031114 h 2789293"/>
              <a:gd name="connsiteX5" fmla="*/ 5699846 w 6586631"/>
              <a:gd name="connsiteY5" fmla="*/ 2541669 h 2789293"/>
              <a:gd name="connsiteX6" fmla="*/ 5287036 w 6586631"/>
              <a:gd name="connsiteY6" fmla="*/ 1992847 h 2789293"/>
              <a:gd name="connsiteX7" fmla="*/ 5287036 w 6586631"/>
              <a:gd name="connsiteY7" fmla="*/ 1627212 h 2789293"/>
              <a:gd name="connsiteX8" fmla="*/ 4813060 w 6586631"/>
              <a:gd name="connsiteY8" fmla="*/ 1745222 h 2789293"/>
              <a:gd name="connsiteX9" fmla="*/ 4813060 w 6586631"/>
              <a:gd name="connsiteY9" fmla="*/ 1909153 h 2789293"/>
              <a:gd name="connsiteX10" fmla="*/ 5699846 w 6586631"/>
              <a:gd name="connsiteY10" fmla="*/ 2789294 h 2789293"/>
              <a:gd name="connsiteX11" fmla="*/ 3177175 w 6586631"/>
              <a:gd name="connsiteY11" fmla="*/ 2511056 h 2789293"/>
              <a:gd name="connsiteX12" fmla="*/ 2584828 w 6586631"/>
              <a:gd name="connsiteY12" fmla="*/ 1897549 h 2789293"/>
              <a:gd name="connsiteX13" fmla="*/ 2817854 w 6586631"/>
              <a:gd name="connsiteY13" fmla="*/ 1413657 h 2789293"/>
              <a:gd name="connsiteX14" fmla="*/ 3681610 w 6586631"/>
              <a:gd name="connsiteY14" fmla="*/ 2354778 h 2789293"/>
              <a:gd name="connsiteX15" fmla="*/ 3177175 w 6586631"/>
              <a:gd name="connsiteY15" fmla="*/ 2511056 h 2789293"/>
              <a:gd name="connsiteX16" fmla="*/ 3639512 w 6586631"/>
              <a:gd name="connsiteY16" fmla="*/ 1147022 h 2789293"/>
              <a:gd name="connsiteX17" fmla="*/ 4140232 w 6586631"/>
              <a:gd name="connsiteY17" fmla="*/ 1634865 h 2789293"/>
              <a:gd name="connsiteX18" fmla="*/ 4017900 w 6586631"/>
              <a:gd name="connsiteY18" fmla="*/ 2042717 h 2789293"/>
              <a:gd name="connsiteX19" fmla="*/ 3268800 w 6586631"/>
              <a:gd name="connsiteY19" fmla="*/ 1219359 h 2789293"/>
              <a:gd name="connsiteX20" fmla="*/ 3639512 w 6586631"/>
              <a:gd name="connsiteY20" fmla="*/ 1147022 h 2789293"/>
              <a:gd name="connsiteX21" fmla="*/ 3177175 w 6586631"/>
              <a:gd name="connsiteY21" fmla="*/ 201951 h 2789293"/>
              <a:gd name="connsiteX22" fmla="*/ 3536495 w 6586631"/>
              <a:gd name="connsiteY22" fmla="*/ 567833 h 2789293"/>
              <a:gd name="connsiteX23" fmla="*/ 3165783 w 6586631"/>
              <a:gd name="connsiteY23" fmla="*/ 1109002 h 2789293"/>
              <a:gd name="connsiteX24" fmla="*/ 3001353 w 6586631"/>
              <a:gd name="connsiteY24" fmla="*/ 926061 h 2789293"/>
              <a:gd name="connsiteX25" fmla="*/ 2814140 w 6586631"/>
              <a:gd name="connsiteY25" fmla="*/ 548823 h 2789293"/>
              <a:gd name="connsiteX26" fmla="*/ 3177175 w 6586631"/>
              <a:gd name="connsiteY26" fmla="*/ 201951 h 2789293"/>
              <a:gd name="connsiteX27" fmla="*/ 4136518 w 6586631"/>
              <a:gd name="connsiteY27" fmla="*/ 2172084 h 2789293"/>
              <a:gd name="connsiteX28" fmla="*/ 4461417 w 6586631"/>
              <a:gd name="connsiteY28" fmla="*/ 1428964 h 2789293"/>
              <a:gd name="connsiteX29" fmla="*/ 3960696 w 6586631"/>
              <a:gd name="connsiteY29" fmla="*/ 945071 h 2789293"/>
              <a:gd name="connsiteX30" fmla="*/ 3502073 w 6586631"/>
              <a:gd name="connsiteY30" fmla="*/ 1036418 h 2789293"/>
              <a:gd name="connsiteX31" fmla="*/ 3494397 w 6586631"/>
              <a:gd name="connsiteY31" fmla="*/ 1021112 h 2789293"/>
              <a:gd name="connsiteX32" fmla="*/ 3907206 w 6586631"/>
              <a:gd name="connsiteY32" fmla="*/ 518209 h 2789293"/>
              <a:gd name="connsiteX33" fmla="*/ 3188566 w 6586631"/>
              <a:gd name="connsiteY33" fmla="*/ 0 h 2789293"/>
              <a:gd name="connsiteX34" fmla="*/ 2401082 w 6586631"/>
              <a:gd name="connsiteY34" fmla="*/ 659180 h 2789293"/>
              <a:gd name="connsiteX35" fmla="*/ 2706913 w 6586631"/>
              <a:gd name="connsiteY35" fmla="*/ 1295646 h 2789293"/>
              <a:gd name="connsiteX36" fmla="*/ 2710628 w 6586631"/>
              <a:gd name="connsiteY36" fmla="*/ 1303300 h 2789293"/>
              <a:gd name="connsiteX37" fmla="*/ 2164094 w 6586631"/>
              <a:gd name="connsiteY37" fmla="*/ 2069134 h 2789293"/>
              <a:gd name="connsiteX38" fmla="*/ 2932262 w 6586631"/>
              <a:gd name="connsiteY38" fmla="*/ 2789294 h 2789293"/>
              <a:gd name="connsiteX39" fmla="*/ 3796018 w 6586631"/>
              <a:gd name="connsiteY39" fmla="*/ 2480689 h 2789293"/>
              <a:gd name="connsiteX40" fmla="*/ 4025329 w 6586631"/>
              <a:gd name="connsiteY40" fmla="*/ 2728314 h 2789293"/>
              <a:gd name="connsiteX41" fmla="*/ 4625352 w 6586631"/>
              <a:gd name="connsiteY41" fmla="*/ 2728314 h 2789293"/>
              <a:gd name="connsiteX42" fmla="*/ 4625352 w 6586631"/>
              <a:gd name="connsiteY42" fmla="*/ 2709303 h 2789293"/>
              <a:gd name="connsiteX43" fmla="*/ 4136518 w 6586631"/>
              <a:gd name="connsiteY43" fmla="*/ 2172084 h 2789293"/>
              <a:gd name="connsiteX44" fmla="*/ 886786 w 6586631"/>
              <a:gd name="connsiteY44" fmla="*/ 2789294 h 2789293"/>
              <a:gd name="connsiteX45" fmla="*/ 1773572 w 6586631"/>
              <a:gd name="connsiteY45" fmla="*/ 1909153 h 2789293"/>
              <a:gd name="connsiteX46" fmla="*/ 1773572 w 6586631"/>
              <a:gd name="connsiteY46" fmla="*/ 60980 h 2789293"/>
              <a:gd name="connsiteX47" fmla="*/ 1299596 w 6586631"/>
              <a:gd name="connsiteY47" fmla="*/ 60980 h 2789293"/>
              <a:gd name="connsiteX48" fmla="*/ 1299596 w 6586631"/>
              <a:gd name="connsiteY48" fmla="*/ 2031114 h 2789293"/>
              <a:gd name="connsiteX49" fmla="*/ 886786 w 6586631"/>
              <a:gd name="connsiteY49" fmla="*/ 2541669 h 2789293"/>
              <a:gd name="connsiteX50" fmla="*/ 473976 w 6586631"/>
              <a:gd name="connsiteY50" fmla="*/ 1992847 h 2789293"/>
              <a:gd name="connsiteX51" fmla="*/ 473976 w 6586631"/>
              <a:gd name="connsiteY51" fmla="*/ 1627212 h 2789293"/>
              <a:gd name="connsiteX52" fmla="*/ 0 w 6586631"/>
              <a:gd name="connsiteY52" fmla="*/ 1745222 h 2789293"/>
              <a:gd name="connsiteX53" fmla="*/ 0 w 6586631"/>
              <a:gd name="connsiteY53" fmla="*/ 1909153 h 2789293"/>
              <a:gd name="connsiteX54" fmla="*/ 886786 w 6586631"/>
              <a:gd name="connsiteY54" fmla="*/ 2789294 h 2789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586631" h="2789293">
                <a:moveTo>
                  <a:pt x="5699846" y="2789294"/>
                </a:moveTo>
                <a:cubicBezTo>
                  <a:pt x="6338253" y="2789294"/>
                  <a:pt x="6586632" y="2408105"/>
                  <a:pt x="6586632" y="1909153"/>
                </a:cubicBezTo>
                <a:lnTo>
                  <a:pt x="6586632" y="60980"/>
                </a:lnTo>
                <a:lnTo>
                  <a:pt x="6112656" y="60980"/>
                </a:lnTo>
                <a:lnTo>
                  <a:pt x="6112656" y="2031114"/>
                </a:lnTo>
                <a:cubicBezTo>
                  <a:pt x="6112656" y="2351075"/>
                  <a:pt x="5990324" y="2541669"/>
                  <a:pt x="5699846" y="2541669"/>
                </a:cubicBezTo>
                <a:cubicBezTo>
                  <a:pt x="5413083" y="2541669"/>
                  <a:pt x="5287036" y="2339718"/>
                  <a:pt x="5287036" y="1992847"/>
                </a:cubicBezTo>
                <a:lnTo>
                  <a:pt x="5287036" y="1627212"/>
                </a:lnTo>
                <a:lnTo>
                  <a:pt x="4813060" y="1745222"/>
                </a:lnTo>
                <a:lnTo>
                  <a:pt x="4813060" y="1909153"/>
                </a:lnTo>
                <a:cubicBezTo>
                  <a:pt x="4813060" y="2408352"/>
                  <a:pt x="5061440" y="2789294"/>
                  <a:pt x="5699846" y="2789294"/>
                </a:cubicBezTo>
                <a:moveTo>
                  <a:pt x="3177175" y="2511056"/>
                </a:moveTo>
                <a:cubicBezTo>
                  <a:pt x="2810177" y="2511056"/>
                  <a:pt x="2584828" y="2213808"/>
                  <a:pt x="2584828" y="1897549"/>
                </a:cubicBezTo>
                <a:cubicBezTo>
                  <a:pt x="2584828" y="1699302"/>
                  <a:pt x="2672739" y="1516361"/>
                  <a:pt x="2817854" y="1413657"/>
                </a:cubicBezTo>
                <a:lnTo>
                  <a:pt x="3681610" y="2354778"/>
                </a:lnTo>
                <a:cubicBezTo>
                  <a:pt x="3521141" y="2450075"/>
                  <a:pt x="3341358" y="2511056"/>
                  <a:pt x="3177175" y="2511056"/>
                </a:cubicBezTo>
                <a:moveTo>
                  <a:pt x="3639512" y="1147022"/>
                </a:moveTo>
                <a:cubicBezTo>
                  <a:pt x="3949057" y="1147022"/>
                  <a:pt x="4140232" y="1326013"/>
                  <a:pt x="4140232" y="1634865"/>
                </a:cubicBezTo>
                <a:cubicBezTo>
                  <a:pt x="4140232" y="1772132"/>
                  <a:pt x="4102096" y="1913103"/>
                  <a:pt x="4017900" y="2042717"/>
                </a:cubicBezTo>
                <a:lnTo>
                  <a:pt x="3268800" y="1219359"/>
                </a:lnTo>
                <a:cubicBezTo>
                  <a:pt x="3402524" y="1166032"/>
                  <a:pt x="3532533" y="1147022"/>
                  <a:pt x="3639512" y="1147022"/>
                </a:cubicBezTo>
                <a:moveTo>
                  <a:pt x="3177175" y="201951"/>
                </a:moveTo>
                <a:cubicBezTo>
                  <a:pt x="3402771" y="201951"/>
                  <a:pt x="3536495" y="331565"/>
                  <a:pt x="3536495" y="567833"/>
                </a:cubicBezTo>
                <a:cubicBezTo>
                  <a:pt x="3536495" y="785091"/>
                  <a:pt x="3429516" y="990745"/>
                  <a:pt x="3165783" y="1109002"/>
                </a:cubicBezTo>
                <a:lnTo>
                  <a:pt x="3001353" y="926061"/>
                </a:lnTo>
                <a:cubicBezTo>
                  <a:pt x="2855990" y="766081"/>
                  <a:pt x="2814140" y="666833"/>
                  <a:pt x="2814140" y="548823"/>
                </a:cubicBezTo>
                <a:cubicBezTo>
                  <a:pt x="2813892" y="327615"/>
                  <a:pt x="2955292" y="201951"/>
                  <a:pt x="3177175" y="201951"/>
                </a:cubicBezTo>
                <a:moveTo>
                  <a:pt x="4136518" y="2172084"/>
                </a:moveTo>
                <a:cubicBezTo>
                  <a:pt x="4343047" y="1928163"/>
                  <a:pt x="4461417" y="1661528"/>
                  <a:pt x="4461417" y="1428964"/>
                </a:cubicBezTo>
                <a:cubicBezTo>
                  <a:pt x="4461417" y="1139369"/>
                  <a:pt x="4266527" y="945071"/>
                  <a:pt x="3960696" y="945071"/>
                </a:cubicBezTo>
                <a:cubicBezTo>
                  <a:pt x="3800228" y="945071"/>
                  <a:pt x="3620443" y="990745"/>
                  <a:pt x="3502073" y="1036418"/>
                </a:cubicBezTo>
                <a:lnTo>
                  <a:pt x="3494397" y="1021112"/>
                </a:lnTo>
                <a:cubicBezTo>
                  <a:pt x="3784874" y="864834"/>
                  <a:pt x="3907206" y="720160"/>
                  <a:pt x="3907206" y="518209"/>
                </a:cubicBezTo>
                <a:cubicBezTo>
                  <a:pt x="3907206" y="228614"/>
                  <a:pt x="3647188" y="0"/>
                  <a:pt x="3188566" y="0"/>
                </a:cubicBezTo>
                <a:cubicBezTo>
                  <a:pt x="2661100" y="0"/>
                  <a:pt x="2401082" y="293545"/>
                  <a:pt x="2401082" y="659180"/>
                </a:cubicBezTo>
                <a:cubicBezTo>
                  <a:pt x="2401082" y="857428"/>
                  <a:pt x="2485278" y="1055429"/>
                  <a:pt x="2706913" y="1295646"/>
                </a:cubicBezTo>
                <a:lnTo>
                  <a:pt x="2710628" y="1303300"/>
                </a:lnTo>
                <a:cubicBezTo>
                  <a:pt x="2336201" y="1482291"/>
                  <a:pt x="2164094" y="1771886"/>
                  <a:pt x="2164094" y="2069134"/>
                </a:cubicBezTo>
                <a:cubicBezTo>
                  <a:pt x="2164094" y="2461679"/>
                  <a:pt x="2465963" y="2789294"/>
                  <a:pt x="2932262" y="2789294"/>
                </a:cubicBezTo>
                <a:cubicBezTo>
                  <a:pt x="3199710" y="2789294"/>
                  <a:pt x="3513217" y="2678690"/>
                  <a:pt x="3796018" y="2480689"/>
                </a:cubicBezTo>
                <a:lnTo>
                  <a:pt x="4025329" y="2728314"/>
                </a:lnTo>
                <a:lnTo>
                  <a:pt x="4625352" y="2728314"/>
                </a:lnTo>
                <a:lnTo>
                  <a:pt x="4625352" y="2709303"/>
                </a:lnTo>
                <a:lnTo>
                  <a:pt x="4136518" y="2172084"/>
                </a:lnTo>
                <a:close/>
                <a:moveTo>
                  <a:pt x="886786" y="2789294"/>
                </a:moveTo>
                <a:cubicBezTo>
                  <a:pt x="1525192" y="2789294"/>
                  <a:pt x="1773572" y="2408105"/>
                  <a:pt x="1773572" y="1909153"/>
                </a:cubicBezTo>
                <a:lnTo>
                  <a:pt x="1773572" y="60980"/>
                </a:lnTo>
                <a:lnTo>
                  <a:pt x="1299596" y="60980"/>
                </a:lnTo>
                <a:lnTo>
                  <a:pt x="1299596" y="2031114"/>
                </a:lnTo>
                <a:cubicBezTo>
                  <a:pt x="1299596" y="2351075"/>
                  <a:pt x="1177263" y="2541669"/>
                  <a:pt x="886786" y="2541669"/>
                </a:cubicBezTo>
                <a:cubicBezTo>
                  <a:pt x="600023" y="2541669"/>
                  <a:pt x="473976" y="2339718"/>
                  <a:pt x="473976" y="1992847"/>
                </a:cubicBezTo>
                <a:lnTo>
                  <a:pt x="473976" y="1627212"/>
                </a:lnTo>
                <a:lnTo>
                  <a:pt x="0" y="1745222"/>
                </a:lnTo>
                <a:lnTo>
                  <a:pt x="0" y="1909153"/>
                </a:lnTo>
                <a:cubicBezTo>
                  <a:pt x="0" y="2408352"/>
                  <a:pt x="248379" y="2789294"/>
                  <a:pt x="886786" y="2789294"/>
                </a:cubicBezTo>
              </a:path>
            </a:pathLst>
          </a:custGeom>
          <a:solidFill>
            <a:schemeClr val="bg1"/>
          </a:solidFill>
          <a:ln w="24751" cap="flat">
            <a:noFill/>
            <a:prstDash val="solid"/>
            <a:miter/>
          </a:ln>
        </p:spPr>
        <p:txBody>
          <a:bodyPr rtlCol="0" anchor="ctr"/>
          <a:lstStyle/>
          <a:p>
            <a:endParaRPr lang="en-GB"/>
          </a:p>
        </p:txBody>
      </p:sp>
      <p:sp>
        <p:nvSpPr>
          <p:cNvPr id="5" name="TextBox 4">
            <a:extLst>
              <a:ext uri="{FF2B5EF4-FFF2-40B4-BE49-F238E27FC236}">
                <a16:creationId xmlns:a16="http://schemas.microsoft.com/office/drawing/2014/main" id="{38085F68-1EBA-96D4-67D0-05E4D220E781}"/>
              </a:ext>
            </a:extLst>
          </p:cNvPr>
          <p:cNvSpPr txBox="1"/>
          <p:nvPr/>
        </p:nvSpPr>
        <p:spPr>
          <a:xfrm>
            <a:off x="8124825" y="6449779"/>
            <a:ext cx="3260725" cy="153464"/>
          </a:xfrm>
          <a:prstGeom prst="rect">
            <a:avLst/>
          </a:prstGeom>
          <a:noFill/>
        </p:spPr>
        <p:txBody>
          <a:bodyPr wrap="square" lIns="0" tIns="0" rIns="0" bIns="0" rtlCol="0" anchor="b" anchorCtr="0">
            <a:noAutofit/>
          </a:bodyPr>
          <a:lstStyle/>
          <a:p>
            <a:pPr algn="r"/>
            <a:r>
              <a:rPr lang="en-US" sz="1100" kern="1200" dirty="0">
                <a:solidFill>
                  <a:schemeClr val="bg1"/>
                </a:solidFill>
                <a:latin typeface="+mn-lt"/>
                <a:ea typeface="+mn-ea"/>
                <a:cs typeface="+mn-cs"/>
              </a:rPr>
              <a:t>Core program name</a:t>
            </a:r>
          </a:p>
        </p:txBody>
      </p:sp>
    </p:spTree>
    <p:extLst>
      <p:ext uri="{BB962C8B-B14F-4D97-AF65-F5344CB8AC3E}">
        <p14:creationId xmlns:p14="http://schemas.microsoft.com/office/powerpoint/2010/main" val="336600875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eam Slide x 4">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23" name="Picture Placeholder 3">
            <a:extLst>
              <a:ext uri="{FF2B5EF4-FFF2-40B4-BE49-F238E27FC236}">
                <a16:creationId xmlns:a16="http://schemas.microsoft.com/office/drawing/2014/main" id="{9858E5CC-B320-8459-7BD7-5CE14C5E3AC9}"/>
              </a:ext>
            </a:extLst>
          </p:cNvPr>
          <p:cNvSpPr>
            <a:spLocks noGrp="1"/>
          </p:cNvSpPr>
          <p:nvPr>
            <p:ph type="pic" sz="quarter" idx="23" hasCustomPrompt="1"/>
          </p:nvPr>
        </p:nvSpPr>
        <p:spPr>
          <a:xfrm>
            <a:off x="6161089" y="1309284"/>
            <a:ext cx="2795588" cy="2922992"/>
          </a:xfrm>
          <a:solidFill>
            <a:schemeClr val="tx2"/>
          </a:solidFill>
        </p:spPr>
        <p:txBody>
          <a:bodyPr vert="horz" lIns="0" tIns="0" rIns="0" bIns="0" rtlCol="0">
            <a:noAutofit/>
          </a:bodyPr>
          <a:lstStyle>
            <a:lvl1pPr>
              <a:defRPr lang="en-GB" sz="1600"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24" name="Text Placeholder 10">
            <a:extLst>
              <a:ext uri="{FF2B5EF4-FFF2-40B4-BE49-F238E27FC236}">
                <a16:creationId xmlns:a16="http://schemas.microsoft.com/office/drawing/2014/main" id="{BA241006-FA7F-3ABD-E9C0-8E177A254F71}"/>
              </a:ext>
            </a:extLst>
          </p:cNvPr>
          <p:cNvSpPr>
            <a:spLocks noGrp="1"/>
          </p:cNvSpPr>
          <p:nvPr>
            <p:ph type="body" sz="quarter" idx="24" hasCustomPrompt="1"/>
          </p:nvPr>
        </p:nvSpPr>
        <p:spPr>
          <a:xfrm>
            <a:off x="6161088" y="4376739"/>
            <a:ext cx="2797905"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2" name="Picture Placeholder 3">
            <a:extLst>
              <a:ext uri="{FF2B5EF4-FFF2-40B4-BE49-F238E27FC236}">
                <a16:creationId xmlns:a16="http://schemas.microsoft.com/office/drawing/2014/main" id="{AE4666F2-0E72-5C8A-DFF8-2DD7C6E4BAAE}"/>
              </a:ext>
            </a:extLst>
          </p:cNvPr>
          <p:cNvSpPr>
            <a:spLocks noGrp="1"/>
          </p:cNvSpPr>
          <p:nvPr>
            <p:ph type="pic" sz="quarter" idx="25" hasCustomPrompt="1"/>
          </p:nvPr>
        </p:nvSpPr>
        <p:spPr>
          <a:xfrm>
            <a:off x="3225801" y="1309284"/>
            <a:ext cx="2795588" cy="2922992"/>
          </a:xfrm>
          <a:solidFill>
            <a:schemeClr val="tx2"/>
          </a:solidFill>
        </p:spPr>
        <p:txBody>
          <a:bodyPr vert="horz" lIns="0" tIns="0" rIns="0" bIns="0" rtlCol="0">
            <a:noAutofit/>
          </a:bodyPr>
          <a:lstStyle>
            <a:lvl1pPr>
              <a:defRPr lang="en-GB" sz="1600"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4" name="Text Placeholder 10">
            <a:extLst>
              <a:ext uri="{FF2B5EF4-FFF2-40B4-BE49-F238E27FC236}">
                <a16:creationId xmlns:a16="http://schemas.microsoft.com/office/drawing/2014/main" id="{9C68E616-CAC0-EE06-D15E-AFFEF3740EFF}"/>
              </a:ext>
            </a:extLst>
          </p:cNvPr>
          <p:cNvSpPr>
            <a:spLocks noGrp="1"/>
          </p:cNvSpPr>
          <p:nvPr>
            <p:ph type="body" sz="quarter" idx="26" hasCustomPrompt="1"/>
          </p:nvPr>
        </p:nvSpPr>
        <p:spPr>
          <a:xfrm>
            <a:off x="3225800" y="4376739"/>
            <a:ext cx="2794731"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9" name="Picture Placeholder 3">
            <a:extLst>
              <a:ext uri="{FF2B5EF4-FFF2-40B4-BE49-F238E27FC236}">
                <a16:creationId xmlns:a16="http://schemas.microsoft.com/office/drawing/2014/main" id="{2D83ADDB-0799-3ABA-AFB5-0EF907EBBC1C}"/>
              </a:ext>
            </a:extLst>
          </p:cNvPr>
          <p:cNvSpPr>
            <a:spLocks noGrp="1"/>
          </p:cNvSpPr>
          <p:nvPr>
            <p:ph type="pic" sz="quarter" idx="27" hasCustomPrompt="1"/>
          </p:nvPr>
        </p:nvSpPr>
        <p:spPr>
          <a:xfrm>
            <a:off x="9119384" y="1309284"/>
            <a:ext cx="2795588" cy="2922992"/>
          </a:xfrm>
          <a:solidFill>
            <a:schemeClr val="tx2"/>
          </a:solidFill>
        </p:spPr>
        <p:txBody>
          <a:bodyPr vert="horz" lIns="0" tIns="0" rIns="0" bIns="0" rtlCol="0">
            <a:noAutofit/>
          </a:bodyPr>
          <a:lstStyle>
            <a:lvl1pPr>
              <a:defRPr lang="en-GB" sz="1600"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10" name="Text Placeholder 10">
            <a:extLst>
              <a:ext uri="{FF2B5EF4-FFF2-40B4-BE49-F238E27FC236}">
                <a16:creationId xmlns:a16="http://schemas.microsoft.com/office/drawing/2014/main" id="{5A40ED4D-9D7E-FA31-0E92-48608769B8DC}"/>
              </a:ext>
            </a:extLst>
          </p:cNvPr>
          <p:cNvSpPr>
            <a:spLocks noGrp="1"/>
          </p:cNvSpPr>
          <p:nvPr>
            <p:ph type="body" sz="quarter" idx="28" hasCustomPrompt="1"/>
          </p:nvPr>
        </p:nvSpPr>
        <p:spPr>
          <a:xfrm>
            <a:off x="9119383" y="4376739"/>
            <a:ext cx="2797905"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11" name="Picture Placeholder 3">
            <a:extLst>
              <a:ext uri="{FF2B5EF4-FFF2-40B4-BE49-F238E27FC236}">
                <a16:creationId xmlns:a16="http://schemas.microsoft.com/office/drawing/2014/main" id="{F5068F87-7E7A-B5CF-3CBC-E18B6DD0D732}"/>
              </a:ext>
            </a:extLst>
          </p:cNvPr>
          <p:cNvSpPr>
            <a:spLocks noGrp="1"/>
          </p:cNvSpPr>
          <p:nvPr>
            <p:ph type="pic" sz="quarter" idx="29" hasCustomPrompt="1"/>
          </p:nvPr>
        </p:nvSpPr>
        <p:spPr>
          <a:xfrm>
            <a:off x="291479" y="1309284"/>
            <a:ext cx="2795588" cy="2922992"/>
          </a:xfrm>
          <a:solidFill>
            <a:schemeClr val="tx2"/>
          </a:solidFill>
        </p:spPr>
        <p:txBody>
          <a:bodyPr vert="horz" lIns="0" tIns="0" rIns="0" bIns="0" rtlCol="0">
            <a:noAutofit/>
          </a:bodyPr>
          <a:lstStyle>
            <a:lvl1pPr>
              <a:defRPr lang="en-GB" sz="1600"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12" name="Text Placeholder 10">
            <a:extLst>
              <a:ext uri="{FF2B5EF4-FFF2-40B4-BE49-F238E27FC236}">
                <a16:creationId xmlns:a16="http://schemas.microsoft.com/office/drawing/2014/main" id="{B4F951B9-FA91-8764-4AF1-2302D32F8D5A}"/>
              </a:ext>
            </a:extLst>
          </p:cNvPr>
          <p:cNvSpPr>
            <a:spLocks noGrp="1"/>
          </p:cNvSpPr>
          <p:nvPr>
            <p:ph type="body" sz="quarter" idx="30" hasCustomPrompt="1"/>
          </p:nvPr>
        </p:nvSpPr>
        <p:spPr>
          <a:xfrm>
            <a:off x="291478" y="4376739"/>
            <a:ext cx="2794731"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3" name="Text Placeholder 7">
            <a:extLst>
              <a:ext uri="{FF2B5EF4-FFF2-40B4-BE49-F238E27FC236}">
                <a16:creationId xmlns:a16="http://schemas.microsoft.com/office/drawing/2014/main" id="{5F91C3EF-5967-CDBE-EACE-2531D873C36A}"/>
              </a:ext>
            </a:extLst>
          </p:cNvPr>
          <p:cNvSpPr>
            <a:spLocks noGrp="1"/>
          </p:cNvSpPr>
          <p:nvPr>
            <p:ph type="body" sz="quarter" idx="31" hasCustomPrompt="1"/>
          </p:nvPr>
        </p:nvSpPr>
        <p:spPr>
          <a:xfrm>
            <a:off x="8125200" y="293525"/>
            <a:ext cx="3778870" cy="878050"/>
          </a:xfrm>
        </p:spPr>
        <p:txBody>
          <a:bodyPr/>
          <a:lstStyle>
            <a:lvl1pPr>
              <a:defRPr sz="1400"/>
            </a:lvl1pPr>
            <a:lvl2pPr>
              <a:defRPr sz="1400"/>
            </a:lvl2pPr>
            <a:lvl3pPr>
              <a:defRPr sz="1200"/>
            </a:lvl3pPr>
          </a:lstStyle>
          <a:p>
            <a:pPr lvl="0"/>
            <a:r>
              <a:rPr lang="en-GB" dirty="0"/>
              <a:t>Click to add text. Delete if not required.</a:t>
            </a:r>
          </a:p>
          <a:p>
            <a:pPr lvl="1"/>
            <a:r>
              <a:rPr lang="en-GB" dirty="0"/>
              <a:t>Second level</a:t>
            </a:r>
          </a:p>
          <a:p>
            <a:pPr lvl="2"/>
            <a:r>
              <a:rPr lang="en-GB" dirty="0"/>
              <a:t>Third level</a:t>
            </a:r>
          </a:p>
        </p:txBody>
      </p:sp>
      <p:sp>
        <p:nvSpPr>
          <p:cNvPr id="13" name="Title 7">
            <a:extLst>
              <a:ext uri="{FF2B5EF4-FFF2-40B4-BE49-F238E27FC236}">
                <a16:creationId xmlns:a16="http://schemas.microsoft.com/office/drawing/2014/main" id="{DA47195B-21A0-9A63-E4DA-58F9F29E98B6}"/>
              </a:ext>
            </a:extLst>
          </p:cNvPr>
          <p:cNvSpPr>
            <a:spLocks noGrp="1"/>
          </p:cNvSpPr>
          <p:nvPr>
            <p:ph type="title" hasCustomPrompt="1"/>
          </p:nvPr>
        </p:nvSpPr>
        <p:spPr>
          <a:xfrm>
            <a:off x="288303" y="262800"/>
            <a:ext cx="5733085" cy="468590"/>
          </a:xfrm>
        </p:spPr>
        <p:txBody>
          <a:bodyPr/>
          <a:lstStyle>
            <a:lvl1pPr>
              <a:defRPr>
                <a:solidFill>
                  <a:schemeClr val="accent1"/>
                </a:solidFill>
              </a:defRPr>
            </a:lvl1pPr>
          </a:lstStyle>
          <a:p>
            <a:r>
              <a:rPr lang="en-US" dirty="0"/>
              <a:t>Master title style</a:t>
            </a:r>
            <a:endParaRPr lang="en-GB" dirty="0"/>
          </a:p>
        </p:txBody>
      </p:sp>
      <p:sp>
        <p:nvSpPr>
          <p:cNvPr id="5" name="Subtitle 2">
            <a:extLst>
              <a:ext uri="{FF2B5EF4-FFF2-40B4-BE49-F238E27FC236}">
                <a16:creationId xmlns:a16="http://schemas.microsoft.com/office/drawing/2014/main" id="{FB220D96-C4B3-B7EB-A87A-9845F48C33C3}"/>
              </a:ext>
            </a:extLst>
          </p:cNvPr>
          <p:cNvSpPr>
            <a:spLocks noGrp="1"/>
          </p:cNvSpPr>
          <p:nvPr>
            <p:ph type="subTitle" idx="16" hasCustomPrompt="1"/>
          </p:nvPr>
        </p:nvSpPr>
        <p:spPr>
          <a:xfrm>
            <a:off x="288302" y="713620"/>
            <a:ext cx="5732229"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8" name="Footer Placeholder 4">
            <a:extLst>
              <a:ext uri="{FF2B5EF4-FFF2-40B4-BE49-F238E27FC236}">
                <a16:creationId xmlns:a16="http://schemas.microsoft.com/office/drawing/2014/main" id="{6606912E-45D9-5EEE-9496-4E85E1874A13}"/>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117393998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eam Slide x 6">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4" name="Picture Placeholder 3">
            <a:extLst>
              <a:ext uri="{FF2B5EF4-FFF2-40B4-BE49-F238E27FC236}">
                <a16:creationId xmlns:a16="http://schemas.microsoft.com/office/drawing/2014/main" id="{3DD93883-FE82-F5D7-6954-1E4205A257B6}"/>
              </a:ext>
            </a:extLst>
          </p:cNvPr>
          <p:cNvSpPr>
            <a:spLocks noGrp="1"/>
          </p:cNvSpPr>
          <p:nvPr>
            <p:ph type="pic" sz="quarter" idx="13" hasCustomPrompt="1"/>
          </p:nvPr>
        </p:nvSpPr>
        <p:spPr>
          <a:xfrm>
            <a:off x="292100" y="2338388"/>
            <a:ext cx="1811338" cy="1893887"/>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11" name="Text Placeholder 10">
            <a:extLst>
              <a:ext uri="{FF2B5EF4-FFF2-40B4-BE49-F238E27FC236}">
                <a16:creationId xmlns:a16="http://schemas.microsoft.com/office/drawing/2014/main" id="{BAF95DAC-024B-BE13-C7C3-B8E962C0E286}"/>
              </a:ext>
            </a:extLst>
          </p:cNvPr>
          <p:cNvSpPr>
            <a:spLocks noGrp="1"/>
          </p:cNvSpPr>
          <p:nvPr>
            <p:ph type="body" sz="quarter" idx="14" hasCustomPrompt="1"/>
          </p:nvPr>
        </p:nvSpPr>
        <p:spPr>
          <a:xfrm>
            <a:off x="292100" y="4376739"/>
            <a:ext cx="1811338"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12" name="Picture Placeholder 3">
            <a:extLst>
              <a:ext uri="{FF2B5EF4-FFF2-40B4-BE49-F238E27FC236}">
                <a16:creationId xmlns:a16="http://schemas.microsoft.com/office/drawing/2014/main" id="{D5C0A3F1-8272-1EE9-CC5E-D2F51E93821E}"/>
              </a:ext>
            </a:extLst>
          </p:cNvPr>
          <p:cNvSpPr>
            <a:spLocks noGrp="1"/>
          </p:cNvSpPr>
          <p:nvPr>
            <p:ph type="pic" sz="quarter" idx="15" hasCustomPrompt="1"/>
          </p:nvPr>
        </p:nvSpPr>
        <p:spPr>
          <a:xfrm>
            <a:off x="2251075" y="2338388"/>
            <a:ext cx="1811338" cy="1893887"/>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13" name="Text Placeholder 10">
            <a:extLst>
              <a:ext uri="{FF2B5EF4-FFF2-40B4-BE49-F238E27FC236}">
                <a16:creationId xmlns:a16="http://schemas.microsoft.com/office/drawing/2014/main" id="{07824833-215E-5CBF-9B67-8C5BFCFF600B}"/>
              </a:ext>
            </a:extLst>
          </p:cNvPr>
          <p:cNvSpPr>
            <a:spLocks noGrp="1"/>
          </p:cNvSpPr>
          <p:nvPr>
            <p:ph type="body" sz="quarter" idx="16" hasCustomPrompt="1"/>
          </p:nvPr>
        </p:nvSpPr>
        <p:spPr>
          <a:xfrm>
            <a:off x="2251075" y="4376739"/>
            <a:ext cx="1811338"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17" name="Picture Placeholder 3">
            <a:extLst>
              <a:ext uri="{FF2B5EF4-FFF2-40B4-BE49-F238E27FC236}">
                <a16:creationId xmlns:a16="http://schemas.microsoft.com/office/drawing/2014/main" id="{BC82D359-5E82-6645-4BA5-091395FFBE4D}"/>
              </a:ext>
            </a:extLst>
          </p:cNvPr>
          <p:cNvSpPr>
            <a:spLocks noGrp="1"/>
          </p:cNvSpPr>
          <p:nvPr>
            <p:ph type="pic" sz="quarter" idx="17" hasCustomPrompt="1"/>
          </p:nvPr>
        </p:nvSpPr>
        <p:spPr>
          <a:xfrm>
            <a:off x="4206875" y="2338388"/>
            <a:ext cx="1811338" cy="1893887"/>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18" name="Text Placeholder 10">
            <a:extLst>
              <a:ext uri="{FF2B5EF4-FFF2-40B4-BE49-F238E27FC236}">
                <a16:creationId xmlns:a16="http://schemas.microsoft.com/office/drawing/2014/main" id="{988FBE5D-B4CD-CE1A-E7E9-92C4741B19DA}"/>
              </a:ext>
            </a:extLst>
          </p:cNvPr>
          <p:cNvSpPr>
            <a:spLocks noGrp="1"/>
          </p:cNvSpPr>
          <p:nvPr>
            <p:ph type="body" sz="quarter" idx="18" hasCustomPrompt="1"/>
          </p:nvPr>
        </p:nvSpPr>
        <p:spPr>
          <a:xfrm>
            <a:off x="4206875" y="4376739"/>
            <a:ext cx="1811338"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19" name="Picture Placeholder 3">
            <a:extLst>
              <a:ext uri="{FF2B5EF4-FFF2-40B4-BE49-F238E27FC236}">
                <a16:creationId xmlns:a16="http://schemas.microsoft.com/office/drawing/2014/main" id="{AE6CF7F4-E399-5395-4477-3A071CFE8BF6}"/>
              </a:ext>
            </a:extLst>
          </p:cNvPr>
          <p:cNvSpPr>
            <a:spLocks noGrp="1"/>
          </p:cNvSpPr>
          <p:nvPr>
            <p:ph type="pic" sz="quarter" idx="19" hasCustomPrompt="1"/>
          </p:nvPr>
        </p:nvSpPr>
        <p:spPr>
          <a:xfrm>
            <a:off x="6165850" y="2338388"/>
            <a:ext cx="1811338" cy="1893887"/>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20" name="Text Placeholder 10">
            <a:extLst>
              <a:ext uri="{FF2B5EF4-FFF2-40B4-BE49-F238E27FC236}">
                <a16:creationId xmlns:a16="http://schemas.microsoft.com/office/drawing/2014/main" id="{7F69C6C1-FD43-DD7E-F8C1-DD938FA7E864}"/>
              </a:ext>
            </a:extLst>
          </p:cNvPr>
          <p:cNvSpPr>
            <a:spLocks noGrp="1"/>
          </p:cNvSpPr>
          <p:nvPr>
            <p:ph type="body" sz="quarter" idx="20" hasCustomPrompt="1"/>
          </p:nvPr>
        </p:nvSpPr>
        <p:spPr>
          <a:xfrm>
            <a:off x="6165850" y="4376739"/>
            <a:ext cx="1811338"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21" name="Picture Placeholder 3">
            <a:extLst>
              <a:ext uri="{FF2B5EF4-FFF2-40B4-BE49-F238E27FC236}">
                <a16:creationId xmlns:a16="http://schemas.microsoft.com/office/drawing/2014/main" id="{C3F6ED5E-6C41-2A6E-8284-782D115E0AC8}"/>
              </a:ext>
            </a:extLst>
          </p:cNvPr>
          <p:cNvSpPr>
            <a:spLocks noGrp="1"/>
          </p:cNvSpPr>
          <p:nvPr>
            <p:ph type="pic" sz="quarter" idx="21" hasCustomPrompt="1"/>
          </p:nvPr>
        </p:nvSpPr>
        <p:spPr>
          <a:xfrm>
            <a:off x="8129587" y="2338388"/>
            <a:ext cx="1811338" cy="1893887"/>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22" name="Text Placeholder 10">
            <a:extLst>
              <a:ext uri="{FF2B5EF4-FFF2-40B4-BE49-F238E27FC236}">
                <a16:creationId xmlns:a16="http://schemas.microsoft.com/office/drawing/2014/main" id="{DE4654D5-A3A7-62DC-42E2-4450D8FF9149}"/>
              </a:ext>
            </a:extLst>
          </p:cNvPr>
          <p:cNvSpPr>
            <a:spLocks noGrp="1"/>
          </p:cNvSpPr>
          <p:nvPr>
            <p:ph type="body" sz="quarter" idx="22" hasCustomPrompt="1"/>
          </p:nvPr>
        </p:nvSpPr>
        <p:spPr>
          <a:xfrm>
            <a:off x="8129587" y="4376739"/>
            <a:ext cx="1811338"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23" name="Picture Placeholder 3">
            <a:extLst>
              <a:ext uri="{FF2B5EF4-FFF2-40B4-BE49-F238E27FC236}">
                <a16:creationId xmlns:a16="http://schemas.microsoft.com/office/drawing/2014/main" id="{9858E5CC-B320-8459-7BD7-5CE14C5E3AC9}"/>
              </a:ext>
            </a:extLst>
          </p:cNvPr>
          <p:cNvSpPr>
            <a:spLocks noGrp="1"/>
          </p:cNvSpPr>
          <p:nvPr>
            <p:ph type="pic" sz="quarter" idx="23" hasCustomPrompt="1"/>
          </p:nvPr>
        </p:nvSpPr>
        <p:spPr>
          <a:xfrm>
            <a:off x="10088562" y="2338388"/>
            <a:ext cx="1811338" cy="1893887"/>
          </a:xfrm>
          <a:solidFill>
            <a:schemeClr val="tx2"/>
          </a:solidFill>
        </p:spPr>
        <p:txBody>
          <a:bodyPr vert="horz" lIns="0" tIns="0" rIns="0" bIns="0" rtlCol="0">
            <a:noAutofit/>
          </a:bodyPr>
          <a:lstStyle>
            <a:lvl1pPr>
              <a:defRPr lang="en-GB" sz="1200"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24" name="Text Placeholder 10">
            <a:extLst>
              <a:ext uri="{FF2B5EF4-FFF2-40B4-BE49-F238E27FC236}">
                <a16:creationId xmlns:a16="http://schemas.microsoft.com/office/drawing/2014/main" id="{BA241006-FA7F-3ABD-E9C0-8E177A254F71}"/>
              </a:ext>
            </a:extLst>
          </p:cNvPr>
          <p:cNvSpPr>
            <a:spLocks noGrp="1"/>
          </p:cNvSpPr>
          <p:nvPr>
            <p:ph type="body" sz="quarter" idx="24" hasCustomPrompt="1"/>
          </p:nvPr>
        </p:nvSpPr>
        <p:spPr>
          <a:xfrm>
            <a:off x="10088562" y="4376739"/>
            <a:ext cx="1811338" cy="1389062"/>
          </a:xfrm>
        </p:spPr>
        <p:txBody>
          <a:bodyPr/>
          <a:lstStyle>
            <a:lvl1pPr>
              <a:spcBef>
                <a:spcPts val="0"/>
              </a:spcBef>
              <a:spcAft>
                <a:spcPts val="0"/>
              </a:spcAft>
              <a:defRPr lang="en-GB" sz="1400" b="1" i="0" kern="1200" dirty="0">
                <a:solidFill>
                  <a:schemeClr val="tx1"/>
                </a:solidFill>
                <a:latin typeface="Johnson Text" pitchFamily="2" charset="77"/>
                <a:ea typeface="+mn-ea"/>
                <a:cs typeface="+mn-cs"/>
              </a:defRPr>
            </a:lvl1pPr>
            <a:lvl2pPr marL="0" indent="0">
              <a:spcBef>
                <a:spcPts val="0"/>
              </a:spcBef>
              <a:spcAft>
                <a:spcPts val="0"/>
              </a:spcAft>
              <a:buNone/>
              <a:defRPr sz="14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2" name="Text Placeholder 7">
            <a:extLst>
              <a:ext uri="{FF2B5EF4-FFF2-40B4-BE49-F238E27FC236}">
                <a16:creationId xmlns:a16="http://schemas.microsoft.com/office/drawing/2014/main" id="{7BD20165-AAB7-7FF2-32A4-4043B7F5215A}"/>
              </a:ext>
            </a:extLst>
          </p:cNvPr>
          <p:cNvSpPr>
            <a:spLocks noGrp="1"/>
          </p:cNvSpPr>
          <p:nvPr>
            <p:ph type="body" sz="quarter" idx="25" hasCustomPrompt="1"/>
          </p:nvPr>
        </p:nvSpPr>
        <p:spPr>
          <a:xfrm>
            <a:off x="8124205" y="295200"/>
            <a:ext cx="3778870" cy="876375"/>
          </a:xfrm>
        </p:spPr>
        <p:txBody>
          <a:bodyPr/>
          <a:lstStyle>
            <a:lvl1pPr>
              <a:defRPr sz="1400"/>
            </a:lvl1pPr>
            <a:lvl2pPr>
              <a:defRPr sz="1400"/>
            </a:lvl2pPr>
            <a:lvl3pPr>
              <a:defRPr sz="1200"/>
            </a:lvl3pPr>
          </a:lstStyle>
          <a:p>
            <a:pPr lvl="0"/>
            <a:r>
              <a:rPr lang="en-GB" dirty="0"/>
              <a:t>Click to add text. Delete if not required.</a:t>
            </a:r>
          </a:p>
          <a:p>
            <a:pPr lvl="1"/>
            <a:r>
              <a:rPr lang="en-GB" dirty="0"/>
              <a:t>Second level</a:t>
            </a:r>
          </a:p>
          <a:p>
            <a:pPr lvl="2"/>
            <a:r>
              <a:rPr lang="en-GB" dirty="0"/>
              <a:t>Third level</a:t>
            </a:r>
          </a:p>
        </p:txBody>
      </p:sp>
      <p:sp>
        <p:nvSpPr>
          <p:cNvPr id="9" name="Title 7">
            <a:extLst>
              <a:ext uri="{FF2B5EF4-FFF2-40B4-BE49-F238E27FC236}">
                <a16:creationId xmlns:a16="http://schemas.microsoft.com/office/drawing/2014/main" id="{604F17DC-3526-6523-F6A2-A614A5877E66}"/>
              </a:ext>
            </a:extLst>
          </p:cNvPr>
          <p:cNvSpPr>
            <a:spLocks noGrp="1"/>
          </p:cNvSpPr>
          <p:nvPr>
            <p:ph type="title" hasCustomPrompt="1"/>
          </p:nvPr>
        </p:nvSpPr>
        <p:spPr>
          <a:xfrm>
            <a:off x="288303" y="262800"/>
            <a:ext cx="6710984" cy="468590"/>
          </a:xfrm>
        </p:spPr>
        <p:txBody>
          <a:bodyPr/>
          <a:lstStyle>
            <a:lvl1pPr>
              <a:defRPr>
                <a:solidFill>
                  <a:schemeClr val="accent1"/>
                </a:solidFill>
              </a:defRPr>
            </a:lvl1pPr>
          </a:lstStyle>
          <a:p>
            <a:r>
              <a:rPr lang="en-US" dirty="0"/>
              <a:t>Master title style</a:t>
            </a:r>
            <a:endParaRPr lang="en-GB" dirty="0"/>
          </a:p>
        </p:txBody>
      </p:sp>
      <p:sp>
        <p:nvSpPr>
          <p:cNvPr id="5" name="Subtitle 2">
            <a:extLst>
              <a:ext uri="{FF2B5EF4-FFF2-40B4-BE49-F238E27FC236}">
                <a16:creationId xmlns:a16="http://schemas.microsoft.com/office/drawing/2014/main" id="{C2B84ACE-520E-A875-5184-5F9EE6A46C07}"/>
              </a:ext>
            </a:extLst>
          </p:cNvPr>
          <p:cNvSpPr>
            <a:spLocks noGrp="1"/>
          </p:cNvSpPr>
          <p:nvPr>
            <p:ph type="subTitle" idx="26"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3" name="Footer Placeholder 4">
            <a:extLst>
              <a:ext uri="{FF2B5EF4-FFF2-40B4-BE49-F238E27FC236}">
                <a16:creationId xmlns:a16="http://schemas.microsoft.com/office/drawing/2014/main" id="{3736E8E3-26E6-DF9F-264A-BFE1AD9B09BE}"/>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421650863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eam Slide x 12">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C5BF5472-8D93-4A90-A2A5-629ECA2C2464}" type="slidenum">
              <a:rPr lang="en-US" smtClean="0"/>
              <a:t>‹#›</a:t>
            </a:fld>
            <a:endParaRPr lang="en-US"/>
          </a:p>
        </p:txBody>
      </p:sp>
      <p:sp>
        <p:nvSpPr>
          <p:cNvPr id="4" name="Picture Placeholder 3">
            <a:extLst>
              <a:ext uri="{FF2B5EF4-FFF2-40B4-BE49-F238E27FC236}">
                <a16:creationId xmlns:a16="http://schemas.microsoft.com/office/drawing/2014/main" id="{3DD93883-FE82-F5D7-6954-1E4205A257B6}"/>
              </a:ext>
            </a:extLst>
          </p:cNvPr>
          <p:cNvSpPr>
            <a:spLocks noGrp="1"/>
          </p:cNvSpPr>
          <p:nvPr>
            <p:ph type="pic" sz="quarter" idx="13" hasCustomPrompt="1"/>
          </p:nvPr>
        </p:nvSpPr>
        <p:spPr>
          <a:xfrm>
            <a:off x="292100" y="1325991"/>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11" name="Text Placeholder 10">
            <a:extLst>
              <a:ext uri="{FF2B5EF4-FFF2-40B4-BE49-F238E27FC236}">
                <a16:creationId xmlns:a16="http://schemas.microsoft.com/office/drawing/2014/main" id="{BAF95DAC-024B-BE13-C7C3-B8E962C0E286}"/>
              </a:ext>
            </a:extLst>
          </p:cNvPr>
          <p:cNvSpPr>
            <a:spLocks noGrp="1"/>
          </p:cNvSpPr>
          <p:nvPr>
            <p:ph type="body" sz="quarter" idx="14" hasCustomPrompt="1"/>
          </p:nvPr>
        </p:nvSpPr>
        <p:spPr>
          <a:xfrm>
            <a:off x="292100" y="3133126"/>
            <a:ext cx="1811338" cy="332014"/>
          </a:xfrm>
        </p:spPr>
        <p:txBody>
          <a:bodyPr wrap="square">
            <a:spAutoFit/>
          </a:bodyPr>
          <a:lstStyle>
            <a:lvl1pPr>
              <a:spcBef>
                <a:spcPts val="0"/>
              </a:spcBef>
              <a:spcAft>
                <a:spcPts val="0"/>
              </a:spcAft>
              <a:defRPr lang="en-GB" sz="1000" b="1" i="0" kern="1200" dirty="0">
                <a:solidFill>
                  <a:schemeClr val="tx1"/>
                </a:solidFill>
                <a:latin typeface="Johnson Text" pitchFamily="2" charset="77"/>
                <a:ea typeface="+mn-ea"/>
                <a:cs typeface="+mn-cs"/>
              </a:defRPr>
            </a:lvl1pPr>
            <a:lvl2pPr marL="0" indent="0">
              <a:spcBef>
                <a:spcPts val="0"/>
              </a:spcBef>
              <a:spcAft>
                <a:spcPts val="0"/>
              </a:spcAft>
              <a:buNone/>
              <a:defRPr sz="10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12" name="Picture Placeholder 3">
            <a:extLst>
              <a:ext uri="{FF2B5EF4-FFF2-40B4-BE49-F238E27FC236}">
                <a16:creationId xmlns:a16="http://schemas.microsoft.com/office/drawing/2014/main" id="{D5C0A3F1-8272-1EE9-CC5E-D2F51E93821E}"/>
              </a:ext>
            </a:extLst>
          </p:cNvPr>
          <p:cNvSpPr>
            <a:spLocks noGrp="1"/>
          </p:cNvSpPr>
          <p:nvPr>
            <p:ph type="pic" sz="quarter" idx="15" hasCustomPrompt="1"/>
          </p:nvPr>
        </p:nvSpPr>
        <p:spPr>
          <a:xfrm>
            <a:off x="2251075" y="1325991"/>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13" name="Text Placeholder 10">
            <a:extLst>
              <a:ext uri="{FF2B5EF4-FFF2-40B4-BE49-F238E27FC236}">
                <a16:creationId xmlns:a16="http://schemas.microsoft.com/office/drawing/2014/main" id="{07824833-215E-5CBF-9B67-8C5BFCFF600B}"/>
              </a:ext>
            </a:extLst>
          </p:cNvPr>
          <p:cNvSpPr>
            <a:spLocks noGrp="1"/>
          </p:cNvSpPr>
          <p:nvPr>
            <p:ph type="body" sz="quarter" idx="16" hasCustomPrompt="1"/>
          </p:nvPr>
        </p:nvSpPr>
        <p:spPr>
          <a:xfrm>
            <a:off x="2251075" y="3133126"/>
            <a:ext cx="1811338" cy="332014"/>
          </a:xfrm>
        </p:spPr>
        <p:txBody>
          <a:bodyPr wrap="square">
            <a:spAutoFit/>
          </a:bodyPr>
          <a:lstStyle>
            <a:lvl1pPr>
              <a:spcBef>
                <a:spcPts val="0"/>
              </a:spcBef>
              <a:spcAft>
                <a:spcPts val="0"/>
              </a:spcAft>
              <a:defRPr lang="en-GB" sz="1000" b="1" i="0" kern="1200" dirty="0">
                <a:solidFill>
                  <a:schemeClr val="tx1"/>
                </a:solidFill>
                <a:latin typeface="Johnson Text" pitchFamily="2" charset="77"/>
                <a:ea typeface="+mn-ea"/>
                <a:cs typeface="+mn-cs"/>
              </a:defRPr>
            </a:lvl1pPr>
            <a:lvl2pPr marL="0" indent="0">
              <a:spcBef>
                <a:spcPts val="0"/>
              </a:spcBef>
              <a:spcAft>
                <a:spcPts val="0"/>
              </a:spcAft>
              <a:buNone/>
              <a:defRPr sz="10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17" name="Picture Placeholder 3">
            <a:extLst>
              <a:ext uri="{FF2B5EF4-FFF2-40B4-BE49-F238E27FC236}">
                <a16:creationId xmlns:a16="http://schemas.microsoft.com/office/drawing/2014/main" id="{BC82D359-5E82-6645-4BA5-091395FFBE4D}"/>
              </a:ext>
            </a:extLst>
          </p:cNvPr>
          <p:cNvSpPr>
            <a:spLocks noGrp="1"/>
          </p:cNvSpPr>
          <p:nvPr>
            <p:ph type="pic" sz="quarter" idx="17" hasCustomPrompt="1"/>
          </p:nvPr>
        </p:nvSpPr>
        <p:spPr>
          <a:xfrm>
            <a:off x="4206875" y="1325991"/>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18" name="Text Placeholder 10">
            <a:extLst>
              <a:ext uri="{FF2B5EF4-FFF2-40B4-BE49-F238E27FC236}">
                <a16:creationId xmlns:a16="http://schemas.microsoft.com/office/drawing/2014/main" id="{988FBE5D-B4CD-CE1A-E7E9-92C4741B19DA}"/>
              </a:ext>
            </a:extLst>
          </p:cNvPr>
          <p:cNvSpPr>
            <a:spLocks noGrp="1"/>
          </p:cNvSpPr>
          <p:nvPr>
            <p:ph type="body" sz="quarter" idx="18" hasCustomPrompt="1"/>
          </p:nvPr>
        </p:nvSpPr>
        <p:spPr>
          <a:xfrm>
            <a:off x="4206875" y="3133126"/>
            <a:ext cx="1811338" cy="332014"/>
          </a:xfrm>
        </p:spPr>
        <p:txBody>
          <a:bodyPr wrap="square">
            <a:spAutoFit/>
          </a:bodyPr>
          <a:lstStyle>
            <a:lvl1pPr>
              <a:spcBef>
                <a:spcPts val="0"/>
              </a:spcBef>
              <a:spcAft>
                <a:spcPts val="0"/>
              </a:spcAft>
              <a:defRPr lang="en-GB" sz="1000" b="1" i="0" kern="1200" dirty="0">
                <a:solidFill>
                  <a:schemeClr val="tx1"/>
                </a:solidFill>
                <a:latin typeface="Johnson Text" pitchFamily="2" charset="77"/>
                <a:ea typeface="+mn-ea"/>
                <a:cs typeface="+mn-cs"/>
              </a:defRPr>
            </a:lvl1pPr>
            <a:lvl2pPr marL="0" indent="0">
              <a:spcBef>
                <a:spcPts val="0"/>
              </a:spcBef>
              <a:spcAft>
                <a:spcPts val="0"/>
              </a:spcAft>
              <a:buNone/>
              <a:defRPr sz="10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19" name="Picture Placeholder 3">
            <a:extLst>
              <a:ext uri="{FF2B5EF4-FFF2-40B4-BE49-F238E27FC236}">
                <a16:creationId xmlns:a16="http://schemas.microsoft.com/office/drawing/2014/main" id="{AE6CF7F4-E399-5395-4477-3A071CFE8BF6}"/>
              </a:ext>
            </a:extLst>
          </p:cNvPr>
          <p:cNvSpPr>
            <a:spLocks noGrp="1"/>
          </p:cNvSpPr>
          <p:nvPr>
            <p:ph type="pic" sz="quarter" idx="19" hasCustomPrompt="1"/>
          </p:nvPr>
        </p:nvSpPr>
        <p:spPr>
          <a:xfrm>
            <a:off x="6165850" y="1325991"/>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20" name="Text Placeholder 10">
            <a:extLst>
              <a:ext uri="{FF2B5EF4-FFF2-40B4-BE49-F238E27FC236}">
                <a16:creationId xmlns:a16="http://schemas.microsoft.com/office/drawing/2014/main" id="{7F69C6C1-FD43-DD7E-F8C1-DD938FA7E864}"/>
              </a:ext>
            </a:extLst>
          </p:cNvPr>
          <p:cNvSpPr>
            <a:spLocks noGrp="1"/>
          </p:cNvSpPr>
          <p:nvPr>
            <p:ph type="body" sz="quarter" idx="20" hasCustomPrompt="1"/>
          </p:nvPr>
        </p:nvSpPr>
        <p:spPr>
          <a:xfrm>
            <a:off x="6165850" y="3133126"/>
            <a:ext cx="1811338" cy="332014"/>
          </a:xfrm>
        </p:spPr>
        <p:txBody>
          <a:bodyPr wrap="square">
            <a:spAutoFit/>
          </a:bodyPr>
          <a:lstStyle>
            <a:lvl1pPr>
              <a:spcBef>
                <a:spcPts val="0"/>
              </a:spcBef>
              <a:spcAft>
                <a:spcPts val="0"/>
              </a:spcAft>
              <a:defRPr lang="en-GB" sz="1000" b="1" i="0" kern="1200" dirty="0">
                <a:solidFill>
                  <a:schemeClr val="tx1"/>
                </a:solidFill>
                <a:latin typeface="Johnson Text" pitchFamily="2" charset="77"/>
                <a:ea typeface="+mn-ea"/>
                <a:cs typeface="+mn-cs"/>
              </a:defRPr>
            </a:lvl1pPr>
            <a:lvl2pPr marL="0" indent="0">
              <a:spcBef>
                <a:spcPts val="0"/>
              </a:spcBef>
              <a:spcAft>
                <a:spcPts val="0"/>
              </a:spcAft>
              <a:buNone/>
              <a:defRPr sz="10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21" name="Picture Placeholder 3">
            <a:extLst>
              <a:ext uri="{FF2B5EF4-FFF2-40B4-BE49-F238E27FC236}">
                <a16:creationId xmlns:a16="http://schemas.microsoft.com/office/drawing/2014/main" id="{C3F6ED5E-6C41-2A6E-8284-782D115E0AC8}"/>
              </a:ext>
            </a:extLst>
          </p:cNvPr>
          <p:cNvSpPr>
            <a:spLocks noGrp="1"/>
          </p:cNvSpPr>
          <p:nvPr>
            <p:ph type="pic" sz="quarter" idx="21" hasCustomPrompt="1"/>
          </p:nvPr>
        </p:nvSpPr>
        <p:spPr>
          <a:xfrm>
            <a:off x="8129587" y="1325991"/>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22" name="Text Placeholder 10">
            <a:extLst>
              <a:ext uri="{FF2B5EF4-FFF2-40B4-BE49-F238E27FC236}">
                <a16:creationId xmlns:a16="http://schemas.microsoft.com/office/drawing/2014/main" id="{DE4654D5-A3A7-62DC-42E2-4450D8FF9149}"/>
              </a:ext>
            </a:extLst>
          </p:cNvPr>
          <p:cNvSpPr>
            <a:spLocks noGrp="1"/>
          </p:cNvSpPr>
          <p:nvPr>
            <p:ph type="body" sz="quarter" idx="22" hasCustomPrompt="1"/>
          </p:nvPr>
        </p:nvSpPr>
        <p:spPr>
          <a:xfrm>
            <a:off x="8129587" y="3133126"/>
            <a:ext cx="1811338" cy="332014"/>
          </a:xfrm>
        </p:spPr>
        <p:txBody>
          <a:bodyPr wrap="square">
            <a:spAutoFit/>
          </a:bodyPr>
          <a:lstStyle>
            <a:lvl1pPr>
              <a:spcBef>
                <a:spcPts val="0"/>
              </a:spcBef>
              <a:spcAft>
                <a:spcPts val="0"/>
              </a:spcAft>
              <a:defRPr lang="en-GB" sz="1000" b="1" i="0" kern="1200" dirty="0">
                <a:solidFill>
                  <a:schemeClr val="tx1"/>
                </a:solidFill>
                <a:latin typeface="Johnson Text" pitchFamily="2" charset="77"/>
                <a:ea typeface="+mn-ea"/>
                <a:cs typeface="+mn-cs"/>
              </a:defRPr>
            </a:lvl1pPr>
            <a:lvl2pPr marL="0" indent="0">
              <a:spcBef>
                <a:spcPts val="0"/>
              </a:spcBef>
              <a:spcAft>
                <a:spcPts val="0"/>
              </a:spcAft>
              <a:buNone/>
              <a:defRPr sz="10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23" name="Picture Placeholder 3">
            <a:extLst>
              <a:ext uri="{FF2B5EF4-FFF2-40B4-BE49-F238E27FC236}">
                <a16:creationId xmlns:a16="http://schemas.microsoft.com/office/drawing/2014/main" id="{9858E5CC-B320-8459-7BD7-5CE14C5E3AC9}"/>
              </a:ext>
            </a:extLst>
          </p:cNvPr>
          <p:cNvSpPr>
            <a:spLocks noGrp="1"/>
          </p:cNvSpPr>
          <p:nvPr>
            <p:ph type="pic" sz="quarter" idx="23" hasCustomPrompt="1"/>
          </p:nvPr>
        </p:nvSpPr>
        <p:spPr>
          <a:xfrm>
            <a:off x="10088562" y="1325991"/>
            <a:ext cx="1810800" cy="1742358"/>
          </a:xfrm>
          <a:solidFill>
            <a:schemeClr val="tx2"/>
          </a:solidFill>
        </p:spPr>
        <p:txBody>
          <a:bodyPr vert="horz" lIns="0" tIns="0" rIns="0" bIns="0" rtlCol="0">
            <a:noAutofit/>
          </a:bodyPr>
          <a:lstStyle>
            <a:lvl1pPr>
              <a:defRPr lang="en-GB" sz="1200"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24" name="Text Placeholder 10">
            <a:extLst>
              <a:ext uri="{FF2B5EF4-FFF2-40B4-BE49-F238E27FC236}">
                <a16:creationId xmlns:a16="http://schemas.microsoft.com/office/drawing/2014/main" id="{BA241006-FA7F-3ABD-E9C0-8E177A254F71}"/>
              </a:ext>
            </a:extLst>
          </p:cNvPr>
          <p:cNvSpPr>
            <a:spLocks noGrp="1"/>
          </p:cNvSpPr>
          <p:nvPr>
            <p:ph type="body" sz="quarter" idx="24" hasCustomPrompt="1"/>
          </p:nvPr>
        </p:nvSpPr>
        <p:spPr>
          <a:xfrm>
            <a:off x="10088562" y="3133126"/>
            <a:ext cx="1811338" cy="332014"/>
          </a:xfrm>
        </p:spPr>
        <p:txBody>
          <a:bodyPr wrap="square">
            <a:spAutoFit/>
          </a:bodyPr>
          <a:lstStyle>
            <a:lvl1pPr>
              <a:spcBef>
                <a:spcPts val="0"/>
              </a:spcBef>
              <a:spcAft>
                <a:spcPts val="0"/>
              </a:spcAft>
              <a:defRPr lang="en-GB" sz="1000" b="1" i="0" kern="1200" dirty="0">
                <a:solidFill>
                  <a:schemeClr val="tx1"/>
                </a:solidFill>
                <a:latin typeface="Johnson Text" pitchFamily="2" charset="77"/>
                <a:ea typeface="+mn-ea"/>
                <a:cs typeface="+mn-cs"/>
              </a:defRPr>
            </a:lvl1pPr>
            <a:lvl2pPr marL="0" indent="0">
              <a:spcBef>
                <a:spcPts val="0"/>
              </a:spcBef>
              <a:spcAft>
                <a:spcPts val="0"/>
              </a:spcAft>
              <a:buNone/>
              <a:defRPr sz="10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2" name="Text Placeholder 7">
            <a:extLst>
              <a:ext uri="{FF2B5EF4-FFF2-40B4-BE49-F238E27FC236}">
                <a16:creationId xmlns:a16="http://schemas.microsoft.com/office/drawing/2014/main" id="{7BD20165-AAB7-7FF2-32A4-4043B7F5215A}"/>
              </a:ext>
            </a:extLst>
          </p:cNvPr>
          <p:cNvSpPr>
            <a:spLocks noGrp="1"/>
          </p:cNvSpPr>
          <p:nvPr>
            <p:ph type="body" sz="quarter" idx="25" hasCustomPrompt="1"/>
          </p:nvPr>
        </p:nvSpPr>
        <p:spPr>
          <a:xfrm>
            <a:off x="8124205" y="295200"/>
            <a:ext cx="3778870" cy="876375"/>
          </a:xfrm>
        </p:spPr>
        <p:txBody>
          <a:bodyPr/>
          <a:lstStyle>
            <a:lvl1pPr>
              <a:defRPr sz="1400"/>
            </a:lvl1pPr>
            <a:lvl2pPr>
              <a:defRPr sz="1400"/>
            </a:lvl2pPr>
            <a:lvl3pPr>
              <a:defRPr sz="1200"/>
            </a:lvl3pPr>
          </a:lstStyle>
          <a:p>
            <a:pPr lvl="0"/>
            <a:r>
              <a:rPr lang="en-GB" dirty="0"/>
              <a:t>Click to add text. Delete if not required.</a:t>
            </a:r>
          </a:p>
          <a:p>
            <a:pPr lvl="1"/>
            <a:r>
              <a:rPr lang="en-GB" dirty="0"/>
              <a:t>Second level</a:t>
            </a:r>
          </a:p>
          <a:p>
            <a:pPr lvl="2"/>
            <a:r>
              <a:rPr lang="en-GB" dirty="0"/>
              <a:t>Third level</a:t>
            </a:r>
          </a:p>
        </p:txBody>
      </p:sp>
      <p:sp>
        <p:nvSpPr>
          <p:cNvPr id="30" name="Picture Placeholder 3">
            <a:extLst>
              <a:ext uri="{FF2B5EF4-FFF2-40B4-BE49-F238E27FC236}">
                <a16:creationId xmlns:a16="http://schemas.microsoft.com/office/drawing/2014/main" id="{1E351EF8-8286-87AC-38C6-7E9DC74AA5D5}"/>
              </a:ext>
            </a:extLst>
          </p:cNvPr>
          <p:cNvSpPr>
            <a:spLocks noGrp="1"/>
          </p:cNvSpPr>
          <p:nvPr>
            <p:ph type="pic" sz="quarter" idx="26" hasCustomPrompt="1"/>
          </p:nvPr>
        </p:nvSpPr>
        <p:spPr>
          <a:xfrm>
            <a:off x="292100" y="3627257"/>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31" name="Text Placeholder 10">
            <a:extLst>
              <a:ext uri="{FF2B5EF4-FFF2-40B4-BE49-F238E27FC236}">
                <a16:creationId xmlns:a16="http://schemas.microsoft.com/office/drawing/2014/main" id="{7D881FA5-55EC-F926-2B2E-C6A382AF84D6}"/>
              </a:ext>
            </a:extLst>
          </p:cNvPr>
          <p:cNvSpPr>
            <a:spLocks noGrp="1"/>
          </p:cNvSpPr>
          <p:nvPr>
            <p:ph type="body" sz="quarter" idx="27" hasCustomPrompt="1"/>
          </p:nvPr>
        </p:nvSpPr>
        <p:spPr>
          <a:xfrm>
            <a:off x="292100" y="5434392"/>
            <a:ext cx="1811338" cy="332014"/>
          </a:xfrm>
        </p:spPr>
        <p:txBody>
          <a:bodyPr wrap="square">
            <a:spAutoFit/>
          </a:bodyPr>
          <a:lstStyle>
            <a:lvl1pPr>
              <a:spcBef>
                <a:spcPts val="0"/>
              </a:spcBef>
              <a:spcAft>
                <a:spcPts val="0"/>
              </a:spcAft>
              <a:defRPr lang="en-GB" sz="1000" b="1" i="0" kern="1200" dirty="0">
                <a:solidFill>
                  <a:schemeClr val="tx1"/>
                </a:solidFill>
                <a:latin typeface="Johnson Text" pitchFamily="2" charset="77"/>
                <a:ea typeface="+mn-ea"/>
                <a:cs typeface="+mn-cs"/>
              </a:defRPr>
            </a:lvl1pPr>
            <a:lvl2pPr marL="0" indent="0">
              <a:spcBef>
                <a:spcPts val="0"/>
              </a:spcBef>
              <a:spcAft>
                <a:spcPts val="0"/>
              </a:spcAft>
              <a:buNone/>
              <a:defRPr sz="10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32" name="Picture Placeholder 3">
            <a:extLst>
              <a:ext uri="{FF2B5EF4-FFF2-40B4-BE49-F238E27FC236}">
                <a16:creationId xmlns:a16="http://schemas.microsoft.com/office/drawing/2014/main" id="{BBC82E01-F7FE-2EAB-B8E7-5960A7A58603}"/>
              </a:ext>
            </a:extLst>
          </p:cNvPr>
          <p:cNvSpPr>
            <a:spLocks noGrp="1"/>
          </p:cNvSpPr>
          <p:nvPr>
            <p:ph type="pic" sz="quarter" idx="28" hasCustomPrompt="1"/>
          </p:nvPr>
        </p:nvSpPr>
        <p:spPr>
          <a:xfrm>
            <a:off x="2251075" y="3627257"/>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33" name="Text Placeholder 10">
            <a:extLst>
              <a:ext uri="{FF2B5EF4-FFF2-40B4-BE49-F238E27FC236}">
                <a16:creationId xmlns:a16="http://schemas.microsoft.com/office/drawing/2014/main" id="{AF3DAD82-5491-5A1C-AF05-DBECB12413C0}"/>
              </a:ext>
            </a:extLst>
          </p:cNvPr>
          <p:cNvSpPr>
            <a:spLocks noGrp="1"/>
          </p:cNvSpPr>
          <p:nvPr>
            <p:ph type="body" sz="quarter" idx="29" hasCustomPrompt="1"/>
          </p:nvPr>
        </p:nvSpPr>
        <p:spPr>
          <a:xfrm>
            <a:off x="2251075" y="5434392"/>
            <a:ext cx="1811338" cy="332014"/>
          </a:xfrm>
        </p:spPr>
        <p:txBody>
          <a:bodyPr wrap="square">
            <a:spAutoFit/>
          </a:bodyPr>
          <a:lstStyle>
            <a:lvl1pPr>
              <a:spcBef>
                <a:spcPts val="0"/>
              </a:spcBef>
              <a:spcAft>
                <a:spcPts val="0"/>
              </a:spcAft>
              <a:defRPr lang="en-GB" sz="1000" b="1" i="0" kern="1200" dirty="0">
                <a:solidFill>
                  <a:schemeClr val="tx1"/>
                </a:solidFill>
                <a:latin typeface="Johnson Text" pitchFamily="2" charset="77"/>
                <a:ea typeface="+mn-ea"/>
                <a:cs typeface="+mn-cs"/>
              </a:defRPr>
            </a:lvl1pPr>
            <a:lvl2pPr marL="0" indent="0">
              <a:spcBef>
                <a:spcPts val="0"/>
              </a:spcBef>
              <a:spcAft>
                <a:spcPts val="0"/>
              </a:spcAft>
              <a:buNone/>
              <a:defRPr sz="10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34" name="Picture Placeholder 3">
            <a:extLst>
              <a:ext uri="{FF2B5EF4-FFF2-40B4-BE49-F238E27FC236}">
                <a16:creationId xmlns:a16="http://schemas.microsoft.com/office/drawing/2014/main" id="{D56B49B1-E5CE-83C1-0D25-0898269814D0}"/>
              </a:ext>
            </a:extLst>
          </p:cNvPr>
          <p:cNvSpPr>
            <a:spLocks noGrp="1"/>
          </p:cNvSpPr>
          <p:nvPr>
            <p:ph type="pic" sz="quarter" idx="30" hasCustomPrompt="1"/>
          </p:nvPr>
        </p:nvSpPr>
        <p:spPr>
          <a:xfrm>
            <a:off x="4206875" y="3627257"/>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35" name="Text Placeholder 10">
            <a:extLst>
              <a:ext uri="{FF2B5EF4-FFF2-40B4-BE49-F238E27FC236}">
                <a16:creationId xmlns:a16="http://schemas.microsoft.com/office/drawing/2014/main" id="{0D879563-9332-8DE6-BC2B-72B716864FC8}"/>
              </a:ext>
            </a:extLst>
          </p:cNvPr>
          <p:cNvSpPr>
            <a:spLocks noGrp="1"/>
          </p:cNvSpPr>
          <p:nvPr>
            <p:ph type="body" sz="quarter" idx="31" hasCustomPrompt="1"/>
          </p:nvPr>
        </p:nvSpPr>
        <p:spPr>
          <a:xfrm>
            <a:off x="4206875" y="5434392"/>
            <a:ext cx="1811338" cy="332014"/>
          </a:xfrm>
        </p:spPr>
        <p:txBody>
          <a:bodyPr wrap="square">
            <a:spAutoFit/>
          </a:bodyPr>
          <a:lstStyle>
            <a:lvl1pPr>
              <a:spcBef>
                <a:spcPts val="0"/>
              </a:spcBef>
              <a:spcAft>
                <a:spcPts val="0"/>
              </a:spcAft>
              <a:defRPr lang="en-GB" sz="1000" b="1" i="0" kern="1200" dirty="0">
                <a:solidFill>
                  <a:schemeClr val="tx1"/>
                </a:solidFill>
                <a:latin typeface="Johnson Text" pitchFamily="2" charset="77"/>
                <a:ea typeface="+mn-ea"/>
                <a:cs typeface="+mn-cs"/>
              </a:defRPr>
            </a:lvl1pPr>
            <a:lvl2pPr marL="0" indent="0">
              <a:spcBef>
                <a:spcPts val="0"/>
              </a:spcBef>
              <a:spcAft>
                <a:spcPts val="0"/>
              </a:spcAft>
              <a:buNone/>
              <a:defRPr sz="10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36" name="Picture Placeholder 3">
            <a:extLst>
              <a:ext uri="{FF2B5EF4-FFF2-40B4-BE49-F238E27FC236}">
                <a16:creationId xmlns:a16="http://schemas.microsoft.com/office/drawing/2014/main" id="{34E06054-2590-E998-043B-8F545070935C}"/>
              </a:ext>
            </a:extLst>
          </p:cNvPr>
          <p:cNvSpPr>
            <a:spLocks noGrp="1"/>
          </p:cNvSpPr>
          <p:nvPr>
            <p:ph type="pic" sz="quarter" idx="32" hasCustomPrompt="1"/>
          </p:nvPr>
        </p:nvSpPr>
        <p:spPr>
          <a:xfrm>
            <a:off x="6165850" y="3627257"/>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37" name="Text Placeholder 10">
            <a:extLst>
              <a:ext uri="{FF2B5EF4-FFF2-40B4-BE49-F238E27FC236}">
                <a16:creationId xmlns:a16="http://schemas.microsoft.com/office/drawing/2014/main" id="{B2E849EB-3C88-7D18-ED79-F55E7AB9250D}"/>
              </a:ext>
            </a:extLst>
          </p:cNvPr>
          <p:cNvSpPr>
            <a:spLocks noGrp="1"/>
          </p:cNvSpPr>
          <p:nvPr>
            <p:ph type="body" sz="quarter" idx="33" hasCustomPrompt="1"/>
          </p:nvPr>
        </p:nvSpPr>
        <p:spPr>
          <a:xfrm>
            <a:off x="6165850" y="5434392"/>
            <a:ext cx="1811338" cy="332014"/>
          </a:xfrm>
        </p:spPr>
        <p:txBody>
          <a:bodyPr wrap="square">
            <a:spAutoFit/>
          </a:bodyPr>
          <a:lstStyle>
            <a:lvl1pPr>
              <a:spcBef>
                <a:spcPts val="0"/>
              </a:spcBef>
              <a:spcAft>
                <a:spcPts val="0"/>
              </a:spcAft>
              <a:defRPr lang="en-GB" sz="1000" b="1" i="0" kern="1200" dirty="0">
                <a:solidFill>
                  <a:schemeClr val="tx1"/>
                </a:solidFill>
                <a:latin typeface="Johnson Text" pitchFamily="2" charset="77"/>
                <a:ea typeface="+mn-ea"/>
                <a:cs typeface="+mn-cs"/>
              </a:defRPr>
            </a:lvl1pPr>
            <a:lvl2pPr marL="0" indent="0">
              <a:spcBef>
                <a:spcPts val="0"/>
              </a:spcBef>
              <a:spcAft>
                <a:spcPts val="0"/>
              </a:spcAft>
              <a:buNone/>
              <a:defRPr sz="10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38" name="Picture Placeholder 3">
            <a:extLst>
              <a:ext uri="{FF2B5EF4-FFF2-40B4-BE49-F238E27FC236}">
                <a16:creationId xmlns:a16="http://schemas.microsoft.com/office/drawing/2014/main" id="{3A8CC4AE-06AB-5A91-10DC-6C53FFB4A23A}"/>
              </a:ext>
            </a:extLst>
          </p:cNvPr>
          <p:cNvSpPr>
            <a:spLocks noGrp="1"/>
          </p:cNvSpPr>
          <p:nvPr>
            <p:ph type="pic" sz="quarter" idx="34" hasCustomPrompt="1"/>
          </p:nvPr>
        </p:nvSpPr>
        <p:spPr>
          <a:xfrm>
            <a:off x="8129587" y="3627257"/>
            <a:ext cx="1810800" cy="1742358"/>
          </a:xfrm>
          <a:solidFill>
            <a:schemeClr val="tx2"/>
          </a:solidFill>
        </p:spPr>
        <p:txBody>
          <a:bodyPr vert="horz" lIns="0" tIns="0" rIns="0" bIns="0" rtlCol="0">
            <a:noAutofit/>
          </a:bodyPr>
          <a:lstStyle>
            <a:lvl1pPr>
              <a:defRPr lang="en-GB" sz="120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39" name="Text Placeholder 10">
            <a:extLst>
              <a:ext uri="{FF2B5EF4-FFF2-40B4-BE49-F238E27FC236}">
                <a16:creationId xmlns:a16="http://schemas.microsoft.com/office/drawing/2014/main" id="{5B2ACD70-936B-5D18-96B7-1BF64FC6E214}"/>
              </a:ext>
            </a:extLst>
          </p:cNvPr>
          <p:cNvSpPr>
            <a:spLocks noGrp="1"/>
          </p:cNvSpPr>
          <p:nvPr>
            <p:ph type="body" sz="quarter" idx="35" hasCustomPrompt="1"/>
          </p:nvPr>
        </p:nvSpPr>
        <p:spPr>
          <a:xfrm>
            <a:off x="8129587" y="5434392"/>
            <a:ext cx="1811338" cy="332014"/>
          </a:xfrm>
        </p:spPr>
        <p:txBody>
          <a:bodyPr wrap="square">
            <a:spAutoFit/>
          </a:bodyPr>
          <a:lstStyle>
            <a:lvl1pPr>
              <a:spcBef>
                <a:spcPts val="0"/>
              </a:spcBef>
              <a:spcAft>
                <a:spcPts val="0"/>
              </a:spcAft>
              <a:defRPr lang="en-GB" sz="1000" b="1" i="0" kern="1200" dirty="0">
                <a:solidFill>
                  <a:schemeClr val="tx1"/>
                </a:solidFill>
                <a:latin typeface="Johnson Text" pitchFamily="2" charset="77"/>
                <a:ea typeface="+mn-ea"/>
                <a:cs typeface="+mn-cs"/>
              </a:defRPr>
            </a:lvl1pPr>
            <a:lvl2pPr marL="0" indent="0">
              <a:spcBef>
                <a:spcPts val="0"/>
              </a:spcBef>
              <a:spcAft>
                <a:spcPts val="0"/>
              </a:spcAft>
              <a:buNone/>
              <a:defRPr sz="10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40" name="Picture Placeholder 3">
            <a:extLst>
              <a:ext uri="{FF2B5EF4-FFF2-40B4-BE49-F238E27FC236}">
                <a16:creationId xmlns:a16="http://schemas.microsoft.com/office/drawing/2014/main" id="{96B65B4A-309C-6AFF-3233-21C6FE13D295}"/>
              </a:ext>
            </a:extLst>
          </p:cNvPr>
          <p:cNvSpPr>
            <a:spLocks noGrp="1"/>
          </p:cNvSpPr>
          <p:nvPr>
            <p:ph type="pic" sz="quarter" idx="36" hasCustomPrompt="1"/>
          </p:nvPr>
        </p:nvSpPr>
        <p:spPr>
          <a:xfrm>
            <a:off x="10088562" y="3627257"/>
            <a:ext cx="1810800" cy="1742358"/>
          </a:xfrm>
          <a:solidFill>
            <a:schemeClr val="tx2"/>
          </a:solidFill>
        </p:spPr>
        <p:txBody>
          <a:bodyPr vert="horz" lIns="0" tIns="0" rIns="0" bIns="0" rtlCol="0">
            <a:noAutofit/>
          </a:bodyPr>
          <a:lstStyle>
            <a:lvl1pPr>
              <a:defRPr lang="en-GB" sz="1200" dirty="0"/>
            </a:lvl1pPr>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team member headshot.</a:t>
            </a:r>
            <a:r>
              <a:rPr lang="en-GB" dirty="0"/>
              <a:t> Delete if not required. </a:t>
            </a:r>
            <a:r>
              <a:rPr lang="en-US" dirty="0"/>
              <a:t>Double click the image to adjust crop and scale.</a:t>
            </a:r>
          </a:p>
        </p:txBody>
      </p:sp>
      <p:sp>
        <p:nvSpPr>
          <p:cNvPr id="41" name="Text Placeholder 10">
            <a:extLst>
              <a:ext uri="{FF2B5EF4-FFF2-40B4-BE49-F238E27FC236}">
                <a16:creationId xmlns:a16="http://schemas.microsoft.com/office/drawing/2014/main" id="{56786C68-DCD8-DE01-5F52-6FF88150DD6E}"/>
              </a:ext>
            </a:extLst>
          </p:cNvPr>
          <p:cNvSpPr>
            <a:spLocks noGrp="1"/>
          </p:cNvSpPr>
          <p:nvPr>
            <p:ph type="body" sz="quarter" idx="37" hasCustomPrompt="1"/>
          </p:nvPr>
        </p:nvSpPr>
        <p:spPr>
          <a:xfrm>
            <a:off x="10088562" y="5434392"/>
            <a:ext cx="1811338" cy="332014"/>
          </a:xfrm>
        </p:spPr>
        <p:txBody>
          <a:bodyPr wrap="square">
            <a:spAutoFit/>
          </a:bodyPr>
          <a:lstStyle>
            <a:lvl1pPr>
              <a:spcBef>
                <a:spcPts val="0"/>
              </a:spcBef>
              <a:spcAft>
                <a:spcPts val="0"/>
              </a:spcAft>
              <a:defRPr lang="en-GB" sz="1000" b="1" i="0" kern="1200" dirty="0">
                <a:solidFill>
                  <a:schemeClr val="tx1"/>
                </a:solidFill>
                <a:latin typeface="Johnson Text" pitchFamily="2" charset="77"/>
                <a:ea typeface="+mn-ea"/>
                <a:cs typeface="+mn-cs"/>
              </a:defRPr>
            </a:lvl1pPr>
            <a:lvl2pPr marL="0" indent="0">
              <a:spcBef>
                <a:spcPts val="0"/>
              </a:spcBef>
              <a:spcAft>
                <a:spcPts val="0"/>
              </a:spcAft>
              <a:buNone/>
              <a:defRPr sz="1000" b="0" i="0">
                <a:solidFill>
                  <a:schemeClr val="tx1"/>
                </a:solidFill>
                <a:latin typeface="Johnson Text" pitchFamily="2" charset="77"/>
              </a:defRPr>
            </a:lvl2pPr>
            <a:lvl3pPr marL="320675" indent="-320675">
              <a:spcBef>
                <a:spcPts val="0"/>
              </a:spcBef>
              <a:spcAft>
                <a:spcPts val="0"/>
              </a:spcAft>
              <a:tabLst/>
              <a:defRPr/>
            </a:lvl3pPr>
            <a:lvl4pPr>
              <a:spcBef>
                <a:spcPts val="0"/>
              </a:spcBef>
              <a:spcAft>
                <a:spcPts val="0"/>
              </a:spcAft>
              <a:defRPr/>
            </a:lvl4pPr>
            <a:lvl5pPr>
              <a:spcBef>
                <a:spcPts val="0"/>
              </a:spcBef>
              <a:spcAft>
                <a:spcPts val="0"/>
              </a:spcAft>
              <a:defRPr/>
            </a:lvl5pPr>
          </a:lstStyle>
          <a:p>
            <a:pPr lvl="0"/>
            <a:r>
              <a:rPr lang="en-GB" dirty="0" err="1"/>
              <a:t>Firstname</a:t>
            </a:r>
            <a:r>
              <a:rPr lang="en-GB" dirty="0"/>
              <a:t> Surname</a:t>
            </a:r>
          </a:p>
          <a:p>
            <a:pPr lvl="1"/>
            <a:r>
              <a:rPr lang="en-GB" dirty="0"/>
              <a:t>Role, Location</a:t>
            </a:r>
          </a:p>
        </p:txBody>
      </p:sp>
      <p:sp>
        <p:nvSpPr>
          <p:cNvPr id="5" name="Title 7">
            <a:extLst>
              <a:ext uri="{FF2B5EF4-FFF2-40B4-BE49-F238E27FC236}">
                <a16:creationId xmlns:a16="http://schemas.microsoft.com/office/drawing/2014/main" id="{520EE9D3-6988-A53A-4B71-0F5506C1DB6D}"/>
              </a:ext>
            </a:extLst>
          </p:cNvPr>
          <p:cNvSpPr>
            <a:spLocks noGrp="1"/>
          </p:cNvSpPr>
          <p:nvPr>
            <p:ph type="title" hasCustomPrompt="1"/>
          </p:nvPr>
        </p:nvSpPr>
        <p:spPr>
          <a:xfrm>
            <a:off x="288303" y="262800"/>
            <a:ext cx="6710984" cy="468590"/>
          </a:xfrm>
        </p:spPr>
        <p:txBody>
          <a:bodyPr/>
          <a:lstStyle>
            <a:lvl1pPr>
              <a:defRPr>
                <a:solidFill>
                  <a:schemeClr val="accent1"/>
                </a:solidFill>
              </a:defRPr>
            </a:lvl1pPr>
          </a:lstStyle>
          <a:p>
            <a:r>
              <a:rPr lang="en-US" dirty="0"/>
              <a:t>Master title style</a:t>
            </a:r>
            <a:endParaRPr lang="en-GB" dirty="0"/>
          </a:p>
        </p:txBody>
      </p:sp>
      <p:sp>
        <p:nvSpPr>
          <p:cNvPr id="8" name="Subtitle 2">
            <a:extLst>
              <a:ext uri="{FF2B5EF4-FFF2-40B4-BE49-F238E27FC236}">
                <a16:creationId xmlns:a16="http://schemas.microsoft.com/office/drawing/2014/main" id="{A29A91CD-56E3-1B05-9890-3FE2231364A5}"/>
              </a:ext>
            </a:extLst>
          </p:cNvPr>
          <p:cNvSpPr>
            <a:spLocks noGrp="1"/>
          </p:cNvSpPr>
          <p:nvPr>
            <p:ph type="subTitle" idx="38"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3" name="Footer Placeholder 4">
            <a:extLst>
              <a:ext uri="{FF2B5EF4-FFF2-40B4-BE49-F238E27FC236}">
                <a16:creationId xmlns:a16="http://schemas.microsoft.com/office/drawing/2014/main" id="{2FD0E279-D09C-E44C-0FD5-7AAE367C5D97}"/>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Tree>
    <p:extLst>
      <p:ext uri="{BB962C8B-B14F-4D97-AF65-F5344CB8AC3E}">
        <p14:creationId xmlns:p14="http://schemas.microsoft.com/office/powerpoint/2010/main" val="154365385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meline">
    <p:bg>
      <p:bgPr>
        <a:solidFill>
          <a:schemeClr val="tx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AAB40DC-44BE-A1E0-6E1F-CF02BAF6369A}"/>
              </a:ext>
            </a:extLst>
          </p:cNvPr>
          <p:cNvSpPr/>
          <p:nvPr/>
        </p:nvSpPr>
        <p:spPr>
          <a:xfrm>
            <a:off x="288259" y="1821888"/>
            <a:ext cx="11610516" cy="39439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n-lt"/>
            </a:endParaRPr>
          </a:p>
        </p:txBody>
      </p:sp>
      <p:sp>
        <p:nvSpPr>
          <p:cNvPr id="2" name="Title 1">
            <a:extLst>
              <a:ext uri="{FF2B5EF4-FFF2-40B4-BE49-F238E27FC236}">
                <a16:creationId xmlns:a16="http://schemas.microsoft.com/office/drawing/2014/main" id="{E31C6A2D-F931-C4C5-30C6-2E186C6A2AF4}"/>
              </a:ext>
            </a:extLst>
          </p:cNvPr>
          <p:cNvSpPr>
            <a:spLocks noGrp="1"/>
          </p:cNvSpPr>
          <p:nvPr>
            <p:ph type="title"/>
          </p:nvPr>
        </p:nvSpPr>
        <p:spPr>
          <a:xfrm>
            <a:off x="288303" y="262267"/>
            <a:ext cx="6526835" cy="46859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BAD07494-4670-F788-0B7B-CDECB5C34399}"/>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768F351E-E868-5A2C-F848-1DC22079E0D3}"/>
              </a:ext>
            </a:extLst>
          </p:cNvPr>
          <p:cNvSpPr>
            <a:spLocks noGrp="1"/>
          </p:cNvSpPr>
          <p:nvPr>
            <p:ph type="sldNum" sz="quarter" idx="11"/>
          </p:nvPr>
        </p:nvSpPr>
        <p:spPr/>
        <p:txBody>
          <a:bodyPr/>
          <a:lstStyle/>
          <a:p>
            <a:fld id="{C5BF5472-8D93-4A90-A2A5-629ECA2C2464}" type="slidenum">
              <a:rPr lang="en-US" smtClean="0"/>
              <a:t>‹#›</a:t>
            </a:fld>
            <a:endParaRPr lang="en-US"/>
          </a:p>
        </p:txBody>
      </p:sp>
      <p:sp>
        <p:nvSpPr>
          <p:cNvPr id="7" name="Text Placeholder 7">
            <a:extLst>
              <a:ext uri="{FF2B5EF4-FFF2-40B4-BE49-F238E27FC236}">
                <a16:creationId xmlns:a16="http://schemas.microsoft.com/office/drawing/2014/main" id="{FEA2C9E9-BF34-BFF2-3A81-A88FDB54A8C3}"/>
              </a:ext>
            </a:extLst>
          </p:cNvPr>
          <p:cNvSpPr>
            <a:spLocks noGrp="1"/>
          </p:cNvSpPr>
          <p:nvPr>
            <p:ph type="body" sz="quarter" idx="31" hasCustomPrompt="1"/>
          </p:nvPr>
        </p:nvSpPr>
        <p:spPr>
          <a:xfrm>
            <a:off x="8125200" y="293525"/>
            <a:ext cx="3778870" cy="878050"/>
          </a:xfrm>
        </p:spPr>
        <p:txBody>
          <a:bodyPr/>
          <a:lstStyle>
            <a:lvl1pPr>
              <a:defRPr sz="1400"/>
            </a:lvl1pPr>
            <a:lvl2pPr>
              <a:defRPr sz="1400"/>
            </a:lvl2pPr>
            <a:lvl3pPr>
              <a:defRPr sz="1200"/>
            </a:lvl3pPr>
          </a:lstStyle>
          <a:p>
            <a:pPr lvl="0"/>
            <a:r>
              <a:rPr lang="en-GB" dirty="0"/>
              <a:t>Click to add text. Delete if not required.</a:t>
            </a:r>
          </a:p>
          <a:p>
            <a:pPr lvl="1"/>
            <a:r>
              <a:rPr lang="en-GB" dirty="0"/>
              <a:t>Second level</a:t>
            </a:r>
          </a:p>
          <a:p>
            <a:pPr lvl="2"/>
            <a:r>
              <a:rPr lang="en-GB" dirty="0"/>
              <a:t>Third level</a:t>
            </a:r>
          </a:p>
        </p:txBody>
      </p:sp>
      <p:sp>
        <p:nvSpPr>
          <p:cNvPr id="9" name="Text Placeholder 8">
            <a:extLst>
              <a:ext uri="{FF2B5EF4-FFF2-40B4-BE49-F238E27FC236}">
                <a16:creationId xmlns:a16="http://schemas.microsoft.com/office/drawing/2014/main" id="{C8918C55-57D9-4EE4-9CD8-C0D261DA35C8}"/>
              </a:ext>
            </a:extLst>
          </p:cNvPr>
          <p:cNvSpPr>
            <a:spLocks noGrp="1"/>
          </p:cNvSpPr>
          <p:nvPr>
            <p:ph type="body" sz="quarter" idx="32"/>
          </p:nvPr>
        </p:nvSpPr>
        <p:spPr>
          <a:xfrm>
            <a:off x="383488" y="2286003"/>
            <a:ext cx="2736000" cy="1214437"/>
          </a:xfrm>
          <a:noFill/>
        </p:spPr>
        <p:txBody>
          <a:bodyPr/>
          <a:lstStyle>
            <a:lvl1pPr>
              <a:defRPr sz="1400"/>
            </a:lvl1pPr>
            <a:lvl2pPr>
              <a:defRPr sz="1400"/>
            </a:lvl2pPr>
            <a:lvl3pPr>
              <a:defRPr sz="1200"/>
            </a:lvl3pPr>
            <a:lvl4pPr>
              <a:defRPr sz="1200"/>
            </a:lvl4pPr>
            <a:lvl5pPr>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8">
            <a:extLst>
              <a:ext uri="{FF2B5EF4-FFF2-40B4-BE49-F238E27FC236}">
                <a16:creationId xmlns:a16="http://schemas.microsoft.com/office/drawing/2014/main" id="{2AA09275-5FA2-8270-DAFD-D4026DB25EB0}"/>
              </a:ext>
            </a:extLst>
          </p:cNvPr>
          <p:cNvSpPr>
            <a:spLocks noGrp="1"/>
          </p:cNvSpPr>
          <p:nvPr>
            <p:ph type="body" sz="quarter" idx="33" hasCustomPrompt="1"/>
          </p:nvPr>
        </p:nvSpPr>
        <p:spPr>
          <a:xfrm>
            <a:off x="383488" y="1971675"/>
            <a:ext cx="2736000" cy="313766"/>
          </a:xfrm>
          <a:noFill/>
        </p:spPr>
        <p:txBody>
          <a:bodyPr/>
          <a:lstStyle>
            <a:lvl1pPr>
              <a:defRPr kumimoji="0" lang="en-US" sz="1400" b="1" i="0" u="none" strike="noStrike" kern="1200" cap="none" spc="0" normalizeH="0" baseline="0" dirty="0">
                <a:ln>
                  <a:noFill/>
                </a:ln>
                <a:solidFill>
                  <a:srgbClr val="000000"/>
                </a:solidFill>
                <a:effectLst/>
                <a:uLnTx/>
                <a:uFillTx/>
                <a:latin typeface="Johnson Text"/>
                <a:ea typeface="+mn-ea"/>
                <a:cs typeface="Arial"/>
              </a:defRPr>
            </a:lvl1pPr>
            <a:lvl2pPr>
              <a:defRPr sz="1400"/>
            </a:lvl2pPr>
            <a:lvl3pPr>
              <a:defRPr sz="1200"/>
            </a:lvl3pPr>
            <a:lvl4pPr>
              <a:defRPr sz="1200"/>
            </a:lvl4pPr>
            <a:lvl5pPr>
              <a:defRPr sz="600"/>
            </a:lvl5pPr>
          </a:lstStyle>
          <a:p>
            <a:pPr lvl="0"/>
            <a:r>
              <a:rPr lang="en-GB" dirty="0"/>
              <a:t>Phase 00</a:t>
            </a:r>
            <a:endParaRPr lang="en-US" dirty="0"/>
          </a:p>
        </p:txBody>
      </p:sp>
      <p:sp>
        <p:nvSpPr>
          <p:cNvPr id="12" name="SmartArt Placeholder 11">
            <a:extLst>
              <a:ext uri="{FF2B5EF4-FFF2-40B4-BE49-F238E27FC236}">
                <a16:creationId xmlns:a16="http://schemas.microsoft.com/office/drawing/2014/main" id="{55873F6C-B0A8-6E35-15C1-25D0E34CEC4E}"/>
              </a:ext>
            </a:extLst>
          </p:cNvPr>
          <p:cNvSpPr>
            <a:spLocks noGrp="1"/>
          </p:cNvSpPr>
          <p:nvPr>
            <p:ph type="dgm" sz="quarter" idx="34" hasCustomPrompt="1"/>
          </p:nvPr>
        </p:nvSpPr>
        <p:spPr>
          <a:xfrm>
            <a:off x="288259" y="3571875"/>
            <a:ext cx="2902669" cy="302400"/>
          </a:xfrm>
          <a:solidFill>
            <a:schemeClr val="accent1"/>
          </a:solidFill>
        </p:spPr>
        <p:txBody>
          <a:bodyPr/>
          <a:lstStyle/>
          <a:p>
            <a:r>
              <a:rPr lang="en-US" dirty="0"/>
              <a:t>  </a:t>
            </a:r>
          </a:p>
        </p:txBody>
      </p:sp>
      <p:sp>
        <p:nvSpPr>
          <p:cNvPr id="14" name="Text Placeholder 8">
            <a:extLst>
              <a:ext uri="{FF2B5EF4-FFF2-40B4-BE49-F238E27FC236}">
                <a16:creationId xmlns:a16="http://schemas.microsoft.com/office/drawing/2014/main" id="{0F773288-1063-C5B2-C27E-37E03FC0BA38}"/>
              </a:ext>
            </a:extLst>
          </p:cNvPr>
          <p:cNvSpPr>
            <a:spLocks noGrp="1"/>
          </p:cNvSpPr>
          <p:nvPr>
            <p:ph type="body" sz="quarter" idx="35"/>
          </p:nvPr>
        </p:nvSpPr>
        <p:spPr>
          <a:xfrm>
            <a:off x="383488" y="4425283"/>
            <a:ext cx="2736000" cy="1040481"/>
          </a:xfrm>
          <a:noFill/>
        </p:spPr>
        <p:txBody>
          <a:bodyPr/>
          <a:lstStyle>
            <a:lvl1pPr>
              <a:defRPr sz="1400"/>
            </a:lvl1pPr>
            <a:lvl2pPr>
              <a:defRPr sz="1400"/>
            </a:lvl2pPr>
            <a:lvl3pPr>
              <a:defRPr sz="1200"/>
            </a:lvl3pPr>
            <a:lvl4pPr>
              <a:defRPr sz="1200"/>
            </a:lvl4pPr>
            <a:lvl5pPr>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8">
            <a:extLst>
              <a:ext uri="{FF2B5EF4-FFF2-40B4-BE49-F238E27FC236}">
                <a16:creationId xmlns:a16="http://schemas.microsoft.com/office/drawing/2014/main" id="{3E76A6D6-2D0B-2A2F-1255-78F151318379}"/>
              </a:ext>
            </a:extLst>
          </p:cNvPr>
          <p:cNvSpPr>
            <a:spLocks noGrp="1"/>
          </p:cNvSpPr>
          <p:nvPr>
            <p:ph type="body" sz="quarter" idx="36" hasCustomPrompt="1"/>
          </p:nvPr>
        </p:nvSpPr>
        <p:spPr>
          <a:xfrm>
            <a:off x="383488" y="4157907"/>
            <a:ext cx="2736000" cy="217128"/>
          </a:xfrm>
          <a:noFill/>
        </p:spPr>
        <p:txBody>
          <a:bodyPr/>
          <a:lstStyle>
            <a:lvl1pPr>
              <a:defRPr kumimoji="0" lang="en-US" sz="1400" b="1" i="0" u="none" strike="noStrike" kern="1200" cap="none" spc="0" normalizeH="0" baseline="0" dirty="0">
                <a:ln>
                  <a:noFill/>
                </a:ln>
                <a:solidFill>
                  <a:srgbClr val="000000"/>
                </a:solidFill>
                <a:effectLst/>
                <a:uLnTx/>
                <a:uFillTx/>
                <a:latin typeface="Johnson Text"/>
                <a:ea typeface="+mn-ea"/>
                <a:cs typeface="Arial"/>
              </a:defRPr>
            </a:lvl1pPr>
            <a:lvl2pPr>
              <a:defRPr sz="1400"/>
            </a:lvl2pPr>
            <a:lvl3pPr>
              <a:defRPr sz="1200"/>
            </a:lvl3pPr>
            <a:lvl4pPr>
              <a:defRPr sz="1200"/>
            </a:lvl4pPr>
            <a:lvl5pPr>
              <a:defRPr sz="600"/>
            </a:lvl5pPr>
          </a:lstStyle>
          <a:p>
            <a:pPr lvl="0"/>
            <a:r>
              <a:rPr lang="en-GB" dirty="0"/>
              <a:t>Deliverables</a:t>
            </a:r>
            <a:endParaRPr lang="en-US" dirty="0"/>
          </a:p>
        </p:txBody>
      </p:sp>
      <p:sp>
        <p:nvSpPr>
          <p:cNvPr id="21" name="Text Placeholder 8">
            <a:extLst>
              <a:ext uri="{FF2B5EF4-FFF2-40B4-BE49-F238E27FC236}">
                <a16:creationId xmlns:a16="http://schemas.microsoft.com/office/drawing/2014/main" id="{29C3E72A-FE10-0AB5-5752-6B2A751E6747}"/>
              </a:ext>
            </a:extLst>
          </p:cNvPr>
          <p:cNvSpPr>
            <a:spLocks noGrp="1"/>
          </p:cNvSpPr>
          <p:nvPr>
            <p:ph type="body" sz="quarter" idx="37"/>
          </p:nvPr>
        </p:nvSpPr>
        <p:spPr>
          <a:xfrm>
            <a:off x="3219655" y="2286003"/>
            <a:ext cx="2736000" cy="1214437"/>
          </a:xfrm>
          <a:noFill/>
        </p:spPr>
        <p:txBody>
          <a:bodyPr/>
          <a:lstStyle>
            <a:lvl1pPr>
              <a:defRPr sz="1400"/>
            </a:lvl1pPr>
            <a:lvl2pPr>
              <a:defRPr sz="1400"/>
            </a:lvl2pPr>
            <a:lvl3pPr>
              <a:defRPr sz="1200"/>
            </a:lvl3pPr>
            <a:lvl4pPr>
              <a:defRPr sz="1200"/>
            </a:lvl4pPr>
            <a:lvl5pPr>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8">
            <a:extLst>
              <a:ext uri="{FF2B5EF4-FFF2-40B4-BE49-F238E27FC236}">
                <a16:creationId xmlns:a16="http://schemas.microsoft.com/office/drawing/2014/main" id="{BB75E8C6-EB09-D73E-A707-2366E1F4C74A}"/>
              </a:ext>
            </a:extLst>
          </p:cNvPr>
          <p:cNvSpPr>
            <a:spLocks noGrp="1"/>
          </p:cNvSpPr>
          <p:nvPr>
            <p:ph type="body" sz="quarter" idx="38" hasCustomPrompt="1"/>
          </p:nvPr>
        </p:nvSpPr>
        <p:spPr>
          <a:xfrm>
            <a:off x="3219655" y="1971675"/>
            <a:ext cx="2736000" cy="313766"/>
          </a:xfrm>
          <a:noFill/>
        </p:spPr>
        <p:txBody>
          <a:bodyPr/>
          <a:lstStyle>
            <a:lvl1pPr>
              <a:defRPr kumimoji="0" lang="en-US" sz="1400" b="1" i="0" u="none" strike="noStrike" kern="1200" cap="none" spc="0" normalizeH="0" baseline="0" dirty="0">
                <a:ln>
                  <a:noFill/>
                </a:ln>
                <a:solidFill>
                  <a:srgbClr val="000000"/>
                </a:solidFill>
                <a:effectLst/>
                <a:uLnTx/>
                <a:uFillTx/>
                <a:latin typeface="Johnson Text"/>
                <a:ea typeface="+mn-ea"/>
                <a:cs typeface="Arial"/>
              </a:defRPr>
            </a:lvl1pPr>
            <a:lvl2pPr>
              <a:defRPr sz="1400"/>
            </a:lvl2pPr>
            <a:lvl3pPr>
              <a:defRPr sz="1200"/>
            </a:lvl3pPr>
            <a:lvl4pPr>
              <a:defRPr sz="1200"/>
            </a:lvl4pPr>
            <a:lvl5pPr>
              <a:defRPr sz="600"/>
            </a:lvl5pPr>
          </a:lstStyle>
          <a:p>
            <a:pPr lvl="0"/>
            <a:r>
              <a:rPr lang="en-GB" dirty="0"/>
              <a:t>Phase 00</a:t>
            </a:r>
            <a:endParaRPr lang="en-US" dirty="0"/>
          </a:p>
        </p:txBody>
      </p:sp>
      <p:sp>
        <p:nvSpPr>
          <p:cNvPr id="23" name="SmartArt Placeholder 11">
            <a:extLst>
              <a:ext uri="{FF2B5EF4-FFF2-40B4-BE49-F238E27FC236}">
                <a16:creationId xmlns:a16="http://schemas.microsoft.com/office/drawing/2014/main" id="{B1E237C6-B05A-E1DF-0A22-7D05D57E5975}"/>
              </a:ext>
            </a:extLst>
          </p:cNvPr>
          <p:cNvSpPr>
            <a:spLocks noGrp="1"/>
          </p:cNvSpPr>
          <p:nvPr>
            <p:ph type="dgm" sz="quarter" idx="39" hasCustomPrompt="1"/>
          </p:nvPr>
        </p:nvSpPr>
        <p:spPr>
          <a:xfrm>
            <a:off x="3190875" y="3571875"/>
            <a:ext cx="2902669" cy="302400"/>
          </a:xfrm>
          <a:solidFill>
            <a:schemeClr val="accent2"/>
          </a:solidFill>
        </p:spPr>
        <p:txBody>
          <a:bodyPr/>
          <a:lstStyle/>
          <a:p>
            <a:r>
              <a:rPr lang="en-US" dirty="0"/>
              <a:t>  </a:t>
            </a:r>
          </a:p>
        </p:txBody>
      </p:sp>
      <p:sp>
        <p:nvSpPr>
          <p:cNvPr id="24" name="Text Placeholder 8">
            <a:extLst>
              <a:ext uri="{FF2B5EF4-FFF2-40B4-BE49-F238E27FC236}">
                <a16:creationId xmlns:a16="http://schemas.microsoft.com/office/drawing/2014/main" id="{B21FFA25-0545-CDE3-456F-4268B34561B2}"/>
              </a:ext>
            </a:extLst>
          </p:cNvPr>
          <p:cNvSpPr>
            <a:spLocks noGrp="1"/>
          </p:cNvSpPr>
          <p:nvPr>
            <p:ph type="body" sz="quarter" idx="40"/>
          </p:nvPr>
        </p:nvSpPr>
        <p:spPr>
          <a:xfrm>
            <a:off x="3190875" y="4425283"/>
            <a:ext cx="2736000" cy="1040481"/>
          </a:xfrm>
          <a:noFill/>
        </p:spPr>
        <p:txBody>
          <a:bodyPr/>
          <a:lstStyle>
            <a:lvl1pPr>
              <a:defRPr sz="1400"/>
            </a:lvl1pPr>
            <a:lvl2pPr>
              <a:defRPr sz="1400"/>
            </a:lvl2pPr>
            <a:lvl3pPr>
              <a:defRPr sz="1200"/>
            </a:lvl3pPr>
            <a:lvl4pPr>
              <a:defRPr sz="1200"/>
            </a:lvl4pPr>
            <a:lvl5pPr>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8">
            <a:extLst>
              <a:ext uri="{FF2B5EF4-FFF2-40B4-BE49-F238E27FC236}">
                <a16:creationId xmlns:a16="http://schemas.microsoft.com/office/drawing/2014/main" id="{F0884733-C572-CBCD-9690-04342EF46F15}"/>
              </a:ext>
            </a:extLst>
          </p:cNvPr>
          <p:cNvSpPr>
            <a:spLocks noGrp="1"/>
          </p:cNvSpPr>
          <p:nvPr>
            <p:ph type="body" sz="quarter" idx="41" hasCustomPrompt="1"/>
          </p:nvPr>
        </p:nvSpPr>
        <p:spPr>
          <a:xfrm>
            <a:off x="3190875" y="4157907"/>
            <a:ext cx="2736000" cy="217128"/>
          </a:xfrm>
          <a:noFill/>
        </p:spPr>
        <p:txBody>
          <a:bodyPr/>
          <a:lstStyle>
            <a:lvl1pPr>
              <a:defRPr kumimoji="0" lang="en-US" sz="1400" b="1" i="0" u="none" strike="noStrike" kern="1200" cap="none" spc="0" normalizeH="0" baseline="0" dirty="0">
                <a:ln>
                  <a:noFill/>
                </a:ln>
                <a:solidFill>
                  <a:srgbClr val="000000"/>
                </a:solidFill>
                <a:effectLst/>
                <a:uLnTx/>
                <a:uFillTx/>
                <a:latin typeface="Johnson Text"/>
                <a:ea typeface="+mn-ea"/>
                <a:cs typeface="Arial"/>
              </a:defRPr>
            </a:lvl1pPr>
            <a:lvl2pPr>
              <a:defRPr sz="1400"/>
            </a:lvl2pPr>
            <a:lvl3pPr>
              <a:defRPr sz="1200"/>
            </a:lvl3pPr>
            <a:lvl4pPr>
              <a:defRPr sz="1200"/>
            </a:lvl4pPr>
            <a:lvl5pPr>
              <a:defRPr sz="600"/>
            </a:lvl5pPr>
          </a:lstStyle>
          <a:p>
            <a:pPr lvl="0"/>
            <a:r>
              <a:rPr lang="en-GB" dirty="0"/>
              <a:t>Deliverables</a:t>
            </a:r>
            <a:endParaRPr lang="en-US" dirty="0"/>
          </a:p>
        </p:txBody>
      </p:sp>
      <p:sp>
        <p:nvSpPr>
          <p:cNvPr id="26" name="Text Placeholder 8">
            <a:extLst>
              <a:ext uri="{FF2B5EF4-FFF2-40B4-BE49-F238E27FC236}">
                <a16:creationId xmlns:a16="http://schemas.microsoft.com/office/drawing/2014/main" id="{800DB16B-CADC-0894-C333-9E6A385E98AE}"/>
              </a:ext>
            </a:extLst>
          </p:cNvPr>
          <p:cNvSpPr>
            <a:spLocks noGrp="1"/>
          </p:cNvSpPr>
          <p:nvPr>
            <p:ph type="body" sz="quarter" idx="42"/>
          </p:nvPr>
        </p:nvSpPr>
        <p:spPr>
          <a:xfrm>
            <a:off x="6093491" y="2286003"/>
            <a:ext cx="2736000" cy="1214437"/>
          </a:xfrm>
          <a:noFill/>
        </p:spPr>
        <p:txBody>
          <a:bodyPr/>
          <a:lstStyle>
            <a:lvl1pPr>
              <a:defRPr sz="1400"/>
            </a:lvl1pPr>
            <a:lvl2pPr>
              <a:defRPr sz="1400"/>
            </a:lvl2pPr>
            <a:lvl3pPr>
              <a:defRPr sz="1200"/>
            </a:lvl3pPr>
            <a:lvl4pPr>
              <a:defRPr sz="1200"/>
            </a:lvl4pPr>
            <a:lvl5pPr>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8">
            <a:extLst>
              <a:ext uri="{FF2B5EF4-FFF2-40B4-BE49-F238E27FC236}">
                <a16:creationId xmlns:a16="http://schemas.microsoft.com/office/drawing/2014/main" id="{68CCF615-0269-2C1D-9F20-E6EF09EB30B0}"/>
              </a:ext>
            </a:extLst>
          </p:cNvPr>
          <p:cNvSpPr>
            <a:spLocks noGrp="1"/>
          </p:cNvSpPr>
          <p:nvPr>
            <p:ph type="body" sz="quarter" idx="43" hasCustomPrompt="1"/>
          </p:nvPr>
        </p:nvSpPr>
        <p:spPr>
          <a:xfrm>
            <a:off x="6093491" y="1971675"/>
            <a:ext cx="2736000" cy="313766"/>
          </a:xfrm>
          <a:noFill/>
        </p:spPr>
        <p:txBody>
          <a:bodyPr/>
          <a:lstStyle>
            <a:lvl1pPr>
              <a:defRPr kumimoji="0" lang="en-US" sz="1400" b="1" i="0" u="none" strike="noStrike" kern="1200" cap="none" spc="0" normalizeH="0" baseline="0" dirty="0">
                <a:ln>
                  <a:noFill/>
                </a:ln>
                <a:solidFill>
                  <a:srgbClr val="000000"/>
                </a:solidFill>
                <a:effectLst/>
                <a:uLnTx/>
                <a:uFillTx/>
                <a:latin typeface="Johnson Text"/>
                <a:ea typeface="+mn-ea"/>
                <a:cs typeface="Arial"/>
              </a:defRPr>
            </a:lvl1pPr>
            <a:lvl2pPr>
              <a:defRPr sz="1400"/>
            </a:lvl2pPr>
            <a:lvl3pPr>
              <a:defRPr sz="1200"/>
            </a:lvl3pPr>
            <a:lvl4pPr>
              <a:defRPr sz="1200"/>
            </a:lvl4pPr>
            <a:lvl5pPr>
              <a:defRPr sz="600"/>
            </a:lvl5pPr>
          </a:lstStyle>
          <a:p>
            <a:pPr lvl="0"/>
            <a:r>
              <a:rPr lang="en-GB" dirty="0"/>
              <a:t>Phase 00</a:t>
            </a:r>
            <a:endParaRPr lang="en-US" dirty="0"/>
          </a:p>
        </p:txBody>
      </p:sp>
      <p:sp>
        <p:nvSpPr>
          <p:cNvPr id="28" name="SmartArt Placeholder 11">
            <a:extLst>
              <a:ext uri="{FF2B5EF4-FFF2-40B4-BE49-F238E27FC236}">
                <a16:creationId xmlns:a16="http://schemas.microsoft.com/office/drawing/2014/main" id="{AF39ACC0-96AB-02B7-6670-B6F2B7BB4028}"/>
              </a:ext>
            </a:extLst>
          </p:cNvPr>
          <p:cNvSpPr>
            <a:spLocks noGrp="1"/>
          </p:cNvSpPr>
          <p:nvPr>
            <p:ph type="dgm" sz="quarter" idx="44" hasCustomPrompt="1"/>
          </p:nvPr>
        </p:nvSpPr>
        <p:spPr>
          <a:xfrm>
            <a:off x="6093491" y="3571875"/>
            <a:ext cx="2902669" cy="302400"/>
          </a:xfrm>
          <a:solidFill>
            <a:schemeClr val="tx1"/>
          </a:solidFill>
        </p:spPr>
        <p:txBody>
          <a:bodyPr/>
          <a:lstStyle/>
          <a:p>
            <a:r>
              <a:rPr lang="en-US" dirty="0"/>
              <a:t>  </a:t>
            </a:r>
          </a:p>
        </p:txBody>
      </p:sp>
      <p:sp>
        <p:nvSpPr>
          <p:cNvPr id="29" name="Text Placeholder 8">
            <a:extLst>
              <a:ext uri="{FF2B5EF4-FFF2-40B4-BE49-F238E27FC236}">
                <a16:creationId xmlns:a16="http://schemas.microsoft.com/office/drawing/2014/main" id="{B573707A-D85A-428E-3184-E60BCE49A3D7}"/>
              </a:ext>
            </a:extLst>
          </p:cNvPr>
          <p:cNvSpPr>
            <a:spLocks noGrp="1"/>
          </p:cNvSpPr>
          <p:nvPr>
            <p:ph type="body" sz="quarter" idx="45"/>
          </p:nvPr>
        </p:nvSpPr>
        <p:spPr>
          <a:xfrm>
            <a:off x="6093491" y="4425283"/>
            <a:ext cx="2736000" cy="1040481"/>
          </a:xfrm>
          <a:noFill/>
        </p:spPr>
        <p:txBody>
          <a:bodyPr/>
          <a:lstStyle>
            <a:lvl1pPr>
              <a:defRPr sz="1400"/>
            </a:lvl1pPr>
            <a:lvl2pPr>
              <a:defRPr sz="1400"/>
            </a:lvl2pPr>
            <a:lvl3pPr>
              <a:defRPr sz="1200"/>
            </a:lvl3pPr>
            <a:lvl4pPr>
              <a:defRPr sz="1200"/>
            </a:lvl4pPr>
            <a:lvl5pPr>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0" name="Text Placeholder 8">
            <a:extLst>
              <a:ext uri="{FF2B5EF4-FFF2-40B4-BE49-F238E27FC236}">
                <a16:creationId xmlns:a16="http://schemas.microsoft.com/office/drawing/2014/main" id="{43010A02-56BE-F403-59A7-F5151E2A4BF8}"/>
              </a:ext>
            </a:extLst>
          </p:cNvPr>
          <p:cNvSpPr>
            <a:spLocks noGrp="1"/>
          </p:cNvSpPr>
          <p:nvPr>
            <p:ph type="body" sz="quarter" idx="46" hasCustomPrompt="1"/>
          </p:nvPr>
        </p:nvSpPr>
        <p:spPr>
          <a:xfrm>
            <a:off x="6093491" y="4157907"/>
            <a:ext cx="2736000" cy="217128"/>
          </a:xfrm>
          <a:noFill/>
        </p:spPr>
        <p:txBody>
          <a:bodyPr/>
          <a:lstStyle>
            <a:lvl1pPr>
              <a:defRPr kumimoji="0" lang="en-US" sz="1400" b="1" i="0" u="none" strike="noStrike" kern="1200" cap="none" spc="0" normalizeH="0" baseline="0" dirty="0">
                <a:ln>
                  <a:noFill/>
                </a:ln>
                <a:solidFill>
                  <a:srgbClr val="000000"/>
                </a:solidFill>
                <a:effectLst/>
                <a:uLnTx/>
                <a:uFillTx/>
                <a:latin typeface="Johnson Text"/>
                <a:ea typeface="+mn-ea"/>
                <a:cs typeface="Arial"/>
              </a:defRPr>
            </a:lvl1pPr>
            <a:lvl2pPr>
              <a:defRPr sz="1400"/>
            </a:lvl2pPr>
            <a:lvl3pPr>
              <a:defRPr sz="1200"/>
            </a:lvl3pPr>
            <a:lvl4pPr>
              <a:defRPr sz="1200"/>
            </a:lvl4pPr>
            <a:lvl5pPr>
              <a:defRPr sz="600"/>
            </a:lvl5pPr>
          </a:lstStyle>
          <a:p>
            <a:pPr lvl="0"/>
            <a:r>
              <a:rPr lang="en-GB" dirty="0"/>
              <a:t>Deliverables</a:t>
            </a:r>
            <a:endParaRPr lang="en-US" dirty="0"/>
          </a:p>
        </p:txBody>
      </p:sp>
      <p:sp>
        <p:nvSpPr>
          <p:cNvPr id="31" name="Text Placeholder 8">
            <a:extLst>
              <a:ext uri="{FF2B5EF4-FFF2-40B4-BE49-F238E27FC236}">
                <a16:creationId xmlns:a16="http://schemas.microsoft.com/office/drawing/2014/main" id="{500C5E8D-3929-303A-F8EB-EAA6B4BCDA07}"/>
              </a:ext>
            </a:extLst>
          </p:cNvPr>
          <p:cNvSpPr>
            <a:spLocks noGrp="1"/>
          </p:cNvSpPr>
          <p:nvPr>
            <p:ph type="body" sz="quarter" idx="47"/>
          </p:nvPr>
        </p:nvSpPr>
        <p:spPr>
          <a:xfrm>
            <a:off x="8967327" y="2286003"/>
            <a:ext cx="2736000" cy="1214437"/>
          </a:xfrm>
          <a:noFill/>
        </p:spPr>
        <p:txBody>
          <a:bodyPr/>
          <a:lstStyle>
            <a:lvl1pPr>
              <a:defRPr sz="1400"/>
            </a:lvl1pPr>
            <a:lvl2pPr>
              <a:defRPr sz="1400"/>
            </a:lvl2pPr>
            <a:lvl3pPr>
              <a:defRPr sz="1200"/>
            </a:lvl3pPr>
            <a:lvl4pPr>
              <a:defRPr sz="1200"/>
            </a:lvl4pPr>
            <a:lvl5pPr>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8">
            <a:extLst>
              <a:ext uri="{FF2B5EF4-FFF2-40B4-BE49-F238E27FC236}">
                <a16:creationId xmlns:a16="http://schemas.microsoft.com/office/drawing/2014/main" id="{C115BDF6-4422-7C92-242E-E17AE7A5DC26}"/>
              </a:ext>
            </a:extLst>
          </p:cNvPr>
          <p:cNvSpPr>
            <a:spLocks noGrp="1"/>
          </p:cNvSpPr>
          <p:nvPr>
            <p:ph type="body" sz="quarter" idx="48" hasCustomPrompt="1"/>
          </p:nvPr>
        </p:nvSpPr>
        <p:spPr>
          <a:xfrm>
            <a:off x="8967327" y="1971675"/>
            <a:ext cx="2736000" cy="313766"/>
          </a:xfrm>
          <a:noFill/>
        </p:spPr>
        <p:txBody>
          <a:bodyPr/>
          <a:lstStyle>
            <a:lvl1pPr>
              <a:defRPr kumimoji="0" lang="en-US" sz="1400" b="1" i="0" u="none" strike="noStrike" kern="1200" cap="none" spc="0" normalizeH="0" baseline="0" dirty="0">
                <a:ln>
                  <a:noFill/>
                </a:ln>
                <a:solidFill>
                  <a:srgbClr val="000000"/>
                </a:solidFill>
                <a:effectLst/>
                <a:uLnTx/>
                <a:uFillTx/>
                <a:latin typeface="Johnson Text"/>
                <a:ea typeface="+mn-ea"/>
                <a:cs typeface="Arial"/>
              </a:defRPr>
            </a:lvl1pPr>
            <a:lvl2pPr>
              <a:defRPr sz="1400"/>
            </a:lvl2pPr>
            <a:lvl3pPr>
              <a:defRPr sz="1200"/>
            </a:lvl3pPr>
            <a:lvl4pPr>
              <a:defRPr sz="1200"/>
            </a:lvl4pPr>
            <a:lvl5pPr>
              <a:defRPr sz="600"/>
            </a:lvl5pPr>
          </a:lstStyle>
          <a:p>
            <a:pPr lvl="0"/>
            <a:r>
              <a:rPr lang="en-GB" dirty="0"/>
              <a:t>Phase 00</a:t>
            </a:r>
            <a:endParaRPr lang="en-US" dirty="0"/>
          </a:p>
        </p:txBody>
      </p:sp>
      <p:sp>
        <p:nvSpPr>
          <p:cNvPr id="33" name="SmartArt Placeholder 11">
            <a:extLst>
              <a:ext uri="{FF2B5EF4-FFF2-40B4-BE49-F238E27FC236}">
                <a16:creationId xmlns:a16="http://schemas.microsoft.com/office/drawing/2014/main" id="{3BFAFF7B-D35C-05C8-816F-E3A5B8692852}"/>
              </a:ext>
            </a:extLst>
          </p:cNvPr>
          <p:cNvSpPr>
            <a:spLocks noGrp="1"/>
          </p:cNvSpPr>
          <p:nvPr>
            <p:ph type="dgm" sz="quarter" idx="49" hasCustomPrompt="1"/>
          </p:nvPr>
        </p:nvSpPr>
        <p:spPr>
          <a:xfrm>
            <a:off x="8996106" y="3571875"/>
            <a:ext cx="2902669" cy="302400"/>
          </a:xfrm>
          <a:solidFill>
            <a:schemeClr val="accent4"/>
          </a:solidFill>
        </p:spPr>
        <p:txBody>
          <a:bodyPr/>
          <a:lstStyle/>
          <a:p>
            <a:r>
              <a:rPr lang="en-US" dirty="0"/>
              <a:t>  </a:t>
            </a:r>
          </a:p>
        </p:txBody>
      </p:sp>
      <p:sp>
        <p:nvSpPr>
          <p:cNvPr id="34" name="Text Placeholder 8">
            <a:extLst>
              <a:ext uri="{FF2B5EF4-FFF2-40B4-BE49-F238E27FC236}">
                <a16:creationId xmlns:a16="http://schemas.microsoft.com/office/drawing/2014/main" id="{BB7BA504-3F5C-EC94-5E3B-5B567B921D19}"/>
              </a:ext>
            </a:extLst>
          </p:cNvPr>
          <p:cNvSpPr>
            <a:spLocks noGrp="1"/>
          </p:cNvSpPr>
          <p:nvPr>
            <p:ph type="body" sz="quarter" idx="50"/>
          </p:nvPr>
        </p:nvSpPr>
        <p:spPr>
          <a:xfrm>
            <a:off x="8996106" y="4425283"/>
            <a:ext cx="2736000" cy="1040481"/>
          </a:xfrm>
          <a:noFill/>
        </p:spPr>
        <p:txBody>
          <a:bodyPr/>
          <a:lstStyle>
            <a:lvl1pPr>
              <a:defRPr sz="1400"/>
            </a:lvl1pPr>
            <a:lvl2pPr>
              <a:defRPr sz="1400"/>
            </a:lvl2pPr>
            <a:lvl3pPr>
              <a:defRPr sz="1200"/>
            </a:lvl3pPr>
            <a:lvl4pPr>
              <a:defRPr sz="1200"/>
            </a:lvl4pPr>
            <a:lvl5pPr>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8">
            <a:extLst>
              <a:ext uri="{FF2B5EF4-FFF2-40B4-BE49-F238E27FC236}">
                <a16:creationId xmlns:a16="http://schemas.microsoft.com/office/drawing/2014/main" id="{3A7B4235-A52C-B233-0DD5-212A185AD449}"/>
              </a:ext>
            </a:extLst>
          </p:cNvPr>
          <p:cNvSpPr>
            <a:spLocks noGrp="1"/>
          </p:cNvSpPr>
          <p:nvPr>
            <p:ph type="body" sz="quarter" idx="51" hasCustomPrompt="1"/>
          </p:nvPr>
        </p:nvSpPr>
        <p:spPr>
          <a:xfrm>
            <a:off x="8996106" y="4157907"/>
            <a:ext cx="2736000" cy="217128"/>
          </a:xfrm>
          <a:noFill/>
        </p:spPr>
        <p:txBody>
          <a:bodyPr/>
          <a:lstStyle>
            <a:lvl1pPr>
              <a:defRPr kumimoji="0" lang="en-US" sz="1400" b="1" i="0" u="none" strike="noStrike" kern="1200" cap="none" spc="0" normalizeH="0" baseline="0" dirty="0">
                <a:ln>
                  <a:noFill/>
                </a:ln>
                <a:solidFill>
                  <a:srgbClr val="000000"/>
                </a:solidFill>
                <a:effectLst/>
                <a:uLnTx/>
                <a:uFillTx/>
                <a:latin typeface="Johnson Text"/>
                <a:ea typeface="+mn-ea"/>
                <a:cs typeface="Arial"/>
              </a:defRPr>
            </a:lvl1pPr>
            <a:lvl2pPr>
              <a:defRPr sz="1400"/>
            </a:lvl2pPr>
            <a:lvl3pPr>
              <a:defRPr sz="1200"/>
            </a:lvl3pPr>
            <a:lvl4pPr>
              <a:defRPr sz="1200"/>
            </a:lvl4pPr>
            <a:lvl5pPr>
              <a:defRPr sz="600"/>
            </a:lvl5pPr>
          </a:lstStyle>
          <a:p>
            <a:pPr lvl="0"/>
            <a:r>
              <a:rPr lang="en-GB" dirty="0"/>
              <a:t>Deliverables</a:t>
            </a:r>
            <a:endParaRPr lang="en-US" dirty="0"/>
          </a:p>
        </p:txBody>
      </p:sp>
    </p:spTree>
    <p:extLst>
      <p:ext uri="{BB962C8B-B14F-4D97-AF65-F5344CB8AC3E}">
        <p14:creationId xmlns:p14="http://schemas.microsoft.com/office/powerpoint/2010/main" val="39765445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F71E3-AC39-2207-0CC4-1E2486610795}"/>
              </a:ext>
            </a:extLst>
          </p:cNvPr>
          <p:cNvSpPr>
            <a:spLocks noGrp="1"/>
          </p:cNvSpPr>
          <p:nvPr>
            <p:ph type="ctrTitle"/>
          </p:nvPr>
        </p:nvSpPr>
        <p:spPr>
          <a:xfrm>
            <a:off x="291593" y="280800"/>
            <a:ext cx="5734050" cy="2620397"/>
          </a:xfrm>
        </p:spPr>
        <p:txBody>
          <a:bodyPr wrap="square" anchor="t">
            <a:spAutoFit/>
          </a:bodyPr>
          <a:lstStyle>
            <a:lvl1pPr algn="l">
              <a:lnSpc>
                <a:spcPct val="80000"/>
              </a:lnSpc>
              <a:defRPr lang="en-GB" sz="7000" b="0" i="0" kern="1200" spc="0" baseline="0" smtClean="0">
                <a:solidFill>
                  <a:schemeClr val="bg1"/>
                </a:solidFill>
                <a:latin typeface="+mj-lt"/>
                <a:ea typeface="+mj-ea"/>
                <a:cs typeface="+mj-cs"/>
              </a:defRPr>
            </a:lvl1pPr>
          </a:lstStyle>
          <a:p>
            <a:r>
              <a:rPr lang="en-US"/>
              <a:t>Click to edit Master title style</a:t>
            </a:r>
            <a:endParaRPr lang="en-GB" dirty="0"/>
          </a:p>
        </p:txBody>
      </p:sp>
      <p:sp>
        <p:nvSpPr>
          <p:cNvPr id="7" name="Text Placeholder 31">
            <a:extLst>
              <a:ext uri="{FF2B5EF4-FFF2-40B4-BE49-F238E27FC236}">
                <a16:creationId xmlns:a16="http://schemas.microsoft.com/office/drawing/2014/main" id="{B7E02200-51E6-11EB-F9C2-B25EC78CCA31}"/>
              </a:ext>
            </a:extLst>
          </p:cNvPr>
          <p:cNvSpPr>
            <a:spLocks noGrp="1"/>
          </p:cNvSpPr>
          <p:nvPr>
            <p:ph type="body" sz="quarter" idx="10" hasCustomPrompt="1"/>
          </p:nvPr>
        </p:nvSpPr>
        <p:spPr>
          <a:xfrm>
            <a:off x="287338" y="5035735"/>
            <a:ext cx="2795587" cy="717180"/>
          </a:xfrm>
        </p:spPr>
        <p:txBody>
          <a:bodyPr anchor="b"/>
          <a:lstStyle>
            <a:lvl1pPr>
              <a:lnSpc>
                <a:spcPct val="100000"/>
              </a:lnSpc>
              <a:spcBef>
                <a:spcPts val="0"/>
              </a:spcBef>
              <a:spcAft>
                <a:spcPts val="0"/>
              </a:spcAft>
              <a:defRPr sz="1000">
                <a:solidFill>
                  <a:schemeClr val="bg1"/>
                </a:solidFill>
              </a:defRPr>
            </a:lvl1pPr>
          </a:lstStyle>
          <a:p>
            <a:r>
              <a:rPr lang="en-GB"/>
              <a:t>Supporting details – delete if not required</a:t>
            </a:r>
          </a:p>
        </p:txBody>
      </p:sp>
      <p:sp>
        <p:nvSpPr>
          <p:cNvPr id="4" name="Graphic 2">
            <a:extLst>
              <a:ext uri="{FF2B5EF4-FFF2-40B4-BE49-F238E27FC236}">
                <a16:creationId xmlns:a16="http://schemas.microsoft.com/office/drawing/2014/main" id="{596B4D9D-1962-9920-7F5F-A7A616FD4C77}"/>
              </a:ext>
            </a:extLst>
          </p:cNvPr>
          <p:cNvSpPr>
            <a:spLocks noChangeAspect="1"/>
          </p:cNvSpPr>
          <p:nvPr/>
        </p:nvSpPr>
        <p:spPr>
          <a:xfrm>
            <a:off x="290513" y="6377853"/>
            <a:ext cx="2034000" cy="187309"/>
          </a:xfrm>
          <a:custGeom>
            <a:avLst/>
            <a:gdLst>
              <a:gd name="connsiteX0" fmla="*/ 542692 w 5487431"/>
              <a:gd name="connsiteY0" fmla="*/ 463149 h 505330"/>
              <a:gd name="connsiteX1" fmla="*/ 458967 w 5487431"/>
              <a:gd name="connsiteY1" fmla="*/ 321634 h 505330"/>
              <a:gd name="connsiteX2" fmla="*/ 542692 w 5487431"/>
              <a:gd name="connsiteY2" fmla="*/ 180119 h 505330"/>
              <a:gd name="connsiteX3" fmla="*/ 626417 w 5487431"/>
              <a:gd name="connsiteY3" fmla="*/ 321634 h 505330"/>
              <a:gd name="connsiteX4" fmla="*/ 542692 w 5487431"/>
              <a:gd name="connsiteY4" fmla="*/ 463149 h 505330"/>
              <a:gd name="connsiteX5" fmla="*/ 542692 w 5487431"/>
              <a:gd name="connsiteY5" fmla="*/ 142174 h 505330"/>
              <a:gd name="connsiteX6" fmla="*/ 372482 w 5487431"/>
              <a:gd name="connsiteY6" fmla="*/ 321634 h 505330"/>
              <a:gd name="connsiteX7" fmla="*/ 542692 w 5487431"/>
              <a:gd name="connsiteY7" fmla="*/ 501094 h 505330"/>
              <a:gd name="connsiteX8" fmla="*/ 712902 w 5487431"/>
              <a:gd name="connsiteY8" fmla="*/ 321634 h 505330"/>
              <a:gd name="connsiteX9" fmla="*/ 542692 w 5487431"/>
              <a:gd name="connsiteY9" fmla="*/ 142174 h 505330"/>
              <a:gd name="connsiteX10" fmla="*/ 1303641 w 5487431"/>
              <a:gd name="connsiteY10" fmla="*/ 142174 h 505330"/>
              <a:gd name="connsiteX11" fmla="*/ 1207357 w 5487431"/>
              <a:gd name="connsiteY11" fmla="*/ 192547 h 505330"/>
              <a:gd name="connsiteX12" fmla="*/ 1203170 w 5487431"/>
              <a:gd name="connsiteY12" fmla="*/ 192547 h 505330"/>
              <a:gd name="connsiteX13" fmla="*/ 1203170 w 5487431"/>
              <a:gd name="connsiteY13" fmla="*/ 149048 h 505330"/>
              <a:gd name="connsiteX14" fmla="*/ 1120872 w 5487431"/>
              <a:gd name="connsiteY14" fmla="*/ 149048 h 505330"/>
              <a:gd name="connsiteX15" fmla="*/ 1120872 w 5487431"/>
              <a:gd name="connsiteY15" fmla="*/ 494221 h 505330"/>
              <a:gd name="connsiteX16" fmla="*/ 1203170 w 5487431"/>
              <a:gd name="connsiteY16" fmla="*/ 494221 h 505330"/>
              <a:gd name="connsiteX17" fmla="*/ 1203170 w 5487431"/>
              <a:gd name="connsiteY17" fmla="*/ 271261 h 505330"/>
              <a:gd name="connsiteX18" fmla="*/ 1272244 w 5487431"/>
              <a:gd name="connsiteY18" fmla="*/ 190476 h 505330"/>
              <a:gd name="connsiteX19" fmla="*/ 1331518 w 5487431"/>
              <a:gd name="connsiteY19" fmla="*/ 258173 h 505330"/>
              <a:gd name="connsiteX20" fmla="*/ 1331518 w 5487431"/>
              <a:gd name="connsiteY20" fmla="*/ 494221 h 505330"/>
              <a:gd name="connsiteX21" fmla="*/ 1413816 w 5487431"/>
              <a:gd name="connsiteY21" fmla="*/ 494221 h 505330"/>
              <a:gd name="connsiteX22" fmla="*/ 1413816 w 5487431"/>
              <a:gd name="connsiteY22" fmla="*/ 257420 h 505330"/>
              <a:gd name="connsiteX23" fmla="*/ 1303641 w 5487431"/>
              <a:gd name="connsiteY23" fmla="*/ 142174 h 505330"/>
              <a:gd name="connsiteX24" fmla="*/ 1600771 w 5487431"/>
              <a:gd name="connsiteY24" fmla="*/ 142174 h 505330"/>
              <a:gd name="connsiteX25" fmla="*/ 1467571 w 5487431"/>
              <a:gd name="connsiteY25" fmla="*/ 241602 h 505330"/>
              <a:gd name="connsiteX26" fmla="*/ 1551962 w 5487431"/>
              <a:gd name="connsiteY26" fmla="*/ 341030 h 505330"/>
              <a:gd name="connsiteX27" fmla="*/ 1621702 w 5487431"/>
              <a:gd name="connsiteY27" fmla="*/ 358260 h 505330"/>
              <a:gd name="connsiteX28" fmla="*/ 1675457 w 5487431"/>
              <a:gd name="connsiteY28" fmla="*/ 409387 h 505330"/>
              <a:gd name="connsiteX29" fmla="*/ 1606384 w 5487431"/>
              <a:gd name="connsiteY29" fmla="*/ 464656 h 505330"/>
              <a:gd name="connsiteX30" fmla="*/ 1526845 w 5487431"/>
              <a:gd name="connsiteY30" fmla="*/ 384624 h 505330"/>
              <a:gd name="connsiteX31" fmla="*/ 1452919 w 5487431"/>
              <a:gd name="connsiteY31" fmla="*/ 405338 h 505330"/>
              <a:gd name="connsiteX32" fmla="*/ 1597345 w 5487431"/>
              <a:gd name="connsiteY32" fmla="*/ 501282 h 505330"/>
              <a:gd name="connsiteX33" fmla="*/ 1742438 w 5487431"/>
              <a:gd name="connsiteY33" fmla="*/ 388767 h 505330"/>
              <a:gd name="connsiteX34" fmla="*/ 1649674 w 5487431"/>
              <a:gd name="connsiteY34" fmla="*/ 285196 h 505330"/>
              <a:gd name="connsiteX35" fmla="*/ 1582693 w 5487431"/>
              <a:gd name="connsiteY35" fmla="*/ 268625 h 505330"/>
              <a:gd name="connsiteX36" fmla="*/ 1534551 w 5487431"/>
              <a:gd name="connsiteY36" fmla="*/ 223054 h 505330"/>
              <a:gd name="connsiteX37" fmla="*/ 1593825 w 5487431"/>
              <a:gd name="connsiteY37" fmla="*/ 178895 h 505330"/>
              <a:gd name="connsiteX38" fmla="*/ 1664992 w 5487431"/>
              <a:gd name="connsiteY38" fmla="*/ 245180 h 505330"/>
              <a:gd name="connsiteX39" fmla="*/ 1734731 w 5487431"/>
              <a:gd name="connsiteY39" fmla="*/ 224466 h 505330"/>
              <a:gd name="connsiteX40" fmla="*/ 1600771 w 5487431"/>
              <a:gd name="connsiteY40" fmla="*/ 142174 h 505330"/>
              <a:gd name="connsiteX41" fmla="*/ 1946803 w 5487431"/>
              <a:gd name="connsiteY41" fmla="*/ 463149 h 505330"/>
              <a:gd name="connsiteX42" fmla="*/ 1863078 w 5487431"/>
              <a:gd name="connsiteY42" fmla="*/ 321634 h 505330"/>
              <a:gd name="connsiteX43" fmla="*/ 1946803 w 5487431"/>
              <a:gd name="connsiteY43" fmla="*/ 180119 h 505330"/>
              <a:gd name="connsiteX44" fmla="*/ 2030529 w 5487431"/>
              <a:gd name="connsiteY44" fmla="*/ 321634 h 505330"/>
              <a:gd name="connsiteX45" fmla="*/ 1946803 w 5487431"/>
              <a:gd name="connsiteY45" fmla="*/ 463149 h 505330"/>
              <a:gd name="connsiteX46" fmla="*/ 1946803 w 5487431"/>
              <a:gd name="connsiteY46" fmla="*/ 142174 h 505330"/>
              <a:gd name="connsiteX47" fmla="*/ 1776594 w 5487431"/>
              <a:gd name="connsiteY47" fmla="*/ 321634 h 505330"/>
              <a:gd name="connsiteX48" fmla="*/ 1946803 w 5487431"/>
              <a:gd name="connsiteY48" fmla="*/ 501094 h 505330"/>
              <a:gd name="connsiteX49" fmla="*/ 2117013 w 5487431"/>
              <a:gd name="connsiteY49" fmla="*/ 321634 h 505330"/>
              <a:gd name="connsiteX50" fmla="*/ 1946803 w 5487431"/>
              <a:gd name="connsiteY50" fmla="*/ 142174 h 505330"/>
              <a:gd name="connsiteX51" fmla="*/ 2348590 w 5487431"/>
              <a:gd name="connsiteY51" fmla="*/ 142174 h 505330"/>
              <a:gd name="connsiteX52" fmla="*/ 2252306 w 5487431"/>
              <a:gd name="connsiteY52" fmla="*/ 192547 h 505330"/>
              <a:gd name="connsiteX53" fmla="*/ 2248119 w 5487431"/>
              <a:gd name="connsiteY53" fmla="*/ 192547 h 505330"/>
              <a:gd name="connsiteX54" fmla="*/ 2248119 w 5487431"/>
              <a:gd name="connsiteY54" fmla="*/ 149048 h 505330"/>
              <a:gd name="connsiteX55" fmla="*/ 2165821 w 5487431"/>
              <a:gd name="connsiteY55" fmla="*/ 149048 h 505330"/>
              <a:gd name="connsiteX56" fmla="*/ 2165821 w 5487431"/>
              <a:gd name="connsiteY56" fmla="*/ 494221 h 505330"/>
              <a:gd name="connsiteX57" fmla="*/ 2248119 w 5487431"/>
              <a:gd name="connsiteY57" fmla="*/ 494221 h 505330"/>
              <a:gd name="connsiteX58" fmla="*/ 2248119 w 5487431"/>
              <a:gd name="connsiteY58" fmla="*/ 271261 h 505330"/>
              <a:gd name="connsiteX59" fmla="*/ 2317193 w 5487431"/>
              <a:gd name="connsiteY59" fmla="*/ 190476 h 505330"/>
              <a:gd name="connsiteX60" fmla="*/ 2376466 w 5487431"/>
              <a:gd name="connsiteY60" fmla="*/ 258173 h 505330"/>
              <a:gd name="connsiteX61" fmla="*/ 2376466 w 5487431"/>
              <a:gd name="connsiteY61" fmla="*/ 494221 h 505330"/>
              <a:gd name="connsiteX62" fmla="*/ 2458764 w 5487431"/>
              <a:gd name="connsiteY62" fmla="*/ 494221 h 505330"/>
              <a:gd name="connsiteX63" fmla="*/ 2458764 w 5487431"/>
              <a:gd name="connsiteY63" fmla="*/ 257420 h 505330"/>
              <a:gd name="connsiteX64" fmla="*/ 2348590 w 5487431"/>
              <a:gd name="connsiteY64" fmla="*/ 142174 h 505330"/>
              <a:gd name="connsiteX65" fmla="*/ 3571359 w 5487431"/>
              <a:gd name="connsiteY65" fmla="*/ 463149 h 505330"/>
              <a:gd name="connsiteX66" fmla="*/ 3487634 w 5487431"/>
              <a:gd name="connsiteY66" fmla="*/ 321634 h 505330"/>
              <a:gd name="connsiteX67" fmla="*/ 3571359 w 5487431"/>
              <a:gd name="connsiteY67" fmla="*/ 180119 h 505330"/>
              <a:gd name="connsiteX68" fmla="*/ 3655085 w 5487431"/>
              <a:gd name="connsiteY68" fmla="*/ 321634 h 505330"/>
              <a:gd name="connsiteX69" fmla="*/ 3571359 w 5487431"/>
              <a:gd name="connsiteY69" fmla="*/ 463149 h 505330"/>
              <a:gd name="connsiteX70" fmla="*/ 3571359 w 5487431"/>
              <a:gd name="connsiteY70" fmla="*/ 142174 h 505330"/>
              <a:gd name="connsiteX71" fmla="*/ 3401150 w 5487431"/>
              <a:gd name="connsiteY71" fmla="*/ 321634 h 505330"/>
              <a:gd name="connsiteX72" fmla="*/ 3571359 w 5487431"/>
              <a:gd name="connsiteY72" fmla="*/ 501094 h 505330"/>
              <a:gd name="connsiteX73" fmla="*/ 3741569 w 5487431"/>
              <a:gd name="connsiteY73" fmla="*/ 321634 h 505330"/>
              <a:gd name="connsiteX74" fmla="*/ 3571359 w 5487431"/>
              <a:gd name="connsiteY74" fmla="*/ 142174 h 505330"/>
              <a:gd name="connsiteX75" fmla="*/ 4332308 w 5487431"/>
              <a:gd name="connsiteY75" fmla="*/ 142174 h 505330"/>
              <a:gd name="connsiteX76" fmla="*/ 4236024 w 5487431"/>
              <a:gd name="connsiteY76" fmla="*/ 192547 h 505330"/>
              <a:gd name="connsiteX77" fmla="*/ 4231838 w 5487431"/>
              <a:gd name="connsiteY77" fmla="*/ 192547 h 505330"/>
              <a:gd name="connsiteX78" fmla="*/ 4231838 w 5487431"/>
              <a:gd name="connsiteY78" fmla="*/ 149048 h 505330"/>
              <a:gd name="connsiteX79" fmla="*/ 4149539 w 5487431"/>
              <a:gd name="connsiteY79" fmla="*/ 149048 h 505330"/>
              <a:gd name="connsiteX80" fmla="*/ 4149539 w 5487431"/>
              <a:gd name="connsiteY80" fmla="*/ 494221 h 505330"/>
              <a:gd name="connsiteX81" fmla="*/ 4231838 w 5487431"/>
              <a:gd name="connsiteY81" fmla="*/ 494221 h 505330"/>
              <a:gd name="connsiteX82" fmla="*/ 4231838 w 5487431"/>
              <a:gd name="connsiteY82" fmla="*/ 271261 h 505330"/>
              <a:gd name="connsiteX83" fmla="*/ 4300911 w 5487431"/>
              <a:gd name="connsiteY83" fmla="*/ 190476 h 505330"/>
              <a:gd name="connsiteX84" fmla="*/ 4360185 w 5487431"/>
              <a:gd name="connsiteY84" fmla="*/ 258173 h 505330"/>
              <a:gd name="connsiteX85" fmla="*/ 4360185 w 5487431"/>
              <a:gd name="connsiteY85" fmla="*/ 494221 h 505330"/>
              <a:gd name="connsiteX86" fmla="*/ 4442483 w 5487431"/>
              <a:gd name="connsiteY86" fmla="*/ 494221 h 505330"/>
              <a:gd name="connsiteX87" fmla="*/ 4442483 w 5487431"/>
              <a:gd name="connsiteY87" fmla="*/ 257420 h 505330"/>
              <a:gd name="connsiteX88" fmla="*/ 4332308 w 5487431"/>
              <a:gd name="connsiteY88" fmla="*/ 142174 h 505330"/>
              <a:gd name="connsiteX89" fmla="*/ 4629533 w 5487431"/>
              <a:gd name="connsiteY89" fmla="*/ 142174 h 505330"/>
              <a:gd name="connsiteX90" fmla="*/ 4496334 w 5487431"/>
              <a:gd name="connsiteY90" fmla="*/ 241602 h 505330"/>
              <a:gd name="connsiteX91" fmla="*/ 4580725 w 5487431"/>
              <a:gd name="connsiteY91" fmla="*/ 341030 h 505330"/>
              <a:gd name="connsiteX92" fmla="*/ 4650464 w 5487431"/>
              <a:gd name="connsiteY92" fmla="*/ 358260 h 505330"/>
              <a:gd name="connsiteX93" fmla="*/ 4704220 w 5487431"/>
              <a:gd name="connsiteY93" fmla="*/ 409387 h 505330"/>
              <a:gd name="connsiteX94" fmla="*/ 4635146 w 5487431"/>
              <a:gd name="connsiteY94" fmla="*/ 464656 h 505330"/>
              <a:gd name="connsiteX95" fmla="*/ 4555607 w 5487431"/>
              <a:gd name="connsiteY95" fmla="*/ 384624 h 505330"/>
              <a:gd name="connsiteX96" fmla="*/ 4481682 w 5487431"/>
              <a:gd name="connsiteY96" fmla="*/ 405338 h 505330"/>
              <a:gd name="connsiteX97" fmla="*/ 4626108 w 5487431"/>
              <a:gd name="connsiteY97" fmla="*/ 501282 h 505330"/>
              <a:gd name="connsiteX98" fmla="*/ 4771200 w 5487431"/>
              <a:gd name="connsiteY98" fmla="*/ 388767 h 505330"/>
              <a:gd name="connsiteX99" fmla="*/ 4678436 w 5487431"/>
              <a:gd name="connsiteY99" fmla="*/ 285196 h 505330"/>
              <a:gd name="connsiteX100" fmla="*/ 4611456 w 5487431"/>
              <a:gd name="connsiteY100" fmla="*/ 268625 h 505330"/>
              <a:gd name="connsiteX101" fmla="*/ 4563314 w 5487431"/>
              <a:gd name="connsiteY101" fmla="*/ 223054 h 505330"/>
              <a:gd name="connsiteX102" fmla="*/ 4622588 w 5487431"/>
              <a:gd name="connsiteY102" fmla="*/ 178895 h 505330"/>
              <a:gd name="connsiteX103" fmla="*/ 4693754 w 5487431"/>
              <a:gd name="connsiteY103" fmla="*/ 245180 h 505330"/>
              <a:gd name="connsiteX104" fmla="*/ 4763493 w 5487431"/>
              <a:gd name="connsiteY104" fmla="*/ 224466 h 505330"/>
              <a:gd name="connsiteX105" fmla="*/ 4629533 w 5487431"/>
              <a:gd name="connsiteY105" fmla="*/ 142174 h 505330"/>
              <a:gd name="connsiteX106" fmla="*/ 4975471 w 5487431"/>
              <a:gd name="connsiteY106" fmla="*/ 463149 h 505330"/>
              <a:gd name="connsiteX107" fmla="*/ 4891745 w 5487431"/>
              <a:gd name="connsiteY107" fmla="*/ 321634 h 505330"/>
              <a:gd name="connsiteX108" fmla="*/ 4975471 w 5487431"/>
              <a:gd name="connsiteY108" fmla="*/ 180119 h 505330"/>
              <a:gd name="connsiteX109" fmla="*/ 5059196 w 5487431"/>
              <a:gd name="connsiteY109" fmla="*/ 321634 h 505330"/>
              <a:gd name="connsiteX110" fmla="*/ 4975471 w 5487431"/>
              <a:gd name="connsiteY110" fmla="*/ 463149 h 505330"/>
              <a:gd name="connsiteX111" fmla="*/ 4975471 w 5487431"/>
              <a:gd name="connsiteY111" fmla="*/ 142174 h 505330"/>
              <a:gd name="connsiteX112" fmla="*/ 4805261 w 5487431"/>
              <a:gd name="connsiteY112" fmla="*/ 321634 h 505330"/>
              <a:gd name="connsiteX113" fmla="*/ 4975471 w 5487431"/>
              <a:gd name="connsiteY113" fmla="*/ 501094 h 505330"/>
              <a:gd name="connsiteX114" fmla="*/ 5145680 w 5487431"/>
              <a:gd name="connsiteY114" fmla="*/ 321634 h 505330"/>
              <a:gd name="connsiteX115" fmla="*/ 4975471 w 5487431"/>
              <a:gd name="connsiteY115" fmla="*/ 142174 h 505330"/>
              <a:gd name="connsiteX116" fmla="*/ 5377257 w 5487431"/>
              <a:gd name="connsiteY116" fmla="*/ 142174 h 505330"/>
              <a:gd name="connsiteX117" fmla="*/ 5280973 w 5487431"/>
              <a:gd name="connsiteY117" fmla="*/ 192547 h 505330"/>
              <a:gd name="connsiteX118" fmla="*/ 5276787 w 5487431"/>
              <a:gd name="connsiteY118" fmla="*/ 192547 h 505330"/>
              <a:gd name="connsiteX119" fmla="*/ 5276787 w 5487431"/>
              <a:gd name="connsiteY119" fmla="*/ 149048 h 505330"/>
              <a:gd name="connsiteX120" fmla="*/ 5194488 w 5487431"/>
              <a:gd name="connsiteY120" fmla="*/ 149048 h 505330"/>
              <a:gd name="connsiteX121" fmla="*/ 5194488 w 5487431"/>
              <a:gd name="connsiteY121" fmla="*/ 494221 h 505330"/>
              <a:gd name="connsiteX122" fmla="*/ 5276787 w 5487431"/>
              <a:gd name="connsiteY122" fmla="*/ 494221 h 505330"/>
              <a:gd name="connsiteX123" fmla="*/ 5276787 w 5487431"/>
              <a:gd name="connsiteY123" fmla="*/ 271261 h 505330"/>
              <a:gd name="connsiteX124" fmla="*/ 5345860 w 5487431"/>
              <a:gd name="connsiteY124" fmla="*/ 190476 h 505330"/>
              <a:gd name="connsiteX125" fmla="*/ 5405134 w 5487431"/>
              <a:gd name="connsiteY125" fmla="*/ 258173 h 505330"/>
              <a:gd name="connsiteX126" fmla="*/ 5405134 w 5487431"/>
              <a:gd name="connsiteY126" fmla="*/ 494221 h 505330"/>
              <a:gd name="connsiteX127" fmla="*/ 5487432 w 5487431"/>
              <a:gd name="connsiteY127" fmla="*/ 494221 h 505330"/>
              <a:gd name="connsiteX128" fmla="*/ 5487432 w 5487431"/>
              <a:gd name="connsiteY128" fmla="*/ 257420 h 505330"/>
              <a:gd name="connsiteX129" fmla="*/ 5377257 w 5487431"/>
              <a:gd name="connsiteY129" fmla="*/ 142174 h 505330"/>
              <a:gd name="connsiteX130" fmla="*/ 323674 w 5487431"/>
              <a:gd name="connsiteY130" fmla="*/ 11016 h 505330"/>
              <a:gd name="connsiteX131" fmla="*/ 237190 w 5487431"/>
              <a:gd name="connsiteY131" fmla="*/ 11016 h 505330"/>
              <a:gd name="connsiteX132" fmla="*/ 237190 w 5487431"/>
              <a:gd name="connsiteY132" fmla="*/ 367864 h 505330"/>
              <a:gd name="connsiteX133" fmla="*/ 161837 w 5487431"/>
              <a:gd name="connsiteY133" fmla="*/ 460325 h 505330"/>
              <a:gd name="connsiteX134" fmla="*/ 86484 w 5487431"/>
              <a:gd name="connsiteY134" fmla="*/ 360897 h 505330"/>
              <a:gd name="connsiteX135" fmla="*/ 86484 w 5487431"/>
              <a:gd name="connsiteY135" fmla="*/ 294612 h 505330"/>
              <a:gd name="connsiteX136" fmla="*/ 0 w 5487431"/>
              <a:gd name="connsiteY136" fmla="*/ 315985 h 505330"/>
              <a:gd name="connsiteX137" fmla="*/ 0 w 5487431"/>
              <a:gd name="connsiteY137" fmla="*/ 345644 h 505330"/>
              <a:gd name="connsiteX138" fmla="*/ 161837 w 5487431"/>
              <a:gd name="connsiteY138" fmla="*/ 505143 h 505330"/>
              <a:gd name="connsiteX139" fmla="*/ 323674 w 5487431"/>
              <a:gd name="connsiteY139" fmla="*/ 345644 h 505330"/>
              <a:gd name="connsiteX140" fmla="*/ 323674 w 5487431"/>
              <a:gd name="connsiteY140" fmla="*/ 11016 h 505330"/>
              <a:gd name="connsiteX141" fmla="*/ 844008 w 5487431"/>
              <a:gd name="connsiteY141" fmla="*/ 11016 h 505330"/>
              <a:gd name="connsiteX142" fmla="*/ 761710 w 5487431"/>
              <a:gd name="connsiteY142" fmla="*/ 11016 h 505330"/>
              <a:gd name="connsiteX143" fmla="*/ 761710 w 5487431"/>
              <a:gd name="connsiteY143" fmla="*/ 494221 h 505330"/>
              <a:gd name="connsiteX144" fmla="*/ 844008 w 5487431"/>
              <a:gd name="connsiteY144" fmla="*/ 494221 h 505330"/>
              <a:gd name="connsiteX145" fmla="*/ 844008 w 5487431"/>
              <a:gd name="connsiteY145" fmla="*/ 271261 h 505330"/>
              <a:gd name="connsiteX146" fmla="*/ 913081 w 5487431"/>
              <a:gd name="connsiteY146" fmla="*/ 190476 h 505330"/>
              <a:gd name="connsiteX147" fmla="*/ 972355 w 5487431"/>
              <a:gd name="connsiteY147" fmla="*/ 258173 h 505330"/>
              <a:gd name="connsiteX148" fmla="*/ 972355 w 5487431"/>
              <a:gd name="connsiteY148" fmla="*/ 494221 h 505330"/>
              <a:gd name="connsiteX149" fmla="*/ 1054653 w 5487431"/>
              <a:gd name="connsiteY149" fmla="*/ 494221 h 505330"/>
              <a:gd name="connsiteX150" fmla="*/ 1054653 w 5487431"/>
              <a:gd name="connsiteY150" fmla="*/ 257420 h 505330"/>
              <a:gd name="connsiteX151" fmla="*/ 944478 w 5487431"/>
              <a:gd name="connsiteY151" fmla="*/ 142174 h 505330"/>
              <a:gd name="connsiteX152" fmla="*/ 848194 w 5487431"/>
              <a:gd name="connsiteY152" fmla="*/ 192547 h 505330"/>
              <a:gd name="connsiteX153" fmla="*/ 844008 w 5487431"/>
              <a:gd name="connsiteY153" fmla="*/ 192547 h 505330"/>
              <a:gd name="connsiteX154" fmla="*/ 844008 w 5487431"/>
              <a:gd name="connsiteY154" fmla="*/ 11016 h 505330"/>
              <a:gd name="connsiteX155" fmla="*/ 3352342 w 5487431"/>
              <a:gd name="connsiteY155" fmla="*/ 11016 h 505330"/>
              <a:gd name="connsiteX156" fmla="*/ 3265857 w 5487431"/>
              <a:gd name="connsiteY156" fmla="*/ 11016 h 505330"/>
              <a:gd name="connsiteX157" fmla="*/ 3265857 w 5487431"/>
              <a:gd name="connsiteY157" fmla="*/ 367864 h 505330"/>
              <a:gd name="connsiteX158" fmla="*/ 3190504 w 5487431"/>
              <a:gd name="connsiteY158" fmla="*/ 460325 h 505330"/>
              <a:gd name="connsiteX159" fmla="*/ 3115152 w 5487431"/>
              <a:gd name="connsiteY159" fmla="*/ 360897 h 505330"/>
              <a:gd name="connsiteX160" fmla="*/ 3115152 w 5487431"/>
              <a:gd name="connsiteY160" fmla="*/ 294612 h 505330"/>
              <a:gd name="connsiteX161" fmla="*/ 3028667 w 5487431"/>
              <a:gd name="connsiteY161" fmla="*/ 315985 h 505330"/>
              <a:gd name="connsiteX162" fmla="*/ 3028667 w 5487431"/>
              <a:gd name="connsiteY162" fmla="*/ 345644 h 505330"/>
              <a:gd name="connsiteX163" fmla="*/ 3190504 w 5487431"/>
              <a:gd name="connsiteY163" fmla="*/ 505143 h 505330"/>
              <a:gd name="connsiteX164" fmla="*/ 3352342 w 5487431"/>
              <a:gd name="connsiteY164" fmla="*/ 345644 h 505330"/>
              <a:gd name="connsiteX165" fmla="*/ 3352342 w 5487431"/>
              <a:gd name="connsiteY165" fmla="*/ 11016 h 505330"/>
              <a:gd name="connsiteX166" fmla="*/ 3872675 w 5487431"/>
              <a:gd name="connsiteY166" fmla="*/ 11016 h 505330"/>
              <a:gd name="connsiteX167" fmla="*/ 3790377 w 5487431"/>
              <a:gd name="connsiteY167" fmla="*/ 11016 h 505330"/>
              <a:gd name="connsiteX168" fmla="*/ 3790377 w 5487431"/>
              <a:gd name="connsiteY168" fmla="*/ 494221 h 505330"/>
              <a:gd name="connsiteX169" fmla="*/ 3872675 w 5487431"/>
              <a:gd name="connsiteY169" fmla="*/ 494221 h 505330"/>
              <a:gd name="connsiteX170" fmla="*/ 3872675 w 5487431"/>
              <a:gd name="connsiteY170" fmla="*/ 271261 h 505330"/>
              <a:gd name="connsiteX171" fmla="*/ 3941749 w 5487431"/>
              <a:gd name="connsiteY171" fmla="*/ 190476 h 505330"/>
              <a:gd name="connsiteX172" fmla="*/ 4001022 w 5487431"/>
              <a:gd name="connsiteY172" fmla="*/ 258173 h 505330"/>
              <a:gd name="connsiteX173" fmla="*/ 4001022 w 5487431"/>
              <a:gd name="connsiteY173" fmla="*/ 494221 h 505330"/>
              <a:gd name="connsiteX174" fmla="*/ 4083320 w 5487431"/>
              <a:gd name="connsiteY174" fmla="*/ 494221 h 505330"/>
              <a:gd name="connsiteX175" fmla="*/ 4083320 w 5487431"/>
              <a:gd name="connsiteY175" fmla="*/ 257420 h 505330"/>
              <a:gd name="connsiteX176" fmla="*/ 3973146 w 5487431"/>
              <a:gd name="connsiteY176" fmla="*/ 142174 h 505330"/>
              <a:gd name="connsiteX177" fmla="*/ 3876861 w 5487431"/>
              <a:gd name="connsiteY177" fmla="*/ 192547 h 505330"/>
              <a:gd name="connsiteX178" fmla="*/ 3872675 w 5487431"/>
              <a:gd name="connsiteY178" fmla="*/ 192547 h 505330"/>
              <a:gd name="connsiteX179" fmla="*/ 3872675 w 5487431"/>
              <a:gd name="connsiteY179" fmla="*/ 11016 h 505330"/>
              <a:gd name="connsiteX180" fmla="*/ 2730110 w 5487431"/>
              <a:gd name="connsiteY180" fmla="*/ 454864 h 505330"/>
              <a:gd name="connsiteX181" fmla="*/ 2622029 w 5487431"/>
              <a:gd name="connsiteY181" fmla="*/ 343761 h 505330"/>
              <a:gd name="connsiteX182" fmla="*/ 2664557 w 5487431"/>
              <a:gd name="connsiteY182" fmla="*/ 256102 h 505330"/>
              <a:gd name="connsiteX183" fmla="*/ 2822208 w 5487431"/>
              <a:gd name="connsiteY183" fmla="*/ 426617 h 505330"/>
              <a:gd name="connsiteX184" fmla="*/ 2730110 w 5487431"/>
              <a:gd name="connsiteY184" fmla="*/ 454864 h 505330"/>
              <a:gd name="connsiteX185" fmla="*/ 2883575 w 5487431"/>
              <a:gd name="connsiteY185" fmla="*/ 369936 h 505330"/>
              <a:gd name="connsiteX186" fmla="*/ 2746856 w 5487431"/>
              <a:gd name="connsiteY186" fmla="*/ 220794 h 505330"/>
              <a:gd name="connsiteX187" fmla="*/ 2814502 w 5487431"/>
              <a:gd name="connsiteY187" fmla="*/ 207706 h 505330"/>
              <a:gd name="connsiteX188" fmla="*/ 2905838 w 5487431"/>
              <a:gd name="connsiteY188" fmla="*/ 296118 h 505330"/>
              <a:gd name="connsiteX189" fmla="*/ 2883575 w 5487431"/>
              <a:gd name="connsiteY189" fmla="*/ 369936 h 505330"/>
              <a:gd name="connsiteX190" fmla="*/ 2728017 w 5487431"/>
              <a:gd name="connsiteY190" fmla="*/ 200833 h 505330"/>
              <a:gd name="connsiteX191" fmla="*/ 2698047 w 5487431"/>
              <a:gd name="connsiteY191" fmla="*/ 167690 h 505330"/>
              <a:gd name="connsiteX192" fmla="*/ 2663891 w 5487431"/>
              <a:gd name="connsiteY192" fmla="*/ 99334 h 505330"/>
              <a:gd name="connsiteX193" fmla="*/ 2730110 w 5487431"/>
              <a:gd name="connsiteY193" fmla="*/ 36532 h 505330"/>
              <a:gd name="connsiteX194" fmla="*/ 2795664 w 5487431"/>
              <a:gd name="connsiteY194" fmla="*/ 102817 h 505330"/>
              <a:gd name="connsiteX195" fmla="*/ 2728017 w 5487431"/>
              <a:gd name="connsiteY195" fmla="*/ 200833 h 505330"/>
              <a:gd name="connsiteX196" fmla="*/ 2732204 w 5487431"/>
              <a:gd name="connsiteY196" fmla="*/ 0 h 505330"/>
              <a:gd name="connsiteX197" fmla="*/ 2588539 w 5487431"/>
              <a:gd name="connsiteY197" fmla="*/ 119389 h 505330"/>
              <a:gd name="connsiteX198" fmla="*/ 2644387 w 5487431"/>
              <a:gd name="connsiteY198" fmla="*/ 234635 h 505330"/>
              <a:gd name="connsiteX199" fmla="*/ 2645053 w 5487431"/>
              <a:gd name="connsiteY199" fmla="*/ 236047 h 505330"/>
              <a:gd name="connsiteX200" fmla="*/ 2545344 w 5487431"/>
              <a:gd name="connsiteY200" fmla="*/ 374832 h 505330"/>
              <a:gd name="connsiteX201" fmla="*/ 2685584 w 5487431"/>
              <a:gd name="connsiteY201" fmla="*/ 505331 h 505330"/>
              <a:gd name="connsiteX202" fmla="*/ 2843235 w 5487431"/>
              <a:gd name="connsiteY202" fmla="*/ 449403 h 505330"/>
              <a:gd name="connsiteX203" fmla="*/ 2885097 w 5487431"/>
              <a:gd name="connsiteY203" fmla="*/ 494315 h 505330"/>
              <a:gd name="connsiteX204" fmla="*/ 2994606 w 5487431"/>
              <a:gd name="connsiteY204" fmla="*/ 494315 h 505330"/>
              <a:gd name="connsiteX205" fmla="*/ 2994606 w 5487431"/>
              <a:gd name="connsiteY205" fmla="*/ 490831 h 505330"/>
              <a:gd name="connsiteX206" fmla="*/ 2905363 w 5487431"/>
              <a:gd name="connsiteY206" fmla="*/ 393474 h 505330"/>
              <a:gd name="connsiteX207" fmla="*/ 2964637 w 5487431"/>
              <a:gd name="connsiteY207" fmla="*/ 258833 h 505330"/>
              <a:gd name="connsiteX208" fmla="*/ 2873300 w 5487431"/>
              <a:gd name="connsiteY208" fmla="*/ 171174 h 505330"/>
              <a:gd name="connsiteX209" fmla="*/ 2789574 w 5487431"/>
              <a:gd name="connsiteY209" fmla="*/ 187745 h 505330"/>
              <a:gd name="connsiteX210" fmla="*/ 2788147 w 5487431"/>
              <a:gd name="connsiteY210" fmla="*/ 185015 h 505330"/>
              <a:gd name="connsiteX211" fmla="*/ 2863500 w 5487431"/>
              <a:gd name="connsiteY211" fmla="*/ 93873 h 505330"/>
              <a:gd name="connsiteX212" fmla="*/ 2732204 w 5487431"/>
              <a:gd name="connsiteY212" fmla="*/ 0 h 50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5487431" h="505330">
                <a:moveTo>
                  <a:pt x="542692" y="463149"/>
                </a:moveTo>
                <a:cubicBezTo>
                  <a:pt x="488937" y="463149"/>
                  <a:pt x="458967" y="412776"/>
                  <a:pt x="458967" y="321634"/>
                </a:cubicBezTo>
                <a:cubicBezTo>
                  <a:pt x="458967" y="229080"/>
                  <a:pt x="488937" y="180119"/>
                  <a:pt x="542692" y="180119"/>
                </a:cubicBezTo>
                <a:cubicBezTo>
                  <a:pt x="596448" y="180119"/>
                  <a:pt x="626417" y="229833"/>
                  <a:pt x="626417" y="321634"/>
                </a:cubicBezTo>
                <a:cubicBezTo>
                  <a:pt x="626322" y="414189"/>
                  <a:pt x="596352" y="463149"/>
                  <a:pt x="542692" y="463149"/>
                </a:cubicBezTo>
                <a:moveTo>
                  <a:pt x="542692" y="142174"/>
                </a:moveTo>
                <a:cubicBezTo>
                  <a:pt x="433183" y="142174"/>
                  <a:pt x="372482" y="222959"/>
                  <a:pt x="372482" y="321634"/>
                </a:cubicBezTo>
                <a:cubicBezTo>
                  <a:pt x="372482" y="420309"/>
                  <a:pt x="433183" y="501094"/>
                  <a:pt x="542692" y="501094"/>
                </a:cubicBezTo>
                <a:cubicBezTo>
                  <a:pt x="652201" y="501094"/>
                  <a:pt x="712902" y="420309"/>
                  <a:pt x="712902" y="321634"/>
                </a:cubicBezTo>
                <a:cubicBezTo>
                  <a:pt x="712902" y="222959"/>
                  <a:pt x="652201" y="142174"/>
                  <a:pt x="542692" y="142174"/>
                </a:cubicBezTo>
                <a:moveTo>
                  <a:pt x="1303641" y="142174"/>
                </a:moveTo>
                <a:cubicBezTo>
                  <a:pt x="1251979" y="142174"/>
                  <a:pt x="1223436" y="164301"/>
                  <a:pt x="1207357" y="192547"/>
                </a:cubicBezTo>
                <a:lnTo>
                  <a:pt x="1203170" y="192547"/>
                </a:lnTo>
                <a:lnTo>
                  <a:pt x="1203170" y="149048"/>
                </a:lnTo>
                <a:lnTo>
                  <a:pt x="1120872" y="149048"/>
                </a:lnTo>
                <a:lnTo>
                  <a:pt x="1120872" y="494221"/>
                </a:lnTo>
                <a:lnTo>
                  <a:pt x="1203170" y="494221"/>
                </a:lnTo>
                <a:lnTo>
                  <a:pt x="1203170" y="271261"/>
                </a:lnTo>
                <a:cubicBezTo>
                  <a:pt x="1203170" y="220229"/>
                  <a:pt x="1229715" y="190476"/>
                  <a:pt x="1272244" y="190476"/>
                </a:cubicBezTo>
                <a:cubicBezTo>
                  <a:pt x="1313440" y="190476"/>
                  <a:pt x="1331518" y="217404"/>
                  <a:pt x="1331518" y="258173"/>
                </a:cubicBezTo>
                <a:lnTo>
                  <a:pt x="1331518" y="494221"/>
                </a:lnTo>
                <a:lnTo>
                  <a:pt x="1413816" y="494221"/>
                </a:lnTo>
                <a:lnTo>
                  <a:pt x="1413816" y="257420"/>
                </a:lnTo>
                <a:cubicBezTo>
                  <a:pt x="1413911" y="186333"/>
                  <a:pt x="1376234" y="142174"/>
                  <a:pt x="1303641" y="142174"/>
                </a:cubicBezTo>
                <a:moveTo>
                  <a:pt x="1600771" y="142174"/>
                </a:moveTo>
                <a:cubicBezTo>
                  <a:pt x="1524752" y="142174"/>
                  <a:pt x="1467571" y="173905"/>
                  <a:pt x="1467571" y="241602"/>
                </a:cubicBezTo>
                <a:cubicBezTo>
                  <a:pt x="1467571" y="298943"/>
                  <a:pt x="1507341" y="330014"/>
                  <a:pt x="1551962" y="341030"/>
                </a:cubicBezTo>
                <a:lnTo>
                  <a:pt x="1621702" y="358260"/>
                </a:lnTo>
                <a:cubicBezTo>
                  <a:pt x="1658712" y="367205"/>
                  <a:pt x="1675457" y="380387"/>
                  <a:pt x="1675457" y="409387"/>
                </a:cubicBezTo>
                <a:cubicBezTo>
                  <a:pt x="1675457" y="444601"/>
                  <a:pt x="1650340" y="464656"/>
                  <a:pt x="1606384" y="464656"/>
                </a:cubicBezTo>
                <a:cubicBezTo>
                  <a:pt x="1558908" y="464656"/>
                  <a:pt x="1534551" y="441870"/>
                  <a:pt x="1526845" y="384624"/>
                </a:cubicBezTo>
                <a:lnTo>
                  <a:pt x="1452919" y="405338"/>
                </a:lnTo>
                <a:cubicBezTo>
                  <a:pt x="1457106" y="464750"/>
                  <a:pt x="1512954" y="501282"/>
                  <a:pt x="1597345" y="501282"/>
                </a:cubicBezTo>
                <a:cubicBezTo>
                  <a:pt x="1691536" y="501282"/>
                  <a:pt x="1742438" y="457782"/>
                  <a:pt x="1742438" y="388767"/>
                </a:cubicBezTo>
                <a:cubicBezTo>
                  <a:pt x="1742438" y="323894"/>
                  <a:pt x="1697055" y="296965"/>
                  <a:pt x="1649674" y="285196"/>
                </a:cubicBezTo>
                <a:lnTo>
                  <a:pt x="1582693" y="268625"/>
                </a:lnTo>
                <a:cubicBezTo>
                  <a:pt x="1549203" y="260339"/>
                  <a:pt x="1534551" y="245180"/>
                  <a:pt x="1534551" y="223054"/>
                </a:cubicBezTo>
                <a:cubicBezTo>
                  <a:pt x="1534551" y="195466"/>
                  <a:pt x="1558242" y="178895"/>
                  <a:pt x="1593825" y="178895"/>
                </a:cubicBezTo>
                <a:cubicBezTo>
                  <a:pt x="1635688" y="178895"/>
                  <a:pt x="1661471" y="201680"/>
                  <a:pt x="1664992" y="245180"/>
                </a:cubicBezTo>
                <a:lnTo>
                  <a:pt x="1734731" y="224466"/>
                </a:lnTo>
                <a:cubicBezTo>
                  <a:pt x="1726358" y="175976"/>
                  <a:pt x="1678216" y="142174"/>
                  <a:pt x="1600771" y="142174"/>
                </a:cubicBezTo>
                <a:moveTo>
                  <a:pt x="1946803" y="463149"/>
                </a:moveTo>
                <a:cubicBezTo>
                  <a:pt x="1893048" y="463149"/>
                  <a:pt x="1863078" y="412776"/>
                  <a:pt x="1863078" y="321634"/>
                </a:cubicBezTo>
                <a:cubicBezTo>
                  <a:pt x="1863078" y="229080"/>
                  <a:pt x="1893048" y="180119"/>
                  <a:pt x="1946803" y="180119"/>
                </a:cubicBezTo>
                <a:cubicBezTo>
                  <a:pt x="2000559" y="180119"/>
                  <a:pt x="2030529" y="229833"/>
                  <a:pt x="2030529" y="321634"/>
                </a:cubicBezTo>
                <a:cubicBezTo>
                  <a:pt x="2030529" y="414189"/>
                  <a:pt x="2000464" y="463149"/>
                  <a:pt x="1946803" y="463149"/>
                </a:cubicBezTo>
                <a:moveTo>
                  <a:pt x="1946803" y="142174"/>
                </a:moveTo>
                <a:cubicBezTo>
                  <a:pt x="1837294" y="142174"/>
                  <a:pt x="1776594" y="222959"/>
                  <a:pt x="1776594" y="321634"/>
                </a:cubicBezTo>
                <a:cubicBezTo>
                  <a:pt x="1776594" y="420309"/>
                  <a:pt x="1837294" y="501094"/>
                  <a:pt x="1946803" y="501094"/>
                </a:cubicBezTo>
                <a:cubicBezTo>
                  <a:pt x="2056312" y="501094"/>
                  <a:pt x="2117013" y="420309"/>
                  <a:pt x="2117013" y="321634"/>
                </a:cubicBezTo>
                <a:cubicBezTo>
                  <a:pt x="2117013" y="222959"/>
                  <a:pt x="2056312" y="142174"/>
                  <a:pt x="1946803" y="142174"/>
                </a:cubicBezTo>
                <a:moveTo>
                  <a:pt x="2348590" y="142174"/>
                </a:moveTo>
                <a:cubicBezTo>
                  <a:pt x="2296927" y="142174"/>
                  <a:pt x="2268385" y="164301"/>
                  <a:pt x="2252306" y="192547"/>
                </a:cubicBezTo>
                <a:lnTo>
                  <a:pt x="2248119" y="192547"/>
                </a:lnTo>
                <a:lnTo>
                  <a:pt x="2248119" y="149048"/>
                </a:lnTo>
                <a:lnTo>
                  <a:pt x="2165821" y="149048"/>
                </a:lnTo>
                <a:lnTo>
                  <a:pt x="2165821" y="494221"/>
                </a:lnTo>
                <a:lnTo>
                  <a:pt x="2248119" y="494221"/>
                </a:lnTo>
                <a:lnTo>
                  <a:pt x="2248119" y="271261"/>
                </a:lnTo>
                <a:cubicBezTo>
                  <a:pt x="2248119" y="220229"/>
                  <a:pt x="2274664" y="190476"/>
                  <a:pt x="2317193" y="190476"/>
                </a:cubicBezTo>
                <a:cubicBezTo>
                  <a:pt x="2358389" y="190476"/>
                  <a:pt x="2376466" y="217404"/>
                  <a:pt x="2376466" y="258173"/>
                </a:cubicBezTo>
                <a:lnTo>
                  <a:pt x="2376466" y="494221"/>
                </a:lnTo>
                <a:lnTo>
                  <a:pt x="2458764" y="494221"/>
                </a:lnTo>
                <a:lnTo>
                  <a:pt x="2458764" y="257420"/>
                </a:lnTo>
                <a:cubicBezTo>
                  <a:pt x="2458764" y="186333"/>
                  <a:pt x="2421088" y="142174"/>
                  <a:pt x="2348590" y="142174"/>
                </a:cubicBezTo>
                <a:moveTo>
                  <a:pt x="3571359" y="463149"/>
                </a:moveTo>
                <a:cubicBezTo>
                  <a:pt x="3517604" y="463149"/>
                  <a:pt x="3487634" y="412776"/>
                  <a:pt x="3487634" y="321634"/>
                </a:cubicBezTo>
                <a:cubicBezTo>
                  <a:pt x="3487634" y="229080"/>
                  <a:pt x="3517604" y="180119"/>
                  <a:pt x="3571359" y="180119"/>
                </a:cubicBezTo>
                <a:cubicBezTo>
                  <a:pt x="3625115" y="180119"/>
                  <a:pt x="3655085" y="229833"/>
                  <a:pt x="3655085" y="321634"/>
                </a:cubicBezTo>
                <a:cubicBezTo>
                  <a:pt x="3655085" y="414189"/>
                  <a:pt x="3625020" y="463149"/>
                  <a:pt x="3571359" y="463149"/>
                </a:cubicBezTo>
                <a:moveTo>
                  <a:pt x="3571359" y="142174"/>
                </a:moveTo>
                <a:cubicBezTo>
                  <a:pt x="3461850" y="142174"/>
                  <a:pt x="3401150" y="222959"/>
                  <a:pt x="3401150" y="321634"/>
                </a:cubicBezTo>
                <a:cubicBezTo>
                  <a:pt x="3401150" y="420309"/>
                  <a:pt x="3461850" y="501094"/>
                  <a:pt x="3571359" y="501094"/>
                </a:cubicBezTo>
                <a:cubicBezTo>
                  <a:pt x="3680868" y="501094"/>
                  <a:pt x="3741569" y="420309"/>
                  <a:pt x="3741569" y="321634"/>
                </a:cubicBezTo>
                <a:cubicBezTo>
                  <a:pt x="3741569" y="222959"/>
                  <a:pt x="3680868" y="142174"/>
                  <a:pt x="3571359" y="142174"/>
                </a:cubicBezTo>
                <a:moveTo>
                  <a:pt x="4332308" y="142174"/>
                </a:moveTo>
                <a:cubicBezTo>
                  <a:pt x="4280646" y="142174"/>
                  <a:pt x="4252103" y="164301"/>
                  <a:pt x="4236024" y="192547"/>
                </a:cubicBezTo>
                <a:lnTo>
                  <a:pt x="4231838" y="192547"/>
                </a:lnTo>
                <a:lnTo>
                  <a:pt x="4231838" y="149048"/>
                </a:lnTo>
                <a:lnTo>
                  <a:pt x="4149539" y="149048"/>
                </a:lnTo>
                <a:lnTo>
                  <a:pt x="4149539" y="494221"/>
                </a:lnTo>
                <a:lnTo>
                  <a:pt x="4231838" y="494221"/>
                </a:lnTo>
                <a:lnTo>
                  <a:pt x="4231838" y="271261"/>
                </a:lnTo>
                <a:cubicBezTo>
                  <a:pt x="4231838" y="220229"/>
                  <a:pt x="4258383" y="190476"/>
                  <a:pt x="4300911" y="190476"/>
                </a:cubicBezTo>
                <a:cubicBezTo>
                  <a:pt x="4342108" y="190476"/>
                  <a:pt x="4360185" y="217404"/>
                  <a:pt x="4360185" y="258173"/>
                </a:cubicBezTo>
                <a:lnTo>
                  <a:pt x="4360185" y="494221"/>
                </a:lnTo>
                <a:lnTo>
                  <a:pt x="4442483" y="494221"/>
                </a:lnTo>
                <a:lnTo>
                  <a:pt x="4442483" y="257420"/>
                </a:lnTo>
                <a:cubicBezTo>
                  <a:pt x="4442578" y="186333"/>
                  <a:pt x="4404902" y="142174"/>
                  <a:pt x="4332308" y="142174"/>
                </a:cubicBezTo>
                <a:moveTo>
                  <a:pt x="4629533" y="142174"/>
                </a:moveTo>
                <a:cubicBezTo>
                  <a:pt x="4553514" y="142174"/>
                  <a:pt x="4496334" y="173905"/>
                  <a:pt x="4496334" y="241602"/>
                </a:cubicBezTo>
                <a:cubicBezTo>
                  <a:pt x="4496334" y="298943"/>
                  <a:pt x="4536103" y="330014"/>
                  <a:pt x="4580725" y="341030"/>
                </a:cubicBezTo>
                <a:lnTo>
                  <a:pt x="4650464" y="358260"/>
                </a:lnTo>
                <a:cubicBezTo>
                  <a:pt x="4687475" y="367205"/>
                  <a:pt x="4704220" y="380387"/>
                  <a:pt x="4704220" y="409387"/>
                </a:cubicBezTo>
                <a:cubicBezTo>
                  <a:pt x="4704220" y="444601"/>
                  <a:pt x="4679102" y="464656"/>
                  <a:pt x="4635146" y="464656"/>
                </a:cubicBezTo>
                <a:cubicBezTo>
                  <a:pt x="4587670" y="464656"/>
                  <a:pt x="4563314" y="441870"/>
                  <a:pt x="4555607" y="384624"/>
                </a:cubicBezTo>
                <a:lnTo>
                  <a:pt x="4481682" y="405338"/>
                </a:lnTo>
                <a:cubicBezTo>
                  <a:pt x="4485868" y="464750"/>
                  <a:pt x="4541716" y="501282"/>
                  <a:pt x="4626108" y="501282"/>
                </a:cubicBezTo>
                <a:cubicBezTo>
                  <a:pt x="4720299" y="501282"/>
                  <a:pt x="4771200" y="457782"/>
                  <a:pt x="4771200" y="388767"/>
                </a:cubicBezTo>
                <a:cubicBezTo>
                  <a:pt x="4771200" y="323894"/>
                  <a:pt x="4725817" y="296965"/>
                  <a:pt x="4678436" y="285196"/>
                </a:cubicBezTo>
                <a:lnTo>
                  <a:pt x="4611456" y="268625"/>
                </a:lnTo>
                <a:cubicBezTo>
                  <a:pt x="4577966" y="260339"/>
                  <a:pt x="4563314" y="245180"/>
                  <a:pt x="4563314" y="223054"/>
                </a:cubicBezTo>
                <a:cubicBezTo>
                  <a:pt x="4563314" y="195466"/>
                  <a:pt x="4587004" y="178895"/>
                  <a:pt x="4622588" y="178895"/>
                </a:cubicBezTo>
                <a:cubicBezTo>
                  <a:pt x="4664450" y="178895"/>
                  <a:pt x="4690234" y="201680"/>
                  <a:pt x="4693754" y="245180"/>
                </a:cubicBezTo>
                <a:lnTo>
                  <a:pt x="4763493" y="224466"/>
                </a:lnTo>
                <a:cubicBezTo>
                  <a:pt x="4755026" y="175976"/>
                  <a:pt x="4706884" y="142174"/>
                  <a:pt x="4629533" y="142174"/>
                </a:cubicBezTo>
                <a:moveTo>
                  <a:pt x="4975471" y="463149"/>
                </a:moveTo>
                <a:cubicBezTo>
                  <a:pt x="4921715" y="463149"/>
                  <a:pt x="4891745" y="412776"/>
                  <a:pt x="4891745" y="321634"/>
                </a:cubicBezTo>
                <a:cubicBezTo>
                  <a:pt x="4891745" y="229080"/>
                  <a:pt x="4921715" y="180119"/>
                  <a:pt x="4975471" y="180119"/>
                </a:cubicBezTo>
                <a:cubicBezTo>
                  <a:pt x="5029226" y="180119"/>
                  <a:pt x="5059196" y="229833"/>
                  <a:pt x="5059196" y="321634"/>
                </a:cubicBezTo>
                <a:cubicBezTo>
                  <a:pt x="5059196" y="414189"/>
                  <a:pt x="5029131" y="463149"/>
                  <a:pt x="4975471" y="463149"/>
                </a:cubicBezTo>
                <a:moveTo>
                  <a:pt x="4975471" y="142174"/>
                </a:moveTo>
                <a:cubicBezTo>
                  <a:pt x="4865962" y="142174"/>
                  <a:pt x="4805261" y="222959"/>
                  <a:pt x="4805261" y="321634"/>
                </a:cubicBezTo>
                <a:cubicBezTo>
                  <a:pt x="4805261" y="420309"/>
                  <a:pt x="4865962" y="501094"/>
                  <a:pt x="4975471" y="501094"/>
                </a:cubicBezTo>
                <a:cubicBezTo>
                  <a:pt x="5084980" y="501094"/>
                  <a:pt x="5145680" y="420309"/>
                  <a:pt x="5145680" y="321634"/>
                </a:cubicBezTo>
                <a:cubicBezTo>
                  <a:pt x="5145680" y="222959"/>
                  <a:pt x="5084980" y="142174"/>
                  <a:pt x="4975471" y="142174"/>
                </a:cubicBezTo>
                <a:moveTo>
                  <a:pt x="5377257" y="142174"/>
                </a:moveTo>
                <a:cubicBezTo>
                  <a:pt x="5325595" y="142174"/>
                  <a:pt x="5297052" y="164301"/>
                  <a:pt x="5280973" y="192547"/>
                </a:cubicBezTo>
                <a:lnTo>
                  <a:pt x="5276787" y="192547"/>
                </a:lnTo>
                <a:lnTo>
                  <a:pt x="5276787" y="149048"/>
                </a:lnTo>
                <a:lnTo>
                  <a:pt x="5194488" y="149048"/>
                </a:lnTo>
                <a:lnTo>
                  <a:pt x="5194488" y="494221"/>
                </a:lnTo>
                <a:lnTo>
                  <a:pt x="5276787" y="494221"/>
                </a:lnTo>
                <a:lnTo>
                  <a:pt x="5276787" y="271261"/>
                </a:lnTo>
                <a:cubicBezTo>
                  <a:pt x="5276787" y="220229"/>
                  <a:pt x="5303331" y="190476"/>
                  <a:pt x="5345860" y="190476"/>
                </a:cubicBezTo>
                <a:cubicBezTo>
                  <a:pt x="5387057" y="190476"/>
                  <a:pt x="5405134" y="217404"/>
                  <a:pt x="5405134" y="258173"/>
                </a:cubicBezTo>
                <a:lnTo>
                  <a:pt x="5405134" y="494221"/>
                </a:lnTo>
                <a:lnTo>
                  <a:pt x="5487432" y="494221"/>
                </a:lnTo>
                <a:lnTo>
                  <a:pt x="5487432" y="257420"/>
                </a:lnTo>
                <a:cubicBezTo>
                  <a:pt x="5487432" y="186333"/>
                  <a:pt x="5449755" y="142174"/>
                  <a:pt x="5377257" y="142174"/>
                </a:cubicBezTo>
                <a:moveTo>
                  <a:pt x="323674" y="11016"/>
                </a:moveTo>
                <a:lnTo>
                  <a:pt x="237190" y="11016"/>
                </a:lnTo>
                <a:lnTo>
                  <a:pt x="237190" y="367864"/>
                </a:lnTo>
                <a:cubicBezTo>
                  <a:pt x="237190" y="425864"/>
                  <a:pt x="214831" y="460325"/>
                  <a:pt x="161837" y="460325"/>
                </a:cubicBezTo>
                <a:cubicBezTo>
                  <a:pt x="109509" y="460325"/>
                  <a:pt x="86484" y="423698"/>
                  <a:pt x="86484" y="360897"/>
                </a:cubicBezTo>
                <a:lnTo>
                  <a:pt x="86484" y="294612"/>
                </a:lnTo>
                <a:lnTo>
                  <a:pt x="0" y="315985"/>
                </a:lnTo>
                <a:lnTo>
                  <a:pt x="0" y="345644"/>
                </a:lnTo>
                <a:cubicBezTo>
                  <a:pt x="0" y="436033"/>
                  <a:pt x="45383" y="505143"/>
                  <a:pt x="161837" y="505143"/>
                </a:cubicBezTo>
                <a:cubicBezTo>
                  <a:pt x="278291" y="505143"/>
                  <a:pt x="323674" y="436127"/>
                  <a:pt x="323674" y="345644"/>
                </a:cubicBezTo>
                <a:lnTo>
                  <a:pt x="323674" y="11016"/>
                </a:lnTo>
                <a:moveTo>
                  <a:pt x="844008" y="11016"/>
                </a:moveTo>
                <a:lnTo>
                  <a:pt x="761710" y="11016"/>
                </a:lnTo>
                <a:lnTo>
                  <a:pt x="761710" y="494221"/>
                </a:lnTo>
                <a:lnTo>
                  <a:pt x="844008" y="494221"/>
                </a:lnTo>
                <a:lnTo>
                  <a:pt x="844008" y="271261"/>
                </a:lnTo>
                <a:cubicBezTo>
                  <a:pt x="844008" y="220229"/>
                  <a:pt x="870553" y="190476"/>
                  <a:pt x="913081" y="190476"/>
                </a:cubicBezTo>
                <a:cubicBezTo>
                  <a:pt x="954278" y="190476"/>
                  <a:pt x="972355" y="217404"/>
                  <a:pt x="972355" y="258173"/>
                </a:cubicBezTo>
                <a:lnTo>
                  <a:pt x="972355" y="494221"/>
                </a:lnTo>
                <a:lnTo>
                  <a:pt x="1054653" y="494221"/>
                </a:lnTo>
                <a:lnTo>
                  <a:pt x="1054653" y="257420"/>
                </a:lnTo>
                <a:cubicBezTo>
                  <a:pt x="1054653" y="186333"/>
                  <a:pt x="1016977" y="142174"/>
                  <a:pt x="944478" y="142174"/>
                </a:cubicBezTo>
                <a:cubicBezTo>
                  <a:pt x="892816" y="142174"/>
                  <a:pt x="864273" y="164301"/>
                  <a:pt x="848194" y="192547"/>
                </a:cubicBezTo>
                <a:lnTo>
                  <a:pt x="844008" y="192547"/>
                </a:lnTo>
                <a:lnTo>
                  <a:pt x="844008" y="11016"/>
                </a:lnTo>
                <a:moveTo>
                  <a:pt x="3352342" y="11016"/>
                </a:moveTo>
                <a:lnTo>
                  <a:pt x="3265857" y="11016"/>
                </a:lnTo>
                <a:lnTo>
                  <a:pt x="3265857" y="367864"/>
                </a:lnTo>
                <a:cubicBezTo>
                  <a:pt x="3265857" y="425864"/>
                  <a:pt x="3243499" y="460325"/>
                  <a:pt x="3190504" y="460325"/>
                </a:cubicBezTo>
                <a:cubicBezTo>
                  <a:pt x="3138176" y="460325"/>
                  <a:pt x="3115152" y="423698"/>
                  <a:pt x="3115152" y="360897"/>
                </a:cubicBezTo>
                <a:lnTo>
                  <a:pt x="3115152" y="294612"/>
                </a:lnTo>
                <a:lnTo>
                  <a:pt x="3028667" y="315985"/>
                </a:lnTo>
                <a:lnTo>
                  <a:pt x="3028667" y="345644"/>
                </a:lnTo>
                <a:cubicBezTo>
                  <a:pt x="3028667" y="436033"/>
                  <a:pt x="3074050" y="505143"/>
                  <a:pt x="3190504" y="505143"/>
                </a:cubicBezTo>
                <a:cubicBezTo>
                  <a:pt x="3306959" y="505143"/>
                  <a:pt x="3352342" y="436127"/>
                  <a:pt x="3352342" y="345644"/>
                </a:cubicBezTo>
                <a:lnTo>
                  <a:pt x="3352342" y="11016"/>
                </a:lnTo>
                <a:moveTo>
                  <a:pt x="3872675" y="11016"/>
                </a:moveTo>
                <a:lnTo>
                  <a:pt x="3790377" y="11016"/>
                </a:lnTo>
                <a:lnTo>
                  <a:pt x="3790377" y="494221"/>
                </a:lnTo>
                <a:lnTo>
                  <a:pt x="3872675" y="494221"/>
                </a:lnTo>
                <a:lnTo>
                  <a:pt x="3872675" y="271261"/>
                </a:lnTo>
                <a:cubicBezTo>
                  <a:pt x="3872675" y="220229"/>
                  <a:pt x="3899220" y="190476"/>
                  <a:pt x="3941749" y="190476"/>
                </a:cubicBezTo>
                <a:cubicBezTo>
                  <a:pt x="3982945" y="190476"/>
                  <a:pt x="4001022" y="217404"/>
                  <a:pt x="4001022" y="258173"/>
                </a:cubicBezTo>
                <a:lnTo>
                  <a:pt x="4001022" y="494221"/>
                </a:lnTo>
                <a:lnTo>
                  <a:pt x="4083320" y="494221"/>
                </a:lnTo>
                <a:lnTo>
                  <a:pt x="4083320" y="257420"/>
                </a:lnTo>
                <a:cubicBezTo>
                  <a:pt x="4083320" y="186333"/>
                  <a:pt x="4045644" y="142174"/>
                  <a:pt x="3973146" y="142174"/>
                </a:cubicBezTo>
                <a:cubicBezTo>
                  <a:pt x="3921483" y="142174"/>
                  <a:pt x="3892941" y="164301"/>
                  <a:pt x="3876861" y="192547"/>
                </a:cubicBezTo>
                <a:lnTo>
                  <a:pt x="3872675" y="192547"/>
                </a:lnTo>
                <a:lnTo>
                  <a:pt x="3872675" y="11016"/>
                </a:lnTo>
                <a:moveTo>
                  <a:pt x="2730110" y="454864"/>
                </a:moveTo>
                <a:cubicBezTo>
                  <a:pt x="2663130" y="454864"/>
                  <a:pt x="2622029" y="401007"/>
                  <a:pt x="2622029" y="343761"/>
                </a:cubicBezTo>
                <a:cubicBezTo>
                  <a:pt x="2622029" y="307887"/>
                  <a:pt x="2638108" y="274745"/>
                  <a:pt x="2664557" y="256102"/>
                </a:cubicBezTo>
                <a:lnTo>
                  <a:pt x="2822208" y="426617"/>
                </a:lnTo>
                <a:cubicBezTo>
                  <a:pt x="2792904" y="443848"/>
                  <a:pt x="2760080" y="454864"/>
                  <a:pt x="2730110" y="454864"/>
                </a:cubicBezTo>
                <a:moveTo>
                  <a:pt x="2883575" y="369936"/>
                </a:moveTo>
                <a:lnTo>
                  <a:pt x="2746856" y="220794"/>
                </a:lnTo>
                <a:cubicBezTo>
                  <a:pt x="2771307" y="211096"/>
                  <a:pt x="2794998" y="207706"/>
                  <a:pt x="2814502" y="207706"/>
                </a:cubicBezTo>
                <a:cubicBezTo>
                  <a:pt x="2871016" y="207706"/>
                  <a:pt x="2905838" y="240190"/>
                  <a:pt x="2905838" y="296118"/>
                </a:cubicBezTo>
                <a:cubicBezTo>
                  <a:pt x="2905934" y="320975"/>
                  <a:pt x="2898893" y="346491"/>
                  <a:pt x="2883575" y="369936"/>
                </a:cubicBezTo>
                <a:moveTo>
                  <a:pt x="2728017" y="200833"/>
                </a:moveTo>
                <a:lnTo>
                  <a:pt x="2698047" y="167690"/>
                </a:lnTo>
                <a:cubicBezTo>
                  <a:pt x="2671503" y="138691"/>
                  <a:pt x="2663891" y="120707"/>
                  <a:pt x="2663891" y="99334"/>
                </a:cubicBezTo>
                <a:cubicBezTo>
                  <a:pt x="2663891" y="59318"/>
                  <a:pt x="2689675" y="36532"/>
                  <a:pt x="2730110" y="36532"/>
                </a:cubicBezTo>
                <a:cubicBezTo>
                  <a:pt x="2771307" y="36532"/>
                  <a:pt x="2795664" y="59977"/>
                  <a:pt x="2795664" y="102817"/>
                </a:cubicBezTo>
                <a:cubicBezTo>
                  <a:pt x="2795664" y="142174"/>
                  <a:pt x="2776159" y="179460"/>
                  <a:pt x="2728017" y="200833"/>
                </a:cubicBezTo>
                <a:moveTo>
                  <a:pt x="2732204" y="0"/>
                </a:moveTo>
                <a:cubicBezTo>
                  <a:pt x="2635920" y="0"/>
                  <a:pt x="2588539" y="53198"/>
                  <a:pt x="2588539" y="119389"/>
                </a:cubicBezTo>
                <a:cubicBezTo>
                  <a:pt x="2588539" y="155262"/>
                  <a:pt x="2603857" y="191229"/>
                  <a:pt x="2644387" y="234635"/>
                </a:cubicBezTo>
                <a:lnTo>
                  <a:pt x="2645053" y="236047"/>
                </a:lnTo>
                <a:cubicBezTo>
                  <a:pt x="2576741" y="268531"/>
                  <a:pt x="2545344" y="320975"/>
                  <a:pt x="2545344" y="374832"/>
                </a:cubicBezTo>
                <a:cubicBezTo>
                  <a:pt x="2545344" y="445919"/>
                  <a:pt x="2600432" y="505331"/>
                  <a:pt x="2685584" y="505331"/>
                </a:cubicBezTo>
                <a:cubicBezTo>
                  <a:pt x="2734392" y="505331"/>
                  <a:pt x="2791573" y="485276"/>
                  <a:pt x="2843235" y="449403"/>
                </a:cubicBezTo>
                <a:lnTo>
                  <a:pt x="2885097" y="494315"/>
                </a:lnTo>
                <a:lnTo>
                  <a:pt x="2994606" y="494315"/>
                </a:lnTo>
                <a:lnTo>
                  <a:pt x="2994606" y="490831"/>
                </a:lnTo>
                <a:lnTo>
                  <a:pt x="2905363" y="393474"/>
                </a:lnTo>
                <a:cubicBezTo>
                  <a:pt x="2943039" y="349316"/>
                  <a:pt x="2964637" y="301014"/>
                  <a:pt x="2964637" y="258833"/>
                </a:cubicBezTo>
                <a:cubicBezTo>
                  <a:pt x="2964637" y="206388"/>
                  <a:pt x="2929053" y="171174"/>
                  <a:pt x="2873300" y="171174"/>
                </a:cubicBezTo>
                <a:cubicBezTo>
                  <a:pt x="2843996" y="171174"/>
                  <a:pt x="2811172" y="179460"/>
                  <a:pt x="2789574" y="187745"/>
                </a:cubicBezTo>
                <a:lnTo>
                  <a:pt x="2788147" y="185015"/>
                </a:lnTo>
                <a:cubicBezTo>
                  <a:pt x="2841142" y="156674"/>
                  <a:pt x="2863500" y="130499"/>
                  <a:pt x="2863500" y="93873"/>
                </a:cubicBezTo>
                <a:cubicBezTo>
                  <a:pt x="2863310" y="41428"/>
                  <a:pt x="2815929" y="0"/>
                  <a:pt x="2732204" y="0"/>
                </a:cubicBezTo>
              </a:path>
            </a:pathLst>
          </a:custGeom>
          <a:solidFill>
            <a:schemeClr val="bg1"/>
          </a:solidFill>
          <a:ln w="9509" cap="flat">
            <a:noFill/>
            <a:prstDash val="solid"/>
            <a:miter/>
          </a:ln>
        </p:spPr>
        <p:txBody>
          <a:bodyPr rtlCol="0" anchor="ctr"/>
          <a:lstStyle/>
          <a:p>
            <a:endParaRPr lang="en-GB"/>
          </a:p>
        </p:txBody>
      </p:sp>
      <p:sp>
        <p:nvSpPr>
          <p:cNvPr id="3" name="Footer Placeholder 4">
            <a:extLst>
              <a:ext uri="{FF2B5EF4-FFF2-40B4-BE49-F238E27FC236}">
                <a16:creationId xmlns:a16="http://schemas.microsoft.com/office/drawing/2014/main" id="{4F83807D-037C-F9E0-B36F-4A6D1A028CCD}"/>
              </a:ext>
            </a:extLst>
          </p:cNvPr>
          <p:cNvSpPr>
            <a:spLocks noGrp="1"/>
          </p:cNvSpPr>
          <p:nvPr>
            <p:ph type="ftr" sz="quarter" idx="3"/>
          </p:nvPr>
        </p:nvSpPr>
        <p:spPr>
          <a:xfrm>
            <a:off x="288259" y="5904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bg1"/>
                </a:solidFill>
                <a:latin typeface="+mn-lt"/>
              </a:defRPr>
            </a:lvl1pPr>
          </a:lstStyle>
          <a:p>
            <a:endParaRPr lang="en-US"/>
          </a:p>
        </p:txBody>
      </p:sp>
      <p:sp>
        <p:nvSpPr>
          <p:cNvPr id="5" name="TextBox 4">
            <a:extLst>
              <a:ext uri="{FF2B5EF4-FFF2-40B4-BE49-F238E27FC236}">
                <a16:creationId xmlns:a16="http://schemas.microsoft.com/office/drawing/2014/main" id="{7F6A7DEF-4E4D-FD9A-1075-EF317C88D4F3}"/>
              </a:ext>
            </a:extLst>
          </p:cNvPr>
          <p:cNvSpPr txBox="1"/>
          <p:nvPr/>
        </p:nvSpPr>
        <p:spPr>
          <a:xfrm>
            <a:off x="8638050" y="6432550"/>
            <a:ext cx="3260725" cy="183393"/>
          </a:xfrm>
          <a:prstGeom prst="rect">
            <a:avLst/>
          </a:prstGeom>
          <a:noFill/>
        </p:spPr>
        <p:txBody>
          <a:bodyPr wrap="square" lIns="0" tIns="0" rIns="0" bIns="0" rtlCol="0" anchor="b" anchorCtr="0">
            <a:noAutofit/>
          </a:bodyPr>
          <a:lstStyle/>
          <a:p>
            <a:pPr algn="r"/>
            <a:r>
              <a:rPr lang="en-US" sz="1500" kern="1200" dirty="0">
                <a:solidFill>
                  <a:schemeClr val="bg1"/>
                </a:solidFill>
                <a:latin typeface="+mn-lt"/>
                <a:ea typeface="+mn-ea"/>
                <a:cs typeface="+mn-cs"/>
              </a:rPr>
              <a:t>Core program name</a:t>
            </a:r>
          </a:p>
        </p:txBody>
      </p:sp>
    </p:spTree>
    <p:extLst>
      <p:ext uri="{BB962C8B-B14F-4D97-AF65-F5344CB8AC3E}">
        <p14:creationId xmlns:p14="http://schemas.microsoft.com/office/powerpoint/2010/main" val="316877554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End Slide [Accessible Version]">
    <p:bg>
      <p:bgPr>
        <a:solidFill>
          <a:schemeClr val="bg1"/>
        </a:solidFill>
        <a:effectLst/>
      </p:bgPr>
    </p:bg>
    <p:spTree>
      <p:nvGrpSpPr>
        <p:cNvPr id="1" name=""/>
        <p:cNvGrpSpPr/>
        <p:nvPr/>
      </p:nvGrpSpPr>
      <p:grpSpPr>
        <a:xfrm>
          <a:off x="0" y="0"/>
          <a:ext cx="0" cy="0"/>
          <a:chOff x="0" y="0"/>
          <a:chExt cx="0" cy="0"/>
        </a:xfrm>
      </p:grpSpPr>
      <p:sp>
        <p:nvSpPr>
          <p:cNvPr id="10" name="Text Placeholder 31">
            <a:extLst>
              <a:ext uri="{FF2B5EF4-FFF2-40B4-BE49-F238E27FC236}">
                <a16:creationId xmlns:a16="http://schemas.microsoft.com/office/drawing/2014/main" id="{938BB031-45ED-95FB-C1C5-66605571CD90}"/>
              </a:ext>
            </a:extLst>
          </p:cNvPr>
          <p:cNvSpPr>
            <a:spLocks noGrp="1"/>
          </p:cNvSpPr>
          <p:nvPr>
            <p:ph type="body" sz="quarter" idx="10" hasCustomPrompt="1"/>
          </p:nvPr>
        </p:nvSpPr>
        <p:spPr>
          <a:xfrm>
            <a:off x="287338" y="5035735"/>
            <a:ext cx="2795587" cy="717180"/>
          </a:xfrm>
        </p:spPr>
        <p:txBody>
          <a:bodyPr anchor="b"/>
          <a:lstStyle>
            <a:lvl1pPr>
              <a:lnSpc>
                <a:spcPct val="100000"/>
              </a:lnSpc>
              <a:spcBef>
                <a:spcPts val="0"/>
              </a:spcBef>
              <a:spcAft>
                <a:spcPts val="0"/>
              </a:spcAft>
              <a:defRPr sz="1000">
                <a:solidFill>
                  <a:schemeClr val="tx1"/>
                </a:solidFill>
              </a:defRPr>
            </a:lvl1pPr>
          </a:lstStyle>
          <a:p>
            <a:r>
              <a:rPr lang="en-GB"/>
              <a:t>Supporting details – delete if not required</a:t>
            </a:r>
          </a:p>
        </p:txBody>
      </p:sp>
      <p:sp>
        <p:nvSpPr>
          <p:cNvPr id="2" name="Title 1">
            <a:extLst>
              <a:ext uri="{FF2B5EF4-FFF2-40B4-BE49-F238E27FC236}">
                <a16:creationId xmlns:a16="http://schemas.microsoft.com/office/drawing/2014/main" id="{241F71E3-AC39-2207-0CC4-1E2486610795}"/>
              </a:ext>
            </a:extLst>
          </p:cNvPr>
          <p:cNvSpPr>
            <a:spLocks noGrp="1"/>
          </p:cNvSpPr>
          <p:nvPr>
            <p:ph type="ctrTitle"/>
          </p:nvPr>
        </p:nvSpPr>
        <p:spPr>
          <a:xfrm>
            <a:off x="291593" y="280800"/>
            <a:ext cx="5734050" cy="2620397"/>
          </a:xfrm>
        </p:spPr>
        <p:txBody>
          <a:bodyPr wrap="square" anchor="t">
            <a:spAutoFit/>
          </a:bodyPr>
          <a:lstStyle>
            <a:lvl1pPr algn="l">
              <a:lnSpc>
                <a:spcPct val="80000"/>
              </a:lnSpc>
              <a:defRPr lang="en-GB" sz="7000" b="0" i="0" kern="1200" spc="0" baseline="0" smtClean="0">
                <a:solidFill>
                  <a:schemeClr val="accent1"/>
                </a:solidFill>
                <a:latin typeface="+mj-lt"/>
                <a:ea typeface="+mj-ea"/>
                <a:cs typeface="+mj-cs"/>
              </a:defRPr>
            </a:lvl1pPr>
          </a:lstStyle>
          <a:p>
            <a:r>
              <a:rPr lang="en-US"/>
              <a:t>Click to edit Master title style</a:t>
            </a:r>
            <a:endParaRPr lang="en-GB" dirty="0"/>
          </a:p>
        </p:txBody>
      </p:sp>
      <p:sp>
        <p:nvSpPr>
          <p:cNvPr id="4" name="Graphic 2">
            <a:extLst>
              <a:ext uri="{FF2B5EF4-FFF2-40B4-BE49-F238E27FC236}">
                <a16:creationId xmlns:a16="http://schemas.microsoft.com/office/drawing/2014/main" id="{EA53A9D8-7E77-B7F4-501A-731F65EFB066}"/>
              </a:ext>
            </a:extLst>
          </p:cNvPr>
          <p:cNvSpPr>
            <a:spLocks noChangeAspect="1"/>
          </p:cNvSpPr>
          <p:nvPr/>
        </p:nvSpPr>
        <p:spPr>
          <a:xfrm>
            <a:off x="290513" y="6377853"/>
            <a:ext cx="2034000" cy="187309"/>
          </a:xfrm>
          <a:custGeom>
            <a:avLst/>
            <a:gdLst>
              <a:gd name="connsiteX0" fmla="*/ 542692 w 5487431"/>
              <a:gd name="connsiteY0" fmla="*/ 463149 h 505330"/>
              <a:gd name="connsiteX1" fmla="*/ 458967 w 5487431"/>
              <a:gd name="connsiteY1" fmla="*/ 321634 h 505330"/>
              <a:gd name="connsiteX2" fmla="*/ 542692 w 5487431"/>
              <a:gd name="connsiteY2" fmla="*/ 180119 h 505330"/>
              <a:gd name="connsiteX3" fmla="*/ 626417 w 5487431"/>
              <a:gd name="connsiteY3" fmla="*/ 321634 h 505330"/>
              <a:gd name="connsiteX4" fmla="*/ 542692 w 5487431"/>
              <a:gd name="connsiteY4" fmla="*/ 463149 h 505330"/>
              <a:gd name="connsiteX5" fmla="*/ 542692 w 5487431"/>
              <a:gd name="connsiteY5" fmla="*/ 142174 h 505330"/>
              <a:gd name="connsiteX6" fmla="*/ 372482 w 5487431"/>
              <a:gd name="connsiteY6" fmla="*/ 321634 h 505330"/>
              <a:gd name="connsiteX7" fmla="*/ 542692 w 5487431"/>
              <a:gd name="connsiteY7" fmla="*/ 501094 h 505330"/>
              <a:gd name="connsiteX8" fmla="*/ 712902 w 5487431"/>
              <a:gd name="connsiteY8" fmla="*/ 321634 h 505330"/>
              <a:gd name="connsiteX9" fmla="*/ 542692 w 5487431"/>
              <a:gd name="connsiteY9" fmla="*/ 142174 h 505330"/>
              <a:gd name="connsiteX10" fmla="*/ 1303641 w 5487431"/>
              <a:gd name="connsiteY10" fmla="*/ 142174 h 505330"/>
              <a:gd name="connsiteX11" fmla="*/ 1207357 w 5487431"/>
              <a:gd name="connsiteY11" fmla="*/ 192547 h 505330"/>
              <a:gd name="connsiteX12" fmla="*/ 1203170 w 5487431"/>
              <a:gd name="connsiteY12" fmla="*/ 192547 h 505330"/>
              <a:gd name="connsiteX13" fmla="*/ 1203170 w 5487431"/>
              <a:gd name="connsiteY13" fmla="*/ 149048 h 505330"/>
              <a:gd name="connsiteX14" fmla="*/ 1120872 w 5487431"/>
              <a:gd name="connsiteY14" fmla="*/ 149048 h 505330"/>
              <a:gd name="connsiteX15" fmla="*/ 1120872 w 5487431"/>
              <a:gd name="connsiteY15" fmla="*/ 494221 h 505330"/>
              <a:gd name="connsiteX16" fmla="*/ 1203170 w 5487431"/>
              <a:gd name="connsiteY16" fmla="*/ 494221 h 505330"/>
              <a:gd name="connsiteX17" fmla="*/ 1203170 w 5487431"/>
              <a:gd name="connsiteY17" fmla="*/ 271261 h 505330"/>
              <a:gd name="connsiteX18" fmla="*/ 1272244 w 5487431"/>
              <a:gd name="connsiteY18" fmla="*/ 190476 h 505330"/>
              <a:gd name="connsiteX19" fmla="*/ 1331518 w 5487431"/>
              <a:gd name="connsiteY19" fmla="*/ 258173 h 505330"/>
              <a:gd name="connsiteX20" fmla="*/ 1331518 w 5487431"/>
              <a:gd name="connsiteY20" fmla="*/ 494221 h 505330"/>
              <a:gd name="connsiteX21" fmla="*/ 1413816 w 5487431"/>
              <a:gd name="connsiteY21" fmla="*/ 494221 h 505330"/>
              <a:gd name="connsiteX22" fmla="*/ 1413816 w 5487431"/>
              <a:gd name="connsiteY22" fmla="*/ 257420 h 505330"/>
              <a:gd name="connsiteX23" fmla="*/ 1303641 w 5487431"/>
              <a:gd name="connsiteY23" fmla="*/ 142174 h 505330"/>
              <a:gd name="connsiteX24" fmla="*/ 1600771 w 5487431"/>
              <a:gd name="connsiteY24" fmla="*/ 142174 h 505330"/>
              <a:gd name="connsiteX25" fmla="*/ 1467571 w 5487431"/>
              <a:gd name="connsiteY25" fmla="*/ 241602 h 505330"/>
              <a:gd name="connsiteX26" fmla="*/ 1551962 w 5487431"/>
              <a:gd name="connsiteY26" fmla="*/ 341030 h 505330"/>
              <a:gd name="connsiteX27" fmla="*/ 1621702 w 5487431"/>
              <a:gd name="connsiteY27" fmla="*/ 358260 h 505330"/>
              <a:gd name="connsiteX28" fmla="*/ 1675457 w 5487431"/>
              <a:gd name="connsiteY28" fmla="*/ 409387 h 505330"/>
              <a:gd name="connsiteX29" fmla="*/ 1606384 w 5487431"/>
              <a:gd name="connsiteY29" fmla="*/ 464656 h 505330"/>
              <a:gd name="connsiteX30" fmla="*/ 1526845 w 5487431"/>
              <a:gd name="connsiteY30" fmla="*/ 384624 h 505330"/>
              <a:gd name="connsiteX31" fmla="*/ 1452919 w 5487431"/>
              <a:gd name="connsiteY31" fmla="*/ 405338 h 505330"/>
              <a:gd name="connsiteX32" fmla="*/ 1597345 w 5487431"/>
              <a:gd name="connsiteY32" fmla="*/ 501282 h 505330"/>
              <a:gd name="connsiteX33" fmla="*/ 1742438 w 5487431"/>
              <a:gd name="connsiteY33" fmla="*/ 388767 h 505330"/>
              <a:gd name="connsiteX34" fmla="*/ 1649674 w 5487431"/>
              <a:gd name="connsiteY34" fmla="*/ 285196 h 505330"/>
              <a:gd name="connsiteX35" fmla="*/ 1582693 w 5487431"/>
              <a:gd name="connsiteY35" fmla="*/ 268625 h 505330"/>
              <a:gd name="connsiteX36" fmla="*/ 1534551 w 5487431"/>
              <a:gd name="connsiteY36" fmla="*/ 223054 h 505330"/>
              <a:gd name="connsiteX37" fmla="*/ 1593825 w 5487431"/>
              <a:gd name="connsiteY37" fmla="*/ 178895 h 505330"/>
              <a:gd name="connsiteX38" fmla="*/ 1664992 w 5487431"/>
              <a:gd name="connsiteY38" fmla="*/ 245180 h 505330"/>
              <a:gd name="connsiteX39" fmla="*/ 1734731 w 5487431"/>
              <a:gd name="connsiteY39" fmla="*/ 224466 h 505330"/>
              <a:gd name="connsiteX40" fmla="*/ 1600771 w 5487431"/>
              <a:gd name="connsiteY40" fmla="*/ 142174 h 505330"/>
              <a:gd name="connsiteX41" fmla="*/ 1946803 w 5487431"/>
              <a:gd name="connsiteY41" fmla="*/ 463149 h 505330"/>
              <a:gd name="connsiteX42" fmla="*/ 1863078 w 5487431"/>
              <a:gd name="connsiteY42" fmla="*/ 321634 h 505330"/>
              <a:gd name="connsiteX43" fmla="*/ 1946803 w 5487431"/>
              <a:gd name="connsiteY43" fmla="*/ 180119 h 505330"/>
              <a:gd name="connsiteX44" fmla="*/ 2030529 w 5487431"/>
              <a:gd name="connsiteY44" fmla="*/ 321634 h 505330"/>
              <a:gd name="connsiteX45" fmla="*/ 1946803 w 5487431"/>
              <a:gd name="connsiteY45" fmla="*/ 463149 h 505330"/>
              <a:gd name="connsiteX46" fmla="*/ 1946803 w 5487431"/>
              <a:gd name="connsiteY46" fmla="*/ 142174 h 505330"/>
              <a:gd name="connsiteX47" fmla="*/ 1776594 w 5487431"/>
              <a:gd name="connsiteY47" fmla="*/ 321634 h 505330"/>
              <a:gd name="connsiteX48" fmla="*/ 1946803 w 5487431"/>
              <a:gd name="connsiteY48" fmla="*/ 501094 h 505330"/>
              <a:gd name="connsiteX49" fmla="*/ 2117013 w 5487431"/>
              <a:gd name="connsiteY49" fmla="*/ 321634 h 505330"/>
              <a:gd name="connsiteX50" fmla="*/ 1946803 w 5487431"/>
              <a:gd name="connsiteY50" fmla="*/ 142174 h 505330"/>
              <a:gd name="connsiteX51" fmla="*/ 2348590 w 5487431"/>
              <a:gd name="connsiteY51" fmla="*/ 142174 h 505330"/>
              <a:gd name="connsiteX52" fmla="*/ 2252306 w 5487431"/>
              <a:gd name="connsiteY52" fmla="*/ 192547 h 505330"/>
              <a:gd name="connsiteX53" fmla="*/ 2248119 w 5487431"/>
              <a:gd name="connsiteY53" fmla="*/ 192547 h 505330"/>
              <a:gd name="connsiteX54" fmla="*/ 2248119 w 5487431"/>
              <a:gd name="connsiteY54" fmla="*/ 149048 h 505330"/>
              <a:gd name="connsiteX55" fmla="*/ 2165821 w 5487431"/>
              <a:gd name="connsiteY55" fmla="*/ 149048 h 505330"/>
              <a:gd name="connsiteX56" fmla="*/ 2165821 w 5487431"/>
              <a:gd name="connsiteY56" fmla="*/ 494221 h 505330"/>
              <a:gd name="connsiteX57" fmla="*/ 2248119 w 5487431"/>
              <a:gd name="connsiteY57" fmla="*/ 494221 h 505330"/>
              <a:gd name="connsiteX58" fmla="*/ 2248119 w 5487431"/>
              <a:gd name="connsiteY58" fmla="*/ 271261 h 505330"/>
              <a:gd name="connsiteX59" fmla="*/ 2317193 w 5487431"/>
              <a:gd name="connsiteY59" fmla="*/ 190476 h 505330"/>
              <a:gd name="connsiteX60" fmla="*/ 2376466 w 5487431"/>
              <a:gd name="connsiteY60" fmla="*/ 258173 h 505330"/>
              <a:gd name="connsiteX61" fmla="*/ 2376466 w 5487431"/>
              <a:gd name="connsiteY61" fmla="*/ 494221 h 505330"/>
              <a:gd name="connsiteX62" fmla="*/ 2458764 w 5487431"/>
              <a:gd name="connsiteY62" fmla="*/ 494221 h 505330"/>
              <a:gd name="connsiteX63" fmla="*/ 2458764 w 5487431"/>
              <a:gd name="connsiteY63" fmla="*/ 257420 h 505330"/>
              <a:gd name="connsiteX64" fmla="*/ 2348590 w 5487431"/>
              <a:gd name="connsiteY64" fmla="*/ 142174 h 505330"/>
              <a:gd name="connsiteX65" fmla="*/ 3571359 w 5487431"/>
              <a:gd name="connsiteY65" fmla="*/ 463149 h 505330"/>
              <a:gd name="connsiteX66" fmla="*/ 3487634 w 5487431"/>
              <a:gd name="connsiteY66" fmla="*/ 321634 h 505330"/>
              <a:gd name="connsiteX67" fmla="*/ 3571359 w 5487431"/>
              <a:gd name="connsiteY67" fmla="*/ 180119 h 505330"/>
              <a:gd name="connsiteX68" fmla="*/ 3655085 w 5487431"/>
              <a:gd name="connsiteY68" fmla="*/ 321634 h 505330"/>
              <a:gd name="connsiteX69" fmla="*/ 3571359 w 5487431"/>
              <a:gd name="connsiteY69" fmla="*/ 463149 h 505330"/>
              <a:gd name="connsiteX70" fmla="*/ 3571359 w 5487431"/>
              <a:gd name="connsiteY70" fmla="*/ 142174 h 505330"/>
              <a:gd name="connsiteX71" fmla="*/ 3401150 w 5487431"/>
              <a:gd name="connsiteY71" fmla="*/ 321634 h 505330"/>
              <a:gd name="connsiteX72" fmla="*/ 3571359 w 5487431"/>
              <a:gd name="connsiteY72" fmla="*/ 501094 h 505330"/>
              <a:gd name="connsiteX73" fmla="*/ 3741569 w 5487431"/>
              <a:gd name="connsiteY73" fmla="*/ 321634 h 505330"/>
              <a:gd name="connsiteX74" fmla="*/ 3571359 w 5487431"/>
              <a:gd name="connsiteY74" fmla="*/ 142174 h 505330"/>
              <a:gd name="connsiteX75" fmla="*/ 4332308 w 5487431"/>
              <a:gd name="connsiteY75" fmla="*/ 142174 h 505330"/>
              <a:gd name="connsiteX76" fmla="*/ 4236024 w 5487431"/>
              <a:gd name="connsiteY76" fmla="*/ 192547 h 505330"/>
              <a:gd name="connsiteX77" fmla="*/ 4231838 w 5487431"/>
              <a:gd name="connsiteY77" fmla="*/ 192547 h 505330"/>
              <a:gd name="connsiteX78" fmla="*/ 4231838 w 5487431"/>
              <a:gd name="connsiteY78" fmla="*/ 149048 h 505330"/>
              <a:gd name="connsiteX79" fmla="*/ 4149539 w 5487431"/>
              <a:gd name="connsiteY79" fmla="*/ 149048 h 505330"/>
              <a:gd name="connsiteX80" fmla="*/ 4149539 w 5487431"/>
              <a:gd name="connsiteY80" fmla="*/ 494221 h 505330"/>
              <a:gd name="connsiteX81" fmla="*/ 4231838 w 5487431"/>
              <a:gd name="connsiteY81" fmla="*/ 494221 h 505330"/>
              <a:gd name="connsiteX82" fmla="*/ 4231838 w 5487431"/>
              <a:gd name="connsiteY82" fmla="*/ 271261 h 505330"/>
              <a:gd name="connsiteX83" fmla="*/ 4300911 w 5487431"/>
              <a:gd name="connsiteY83" fmla="*/ 190476 h 505330"/>
              <a:gd name="connsiteX84" fmla="*/ 4360185 w 5487431"/>
              <a:gd name="connsiteY84" fmla="*/ 258173 h 505330"/>
              <a:gd name="connsiteX85" fmla="*/ 4360185 w 5487431"/>
              <a:gd name="connsiteY85" fmla="*/ 494221 h 505330"/>
              <a:gd name="connsiteX86" fmla="*/ 4442483 w 5487431"/>
              <a:gd name="connsiteY86" fmla="*/ 494221 h 505330"/>
              <a:gd name="connsiteX87" fmla="*/ 4442483 w 5487431"/>
              <a:gd name="connsiteY87" fmla="*/ 257420 h 505330"/>
              <a:gd name="connsiteX88" fmla="*/ 4332308 w 5487431"/>
              <a:gd name="connsiteY88" fmla="*/ 142174 h 505330"/>
              <a:gd name="connsiteX89" fmla="*/ 4629533 w 5487431"/>
              <a:gd name="connsiteY89" fmla="*/ 142174 h 505330"/>
              <a:gd name="connsiteX90" fmla="*/ 4496334 w 5487431"/>
              <a:gd name="connsiteY90" fmla="*/ 241602 h 505330"/>
              <a:gd name="connsiteX91" fmla="*/ 4580725 w 5487431"/>
              <a:gd name="connsiteY91" fmla="*/ 341030 h 505330"/>
              <a:gd name="connsiteX92" fmla="*/ 4650464 w 5487431"/>
              <a:gd name="connsiteY92" fmla="*/ 358260 h 505330"/>
              <a:gd name="connsiteX93" fmla="*/ 4704220 w 5487431"/>
              <a:gd name="connsiteY93" fmla="*/ 409387 h 505330"/>
              <a:gd name="connsiteX94" fmla="*/ 4635146 w 5487431"/>
              <a:gd name="connsiteY94" fmla="*/ 464656 h 505330"/>
              <a:gd name="connsiteX95" fmla="*/ 4555607 w 5487431"/>
              <a:gd name="connsiteY95" fmla="*/ 384624 h 505330"/>
              <a:gd name="connsiteX96" fmla="*/ 4481682 w 5487431"/>
              <a:gd name="connsiteY96" fmla="*/ 405338 h 505330"/>
              <a:gd name="connsiteX97" fmla="*/ 4626108 w 5487431"/>
              <a:gd name="connsiteY97" fmla="*/ 501282 h 505330"/>
              <a:gd name="connsiteX98" fmla="*/ 4771200 w 5487431"/>
              <a:gd name="connsiteY98" fmla="*/ 388767 h 505330"/>
              <a:gd name="connsiteX99" fmla="*/ 4678436 w 5487431"/>
              <a:gd name="connsiteY99" fmla="*/ 285196 h 505330"/>
              <a:gd name="connsiteX100" fmla="*/ 4611456 w 5487431"/>
              <a:gd name="connsiteY100" fmla="*/ 268625 h 505330"/>
              <a:gd name="connsiteX101" fmla="*/ 4563314 w 5487431"/>
              <a:gd name="connsiteY101" fmla="*/ 223054 h 505330"/>
              <a:gd name="connsiteX102" fmla="*/ 4622588 w 5487431"/>
              <a:gd name="connsiteY102" fmla="*/ 178895 h 505330"/>
              <a:gd name="connsiteX103" fmla="*/ 4693754 w 5487431"/>
              <a:gd name="connsiteY103" fmla="*/ 245180 h 505330"/>
              <a:gd name="connsiteX104" fmla="*/ 4763493 w 5487431"/>
              <a:gd name="connsiteY104" fmla="*/ 224466 h 505330"/>
              <a:gd name="connsiteX105" fmla="*/ 4629533 w 5487431"/>
              <a:gd name="connsiteY105" fmla="*/ 142174 h 505330"/>
              <a:gd name="connsiteX106" fmla="*/ 4975471 w 5487431"/>
              <a:gd name="connsiteY106" fmla="*/ 463149 h 505330"/>
              <a:gd name="connsiteX107" fmla="*/ 4891745 w 5487431"/>
              <a:gd name="connsiteY107" fmla="*/ 321634 h 505330"/>
              <a:gd name="connsiteX108" fmla="*/ 4975471 w 5487431"/>
              <a:gd name="connsiteY108" fmla="*/ 180119 h 505330"/>
              <a:gd name="connsiteX109" fmla="*/ 5059196 w 5487431"/>
              <a:gd name="connsiteY109" fmla="*/ 321634 h 505330"/>
              <a:gd name="connsiteX110" fmla="*/ 4975471 w 5487431"/>
              <a:gd name="connsiteY110" fmla="*/ 463149 h 505330"/>
              <a:gd name="connsiteX111" fmla="*/ 4975471 w 5487431"/>
              <a:gd name="connsiteY111" fmla="*/ 142174 h 505330"/>
              <a:gd name="connsiteX112" fmla="*/ 4805261 w 5487431"/>
              <a:gd name="connsiteY112" fmla="*/ 321634 h 505330"/>
              <a:gd name="connsiteX113" fmla="*/ 4975471 w 5487431"/>
              <a:gd name="connsiteY113" fmla="*/ 501094 h 505330"/>
              <a:gd name="connsiteX114" fmla="*/ 5145680 w 5487431"/>
              <a:gd name="connsiteY114" fmla="*/ 321634 h 505330"/>
              <a:gd name="connsiteX115" fmla="*/ 4975471 w 5487431"/>
              <a:gd name="connsiteY115" fmla="*/ 142174 h 505330"/>
              <a:gd name="connsiteX116" fmla="*/ 5377257 w 5487431"/>
              <a:gd name="connsiteY116" fmla="*/ 142174 h 505330"/>
              <a:gd name="connsiteX117" fmla="*/ 5280973 w 5487431"/>
              <a:gd name="connsiteY117" fmla="*/ 192547 h 505330"/>
              <a:gd name="connsiteX118" fmla="*/ 5276787 w 5487431"/>
              <a:gd name="connsiteY118" fmla="*/ 192547 h 505330"/>
              <a:gd name="connsiteX119" fmla="*/ 5276787 w 5487431"/>
              <a:gd name="connsiteY119" fmla="*/ 149048 h 505330"/>
              <a:gd name="connsiteX120" fmla="*/ 5194488 w 5487431"/>
              <a:gd name="connsiteY120" fmla="*/ 149048 h 505330"/>
              <a:gd name="connsiteX121" fmla="*/ 5194488 w 5487431"/>
              <a:gd name="connsiteY121" fmla="*/ 494221 h 505330"/>
              <a:gd name="connsiteX122" fmla="*/ 5276787 w 5487431"/>
              <a:gd name="connsiteY122" fmla="*/ 494221 h 505330"/>
              <a:gd name="connsiteX123" fmla="*/ 5276787 w 5487431"/>
              <a:gd name="connsiteY123" fmla="*/ 271261 h 505330"/>
              <a:gd name="connsiteX124" fmla="*/ 5345860 w 5487431"/>
              <a:gd name="connsiteY124" fmla="*/ 190476 h 505330"/>
              <a:gd name="connsiteX125" fmla="*/ 5405134 w 5487431"/>
              <a:gd name="connsiteY125" fmla="*/ 258173 h 505330"/>
              <a:gd name="connsiteX126" fmla="*/ 5405134 w 5487431"/>
              <a:gd name="connsiteY126" fmla="*/ 494221 h 505330"/>
              <a:gd name="connsiteX127" fmla="*/ 5487432 w 5487431"/>
              <a:gd name="connsiteY127" fmla="*/ 494221 h 505330"/>
              <a:gd name="connsiteX128" fmla="*/ 5487432 w 5487431"/>
              <a:gd name="connsiteY128" fmla="*/ 257420 h 505330"/>
              <a:gd name="connsiteX129" fmla="*/ 5377257 w 5487431"/>
              <a:gd name="connsiteY129" fmla="*/ 142174 h 505330"/>
              <a:gd name="connsiteX130" fmla="*/ 323674 w 5487431"/>
              <a:gd name="connsiteY130" fmla="*/ 11016 h 505330"/>
              <a:gd name="connsiteX131" fmla="*/ 237190 w 5487431"/>
              <a:gd name="connsiteY131" fmla="*/ 11016 h 505330"/>
              <a:gd name="connsiteX132" fmla="*/ 237190 w 5487431"/>
              <a:gd name="connsiteY132" fmla="*/ 367864 h 505330"/>
              <a:gd name="connsiteX133" fmla="*/ 161837 w 5487431"/>
              <a:gd name="connsiteY133" fmla="*/ 460325 h 505330"/>
              <a:gd name="connsiteX134" fmla="*/ 86484 w 5487431"/>
              <a:gd name="connsiteY134" fmla="*/ 360897 h 505330"/>
              <a:gd name="connsiteX135" fmla="*/ 86484 w 5487431"/>
              <a:gd name="connsiteY135" fmla="*/ 294612 h 505330"/>
              <a:gd name="connsiteX136" fmla="*/ 0 w 5487431"/>
              <a:gd name="connsiteY136" fmla="*/ 315985 h 505330"/>
              <a:gd name="connsiteX137" fmla="*/ 0 w 5487431"/>
              <a:gd name="connsiteY137" fmla="*/ 345644 h 505330"/>
              <a:gd name="connsiteX138" fmla="*/ 161837 w 5487431"/>
              <a:gd name="connsiteY138" fmla="*/ 505143 h 505330"/>
              <a:gd name="connsiteX139" fmla="*/ 323674 w 5487431"/>
              <a:gd name="connsiteY139" fmla="*/ 345644 h 505330"/>
              <a:gd name="connsiteX140" fmla="*/ 323674 w 5487431"/>
              <a:gd name="connsiteY140" fmla="*/ 11016 h 505330"/>
              <a:gd name="connsiteX141" fmla="*/ 844008 w 5487431"/>
              <a:gd name="connsiteY141" fmla="*/ 11016 h 505330"/>
              <a:gd name="connsiteX142" fmla="*/ 761710 w 5487431"/>
              <a:gd name="connsiteY142" fmla="*/ 11016 h 505330"/>
              <a:gd name="connsiteX143" fmla="*/ 761710 w 5487431"/>
              <a:gd name="connsiteY143" fmla="*/ 494221 h 505330"/>
              <a:gd name="connsiteX144" fmla="*/ 844008 w 5487431"/>
              <a:gd name="connsiteY144" fmla="*/ 494221 h 505330"/>
              <a:gd name="connsiteX145" fmla="*/ 844008 w 5487431"/>
              <a:gd name="connsiteY145" fmla="*/ 271261 h 505330"/>
              <a:gd name="connsiteX146" fmla="*/ 913081 w 5487431"/>
              <a:gd name="connsiteY146" fmla="*/ 190476 h 505330"/>
              <a:gd name="connsiteX147" fmla="*/ 972355 w 5487431"/>
              <a:gd name="connsiteY147" fmla="*/ 258173 h 505330"/>
              <a:gd name="connsiteX148" fmla="*/ 972355 w 5487431"/>
              <a:gd name="connsiteY148" fmla="*/ 494221 h 505330"/>
              <a:gd name="connsiteX149" fmla="*/ 1054653 w 5487431"/>
              <a:gd name="connsiteY149" fmla="*/ 494221 h 505330"/>
              <a:gd name="connsiteX150" fmla="*/ 1054653 w 5487431"/>
              <a:gd name="connsiteY150" fmla="*/ 257420 h 505330"/>
              <a:gd name="connsiteX151" fmla="*/ 944478 w 5487431"/>
              <a:gd name="connsiteY151" fmla="*/ 142174 h 505330"/>
              <a:gd name="connsiteX152" fmla="*/ 848194 w 5487431"/>
              <a:gd name="connsiteY152" fmla="*/ 192547 h 505330"/>
              <a:gd name="connsiteX153" fmla="*/ 844008 w 5487431"/>
              <a:gd name="connsiteY153" fmla="*/ 192547 h 505330"/>
              <a:gd name="connsiteX154" fmla="*/ 844008 w 5487431"/>
              <a:gd name="connsiteY154" fmla="*/ 11016 h 505330"/>
              <a:gd name="connsiteX155" fmla="*/ 3352342 w 5487431"/>
              <a:gd name="connsiteY155" fmla="*/ 11016 h 505330"/>
              <a:gd name="connsiteX156" fmla="*/ 3265857 w 5487431"/>
              <a:gd name="connsiteY156" fmla="*/ 11016 h 505330"/>
              <a:gd name="connsiteX157" fmla="*/ 3265857 w 5487431"/>
              <a:gd name="connsiteY157" fmla="*/ 367864 h 505330"/>
              <a:gd name="connsiteX158" fmla="*/ 3190504 w 5487431"/>
              <a:gd name="connsiteY158" fmla="*/ 460325 h 505330"/>
              <a:gd name="connsiteX159" fmla="*/ 3115152 w 5487431"/>
              <a:gd name="connsiteY159" fmla="*/ 360897 h 505330"/>
              <a:gd name="connsiteX160" fmla="*/ 3115152 w 5487431"/>
              <a:gd name="connsiteY160" fmla="*/ 294612 h 505330"/>
              <a:gd name="connsiteX161" fmla="*/ 3028667 w 5487431"/>
              <a:gd name="connsiteY161" fmla="*/ 315985 h 505330"/>
              <a:gd name="connsiteX162" fmla="*/ 3028667 w 5487431"/>
              <a:gd name="connsiteY162" fmla="*/ 345644 h 505330"/>
              <a:gd name="connsiteX163" fmla="*/ 3190504 w 5487431"/>
              <a:gd name="connsiteY163" fmla="*/ 505143 h 505330"/>
              <a:gd name="connsiteX164" fmla="*/ 3352342 w 5487431"/>
              <a:gd name="connsiteY164" fmla="*/ 345644 h 505330"/>
              <a:gd name="connsiteX165" fmla="*/ 3352342 w 5487431"/>
              <a:gd name="connsiteY165" fmla="*/ 11016 h 505330"/>
              <a:gd name="connsiteX166" fmla="*/ 3872675 w 5487431"/>
              <a:gd name="connsiteY166" fmla="*/ 11016 h 505330"/>
              <a:gd name="connsiteX167" fmla="*/ 3790377 w 5487431"/>
              <a:gd name="connsiteY167" fmla="*/ 11016 h 505330"/>
              <a:gd name="connsiteX168" fmla="*/ 3790377 w 5487431"/>
              <a:gd name="connsiteY168" fmla="*/ 494221 h 505330"/>
              <a:gd name="connsiteX169" fmla="*/ 3872675 w 5487431"/>
              <a:gd name="connsiteY169" fmla="*/ 494221 h 505330"/>
              <a:gd name="connsiteX170" fmla="*/ 3872675 w 5487431"/>
              <a:gd name="connsiteY170" fmla="*/ 271261 h 505330"/>
              <a:gd name="connsiteX171" fmla="*/ 3941749 w 5487431"/>
              <a:gd name="connsiteY171" fmla="*/ 190476 h 505330"/>
              <a:gd name="connsiteX172" fmla="*/ 4001022 w 5487431"/>
              <a:gd name="connsiteY172" fmla="*/ 258173 h 505330"/>
              <a:gd name="connsiteX173" fmla="*/ 4001022 w 5487431"/>
              <a:gd name="connsiteY173" fmla="*/ 494221 h 505330"/>
              <a:gd name="connsiteX174" fmla="*/ 4083320 w 5487431"/>
              <a:gd name="connsiteY174" fmla="*/ 494221 h 505330"/>
              <a:gd name="connsiteX175" fmla="*/ 4083320 w 5487431"/>
              <a:gd name="connsiteY175" fmla="*/ 257420 h 505330"/>
              <a:gd name="connsiteX176" fmla="*/ 3973146 w 5487431"/>
              <a:gd name="connsiteY176" fmla="*/ 142174 h 505330"/>
              <a:gd name="connsiteX177" fmla="*/ 3876861 w 5487431"/>
              <a:gd name="connsiteY177" fmla="*/ 192547 h 505330"/>
              <a:gd name="connsiteX178" fmla="*/ 3872675 w 5487431"/>
              <a:gd name="connsiteY178" fmla="*/ 192547 h 505330"/>
              <a:gd name="connsiteX179" fmla="*/ 3872675 w 5487431"/>
              <a:gd name="connsiteY179" fmla="*/ 11016 h 505330"/>
              <a:gd name="connsiteX180" fmla="*/ 2730110 w 5487431"/>
              <a:gd name="connsiteY180" fmla="*/ 454864 h 505330"/>
              <a:gd name="connsiteX181" fmla="*/ 2622029 w 5487431"/>
              <a:gd name="connsiteY181" fmla="*/ 343761 h 505330"/>
              <a:gd name="connsiteX182" fmla="*/ 2664557 w 5487431"/>
              <a:gd name="connsiteY182" fmla="*/ 256102 h 505330"/>
              <a:gd name="connsiteX183" fmla="*/ 2822208 w 5487431"/>
              <a:gd name="connsiteY183" fmla="*/ 426617 h 505330"/>
              <a:gd name="connsiteX184" fmla="*/ 2730110 w 5487431"/>
              <a:gd name="connsiteY184" fmla="*/ 454864 h 505330"/>
              <a:gd name="connsiteX185" fmla="*/ 2883575 w 5487431"/>
              <a:gd name="connsiteY185" fmla="*/ 369936 h 505330"/>
              <a:gd name="connsiteX186" fmla="*/ 2746856 w 5487431"/>
              <a:gd name="connsiteY186" fmla="*/ 220794 h 505330"/>
              <a:gd name="connsiteX187" fmla="*/ 2814502 w 5487431"/>
              <a:gd name="connsiteY187" fmla="*/ 207706 h 505330"/>
              <a:gd name="connsiteX188" fmla="*/ 2905838 w 5487431"/>
              <a:gd name="connsiteY188" fmla="*/ 296118 h 505330"/>
              <a:gd name="connsiteX189" fmla="*/ 2883575 w 5487431"/>
              <a:gd name="connsiteY189" fmla="*/ 369936 h 505330"/>
              <a:gd name="connsiteX190" fmla="*/ 2728017 w 5487431"/>
              <a:gd name="connsiteY190" fmla="*/ 200833 h 505330"/>
              <a:gd name="connsiteX191" fmla="*/ 2698047 w 5487431"/>
              <a:gd name="connsiteY191" fmla="*/ 167690 h 505330"/>
              <a:gd name="connsiteX192" fmla="*/ 2663891 w 5487431"/>
              <a:gd name="connsiteY192" fmla="*/ 99334 h 505330"/>
              <a:gd name="connsiteX193" fmla="*/ 2730110 w 5487431"/>
              <a:gd name="connsiteY193" fmla="*/ 36532 h 505330"/>
              <a:gd name="connsiteX194" fmla="*/ 2795664 w 5487431"/>
              <a:gd name="connsiteY194" fmla="*/ 102817 h 505330"/>
              <a:gd name="connsiteX195" fmla="*/ 2728017 w 5487431"/>
              <a:gd name="connsiteY195" fmla="*/ 200833 h 505330"/>
              <a:gd name="connsiteX196" fmla="*/ 2732204 w 5487431"/>
              <a:gd name="connsiteY196" fmla="*/ 0 h 505330"/>
              <a:gd name="connsiteX197" fmla="*/ 2588539 w 5487431"/>
              <a:gd name="connsiteY197" fmla="*/ 119389 h 505330"/>
              <a:gd name="connsiteX198" fmla="*/ 2644387 w 5487431"/>
              <a:gd name="connsiteY198" fmla="*/ 234635 h 505330"/>
              <a:gd name="connsiteX199" fmla="*/ 2645053 w 5487431"/>
              <a:gd name="connsiteY199" fmla="*/ 236047 h 505330"/>
              <a:gd name="connsiteX200" fmla="*/ 2545344 w 5487431"/>
              <a:gd name="connsiteY200" fmla="*/ 374832 h 505330"/>
              <a:gd name="connsiteX201" fmla="*/ 2685584 w 5487431"/>
              <a:gd name="connsiteY201" fmla="*/ 505331 h 505330"/>
              <a:gd name="connsiteX202" fmla="*/ 2843235 w 5487431"/>
              <a:gd name="connsiteY202" fmla="*/ 449403 h 505330"/>
              <a:gd name="connsiteX203" fmla="*/ 2885097 w 5487431"/>
              <a:gd name="connsiteY203" fmla="*/ 494315 h 505330"/>
              <a:gd name="connsiteX204" fmla="*/ 2994606 w 5487431"/>
              <a:gd name="connsiteY204" fmla="*/ 494315 h 505330"/>
              <a:gd name="connsiteX205" fmla="*/ 2994606 w 5487431"/>
              <a:gd name="connsiteY205" fmla="*/ 490831 h 505330"/>
              <a:gd name="connsiteX206" fmla="*/ 2905363 w 5487431"/>
              <a:gd name="connsiteY206" fmla="*/ 393474 h 505330"/>
              <a:gd name="connsiteX207" fmla="*/ 2964637 w 5487431"/>
              <a:gd name="connsiteY207" fmla="*/ 258833 h 505330"/>
              <a:gd name="connsiteX208" fmla="*/ 2873300 w 5487431"/>
              <a:gd name="connsiteY208" fmla="*/ 171174 h 505330"/>
              <a:gd name="connsiteX209" fmla="*/ 2789574 w 5487431"/>
              <a:gd name="connsiteY209" fmla="*/ 187745 h 505330"/>
              <a:gd name="connsiteX210" fmla="*/ 2788147 w 5487431"/>
              <a:gd name="connsiteY210" fmla="*/ 185015 h 505330"/>
              <a:gd name="connsiteX211" fmla="*/ 2863500 w 5487431"/>
              <a:gd name="connsiteY211" fmla="*/ 93873 h 505330"/>
              <a:gd name="connsiteX212" fmla="*/ 2732204 w 5487431"/>
              <a:gd name="connsiteY212" fmla="*/ 0 h 50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5487431" h="505330">
                <a:moveTo>
                  <a:pt x="542692" y="463149"/>
                </a:moveTo>
                <a:cubicBezTo>
                  <a:pt x="488937" y="463149"/>
                  <a:pt x="458967" y="412776"/>
                  <a:pt x="458967" y="321634"/>
                </a:cubicBezTo>
                <a:cubicBezTo>
                  <a:pt x="458967" y="229080"/>
                  <a:pt x="488937" y="180119"/>
                  <a:pt x="542692" y="180119"/>
                </a:cubicBezTo>
                <a:cubicBezTo>
                  <a:pt x="596448" y="180119"/>
                  <a:pt x="626417" y="229833"/>
                  <a:pt x="626417" y="321634"/>
                </a:cubicBezTo>
                <a:cubicBezTo>
                  <a:pt x="626322" y="414189"/>
                  <a:pt x="596352" y="463149"/>
                  <a:pt x="542692" y="463149"/>
                </a:cubicBezTo>
                <a:moveTo>
                  <a:pt x="542692" y="142174"/>
                </a:moveTo>
                <a:cubicBezTo>
                  <a:pt x="433183" y="142174"/>
                  <a:pt x="372482" y="222959"/>
                  <a:pt x="372482" y="321634"/>
                </a:cubicBezTo>
                <a:cubicBezTo>
                  <a:pt x="372482" y="420309"/>
                  <a:pt x="433183" y="501094"/>
                  <a:pt x="542692" y="501094"/>
                </a:cubicBezTo>
                <a:cubicBezTo>
                  <a:pt x="652201" y="501094"/>
                  <a:pt x="712902" y="420309"/>
                  <a:pt x="712902" y="321634"/>
                </a:cubicBezTo>
                <a:cubicBezTo>
                  <a:pt x="712902" y="222959"/>
                  <a:pt x="652201" y="142174"/>
                  <a:pt x="542692" y="142174"/>
                </a:cubicBezTo>
                <a:moveTo>
                  <a:pt x="1303641" y="142174"/>
                </a:moveTo>
                <a:cubicBezTo>
                  <a:pt x="1251979" y="142174"/>
                  <a:pt x="1223436" y="164301"/>
                  <a:pt x="1207357" y="192547"/>
                </a:cubicBezTo>
                <a:lnTo>
                  <a:pt x="1203170" y="192547"/>
                </a:lnTo>
                <a:lnTo>
                  <a:pt x="1203170" y="149048"/>
                </a:lnTo>
                <a:lnTo>
                  <a:pt x="1120872" y="149048"/>
                </a:lnTo>
                <a:lnTo>
                  <a:pt x="1120872" y="494221"/>
                </a:lnTo>
                <a:lnTo>
                  <a:pt x="1203170" y="494221"/>
                </a:lnTo>
                <a:lnTo>
                  <a:pt x="1203170" y="271261"/>
                </a:lnTo>
                <a:cubicBezTo>
                  <a:pt x="1203170" y="220229"/>
                  <a:pt x="1229715" y="190476"/>
                  <a:pt x="1272244" y="190476"/>
                </a:cubicBezTo>
                <a:cubicBezTo>
                  <a:pt x="1313440" y="190476"/>
                  <a:pt x="1331518" y="217404"/>
                  <a:pt x="1331518" y="258173"/>
                </a:cubicBezTo>
                <a:lnTo>
                  <a:pt x="1331518" y="494221"/>
                </a:lnTo>
                <a:lnTo>
                  <a:pt x="1413816" y="494221"/>
                </a:lnTo>
                <a:lnTo>
                  <a:pt x="1413816" y="257420"/>
                </a:lnTo>
                <a:cubicBezTo>
                  <a:pt x="1413911" y="186333"/>
                  <a:pt x="1376234" y="142174"/>
                  <a:pt x="1303641" y="142174"/>
                </a:cubicBezTo>
                <a:moveTo>
                  <a:pt x="1600771" y="142174"/>
                </a:moveTo>
                <a:cubicBezTo>
                  <a:pt x="1524752" y="142174"/>
                  <a:pt x="1467571" y="173905"/>
                  <a:pt x="1467571" y="241602"/>
                </a:cubicBezTo>
                <a:cubicBezTo>
                  <a:pt x="1467571" y="298943"/>
                  <a:pt x="1507341" y="330014"/>
                  <a:pt x="1551962" y="341030"/>
                </a:cubicBezTo>
                <a:lnTo>
                  <a:pt x="1621702" y="358260"/>
                </a:lnTo>
                <a:cubicBezTo>
                  <a:pt x="1658712" y="367205"/>
                  <a:pt x="1675457" y="380387"/>
                  <a:pt x="1675457" y="409387"/>
                </a:cubicBezTo>
                <a:cubicBezTo>
                  <a:pt x="1675457" y="444601"/>
                  <a:pt x="1650340" y="464656"/>
                  <a:pt x="1606384" y="464656"/>
                </a:cubicBezTo>
                <a:cubicBezTo>
                  <a:pt x="1558908" y="464656"/>
                  <a:pt x="1534551" y="441870"/>
                  <a:pt x="1526845" y="384624"/>
                </a:cubicBezTo>
                <a:lnTo>
                  <a:pt x="1452919" y="405338"/>
                </a:lnTo>
                <a:cubicBezTo>
                  <a:pt x="1457106" y="464750"/>
                  <a:pt x="1512954" y="501282"/>
                  <a:pt x="1597345" y="501282"/>
                </a:cubicBezTo>
                <a:cubicBezTo>
                  <a:pt x="1691536" y="501282"/>
                  <a:pt x="1742438" y="457782"/>
                  <a:pt x="1742438" y="388767"/>
                </a:cubicBezTo>
                <a:cubicBezTo>
                  <a:pt x="1742438" y="323894"/>
                  <a:pt x="1697055" y="296965"/>
                  <a:pt x="1649674" y="285196"/>
                </a:cubicBezTo>
                <a:lnTo>
                  <a:pt x="1582693" y="268625"/>
                </a:lnTo>
                <a:cubicBezTo>
                  <a:pt x="1549203" y="260339"/>
                  <a:pt x="1534551" y="245180"/>
                  <a:pt x="1534551" y="223054"/>
                </a:cubicBezTo>
                <a:cubicBezTo>
                  <a:pt x="1534551" y="195466"/>
                  <a:pt x="1558242" y="178895"/>
                  <a:pt x="1593825" y="178895"/>
                </a:cubicBezTo>
                <a:cubicBezTo>
                  <a:pt x="1635688" y="178895"/>
                  <a:pt x="1661471" y="201680"/>
                  <a:pt x="1664992" y="245180"/>
                </a:cubicBezTo>
                <a:lnTo>
                  <a:pt x="1734731" y="224466"/>
                </a:lnTo>
                <a:cubicBezTo>
                  <a:pt x="1726358" y="175976"/>
                  <a:pt x="1678216" y="142174"/>
                  <a:pt x="1600771" y="142174"/>
                </a:cubicBezTo>
                <a:moveTo>
                  <a:pt x="1946803" y="463149"/>
                </a:moveTo>
                <a:cubicBezTo>
                  <a:pt x="1893048" y="463149"/>
                  <a:pt x="1863078" y="412776"/>
                  <a:pt x="1863078" y="321634"/>
                </a:cubicBezTo>
                <a:cubicBezTo>
                  <a:pt x="1863078" y="229080"/>
                  <a:pt x="1893048" y="180119"/>
                  <a:pt x="1946803" y="180119"/>
                </a:cubicBezTo>
                <a:cubicBezTo>
                  <a:pt x="2000559" y="180119"/>
                  <a:pt x="2030529" y="229833"/>
                  <a:pt x="2030529" y="321634"/>
                </a:cubicBezTo>
                <a:cubicBezTo>
                  <a:pt x="2030529" y="414189"/>
                  <a:pt x="2000464" y="463149"/>
                  <a:pt x="1946803" y="463149"/>
                </a:cubicBezTo>
                <a:moveTo>
                  <a:pt x="1946803" y="142174"/>
                </a:moveTo>
                <a:cubicBezTo>
                  <a:pt x="1837294" y="142174"/>
                  <a:pt x="1776594" y="222959"/>
                  <a:pt x="1776594" y="321634"/>
                </a:cubicBezTo>
                <a:cubicBezTo>
                  <a:pt x="1776594" y="420309"/>
                  <a:pt x="1837294" y="501094"/>
                  <a:pt x="1946803" y="501094"/>
                </a:cubicBezTo>
                <a:cubicBezTo>
                  <a:pt x="2056312" y="501094"/>
                  <a:pt x="2117013" y="420309"/>
                  <a:pt x="2117013" y="321634"/>
                </a:cubicBezTo>
                <a:cubicBezTo>
                  <a:pt x="2117013" y="222959"/>
                  <a:pt x="2056312" y="142174"/>
                  <a:pt x="1946803" y="142174"/>
                </a:cubicBezTo>
                <a:moveTo>
                  <a:pt x="2348590" y="142174"/>
                </a:moveTo>
                <a:cubicBezTo>
                  <a:pt x="2296927" y="142174"/>
                  <a:pt x="2268385" y="164301"/>
                  <a:pt x="2252306" y="192547"/>
                </a:cubicBezTo>
                <a:lnTo>
                  <a:pt x="2248119" y="192547"/>
                </a:lnTo>
                <a:lnTo>
                  <a:pt x="2248119" y="149048"/>
                </a:lnTo>
                <a:lnTo>
                  <a:pt x="2165821" y="149048"/>
                </a:lnTo>
                <a:lnTo>
                  <a:pt x="2165821" y="494221"/>
                </a:lnTo>
                <a:lnTo>
                  <a:pt x="2248119" y="494221"/>
                </a:lnTo>
                <a:lnTo>
                  <a:pt x="2248119" y="271261"/>
                </a:lnTo>
                <a:cubicBezTo>
                  <a:pt x="2248119" y="220229"/>
                  <a:pt x="2274664" y="190476"/>
                  <a:pt x="2317193" y="190476"/>
                </a:cubicBezTo>
                <a:cubicBezTo>
                  <a:pt x="2358389" y="190476"/>
                  <a:pt x="2376466" y="217404"/>
                  <a:pt x="2376466" y="258173"/>
                </a:cubicBezTo>
                <a:lnTo>
                  <a:pt x="2376466" y="494221"/>
                </a:lnTo>
                <a:lnTo>
                  <a:pt x="2458764" y="494221"/>
                </a:lnTo>
                <a:lnTo>
                  <a:pt x="2458764" y="257420"/>
                </a:lnTo>
                <a:cubicBezTo>
                  <a:pt x="2458764" y="186333"/>
                  <a:pt x="2421088" y="142174"/>
                  <a:pt x="2348590" y="142174"/>
                </a:cubicBezTo>
                <a:moveTo>
                  <a:pt x="3571359" y="463149"/>
                </a:moveTo>
                <a:cubicBezTo>
                  <a:pt x="3517604" y="463149"/>
                  <a:pt x="3487634" y="412776"/>
                  <a:pt x="3487634" y="321634"/>
                </a:cubicBezTo>
                <a:cubicBezTo>
                  <a:pt x="3487634" y="229080"/>
                  <a:pt x="3517604" y="180119"/>
                  <a:pt x="3571359" y="180119"/>
                </a:cubicBezTo>
                <a:cubicBezTo>
                  <a:pt x="3625115" y="180119"/>
                  <a:pt x="3655085" y="229833"/>
                  <a:pt x="3655085" y="321634"/>
                </a:cubicBezTo>
                <a:cubicBezTo>
                  <a:pt x="3655085" y="414189"/>
                  <a:pt x="3625020" y="463149"/>
                  <a:pt x="3571359" y="463149"/>
                </a:cubicBezTo>
                <a:moveTo>
                  <a:pt x="3571359" y="142174"/>
                </a:moveTo>
                <a:cubicBezTo>
                  <a:pt x="3461850" y="142174"/>
                  <a:pt x="3401150" y="222959"/>
                  <a:pt x="3401150" y="321634"/>
                </a:cubicBezTo>
                <a:cubicBezTo>
                  <a:pt x="3401150" y="420309"/>
                  <a:pt x="3461850" y="501094"/>
                  <a:pt x="3571359" y="501094"/>
                </a:cubicBezTo>
                <a:cubicBezTo>
                  <a:pt x="3680868" y="501094"/>
                  <a:pt x="3741569" y="420309"/>
                  <a:pt x="3741569" y="321634"/>
                </a:cubicBezTo>
                <a:cubicBezTo>
                  <a:pt x="3741569" y="222959"/>
                  <a:pt x="3680868" y="142174"/>
                  <a:pt x="3571359" y="142174"/>
                </a:cubicBezTo>
                <a:moveTo>
                  <a:pt x="4332308" y="142174"/>
                </a:moveTo>
                <a:cubicBezTo>
                  <a:pt x="4280646" y="142174"/>
                  <a:pt x="4252103" y="164301"/>
                  <a:pt x="4236024" y="192547"/>
                </a:cubicBezTo>
                <a:lnTo>
                  <a:pt x="4231838" y="192547"/>
                </a:lnTo>
                <a:lnTo>
                  <a:pt x="4231838" y="149048"/>
                </a:lnTo>
                <a:lnTo>
                  <a:pt x="4149539" y="149048"/>
                </a:lnTo>
                <a:lnTo>
                  <a:pt x="4149539" y="494221"/>
                </a:lnTo>
                <a:lnTo>
                  <a:pt x="4231838" y="494221"/>
                </a:lnTo>
                <a:lnTo>
                  <a:pt x="4231838" y="271261"/>
                </a:lnTo>
                <a:cubicBezTo>
                  <a:pt x="4231838" y="220229"/>
                  <a:pt x="4258383" y="190476"/>
                  <a:pt x="4300911" y="190476"/>
                </a:cubicBezTo>
                <a:cubicBezTo>
                  <a:pt x="4342108" y="190476"/>
                  <a:pt x="4360185" y="217404"/>
                  <a:pt x="4360185" y="258173"/>
                </a:cubicBezTo>
                <a:lnTo>
                  <a:pt x="4360185" y="494221"/>
                </a:lnTo>
                <a:lnTo>
                  <a:pt x="4442483" y="494221"/>
                </a:lnTo>
                <a:lnTo>
                  <a:pt x="4442483" y="257420"/>
                </a:lnTo>
                <a:cubicBezTo>
                  <a:pt x="4442578" y="186333"/>
                  <a:pt x="4404902" y="142174"/>
                  <a:pt x="4332308" y="142174"/>
                </a:cubicBezTo>
                <a:moveTo>
                  <a:pt x="4629533" y="142174"/>
                </a:moveTo>
                <a:cubicBezTo>
                  <a:pt x="4553514" y="142174"/>
                  <a:pt x="4496334" y="173905"/>
                  <a:pt x="4496334" y="241602"/>
                </a:cubicBezTo>
                <a:cubicBezTo>
                  <a:pt x="4496334" y="298943"/>
                  <a:pt x="4536103" y="330014"/>
                  <a:pt x="4580725" y="341030"/>
                </a:cubicBezTo>
                <a:lnTo>
                  <a:pt x="4650464" y="358260"/>
                </a:lnTo>
                <a:cubicBezTo>
                  <a:pt x="4687475" y="367205"/>
                  <a:pt x="4704220" y="380387"/>
                  <a:pt x="4704220" y="409387"/>
                </a:cubicBezTo>
                <a:cubicBezTo>
                  <a:pt x="4704220" y="444601"/>
                  <a:pt x="4679102" y="464656"/>
                  <a:pt x="4635146" y="464656"/>
                </a:cubicBezTo>
                <a:cubicBezTo>
                  <a:pt x="4587670" y="464656"/>
                  <a:pt x="4563314" y="441870"/>
                  <a:pt x="4555607" y="384624"/>
                </a:cubicBezTo>
                <a:lnTo>
                  <a:pt x="4481682" y="405338"/>
                </a:lnTo>
                <a:cubicBezTo>
                  <a:pt x="4485868" y="464750"/>
                  <a:pt x="4541716" y="501282"/>
                  <a:pt x="4626108" y="501282"/>
                </a:cubicBezTo>
                <a:cubicBezTo>
                  <a:pt x="4720299" y="501282"/>
                  <a:pt x="4771200" y="457782"/>
                  <a:pt x="4771200" y="388767"/>
                </a:cubicBezTo>
                <a:cubicBezTo>
                  <a:pt x="4771200" y="323894"/>
                  <a:pt x="4725817" y="296965"/>
                  <a:pt x="4678436" y="285196"/>
                </a:cubicBezTo>
                <a:lnTo>
                  <a:pt x="4611456" y="268625"/>
                </a:lnTo>
                <a:cubicBezTo>
                  <a:pt x="4577966" y="260339"/>
                  <a:pt x="4563314" y="245180"/>
                  <a:pt x="4563314" y="223054"/>
                </a:cubicBezTo>
                <a:cubicBezTo>
                  <a:pt x="4563314" y="195466"/>
                  <a:pt x="4587004" y="178895"/>
                  <a:pt x="4622588" y="178895"/>
                </a:cubicBezTo>
                <a:cubicBezTo>
                  <a:pt x="4664450" y="178895"/>
                  <a:pt x="4690234" y="201680"/>
                  <a:pt x="4693754" y="245180"/>
                </a:cubicBezTo>
                <a:lnTo>
                  <a:pt x="4763493" y="224466"/>
                </a:lnTo>
                <a:cubicBezTo>
                  <a:pt x="4755026" y="175976"/>
                  <a:pt x="4706884" y="142174"/>
                  <a:pt x="4629533" y="142174"/>
                </a:cubicBezTo>
                <a:moveTo>
                  <a:pt x="4975471" y="463149"/>
                </a:moveTo>
                <a:cubicBezTo>
                  <a:pt x="4921715" y="463149"/>
                  <a:pt x="4891745" y="412776"/>
                  <a:pt x="4891745" y="321634"/>
                </a:cubicBezTo>
                <a:cubicBezTo>
                  <a:pt x="4891745" y="229080"/>
                  <a:pt x="4921715" y="180119"/>
                  <a:pt x="4975471" y="180119"/>
                </a:cubicBezTo>
                <a:cubicBezTo>
                  <a:pt x="5029226" y="180119"/>
                  <a:pt x="5059196" y="229833"/>
                  <a:pt x="5059196" y="321634"/>
                </a:cubicBezTo>
                <a:cubicBezTo>
                  <a:pt x="5059196" y="414189"/>
                  <a:pt x="5029131" y="463149"/>
                  <a:pt x="4975471" y="463149"/>
                </a:cubicBezTo>
                <a:moveTo>
                  <a:pt x="4975471" y="142174"/>
                </a:moveTo>
                <a:cubicBezTo>
                  <a:pt x="4865962" y="142174"/>
                  <a:pt x="4805261" y="222959"/>
                  <a:pt x="4805261" y="321634"/>
                </a:cubicBezTo>
                <a:cubicBezTo>
                  <a:pt x="4805261" y="420309"/>
                  <a:pt x="4865962" y="501094"/>
                  <a:pt x="4975471" y="501094"/>
                </a:cubicBezTo>
                <a:cubicBezTo>
                  <a:pt x="5084980" y="501094"/>
                  <a:pt x="5145680" y="420309"/>
                  <a:pt x="5145680" y="321634"/>
                </a:cubicBezTo>
                <a:cubicBezTo>
                  <a:pt x="5145680" y="222959"/>
                  <a:pt x="5084980" y="142174"/>
                  <a:pt x="4975471" y="142174"/>
                </a:cubicBezTo>
                <a:moveTo>
                  <a:pt x="5377257" y="142174"/>
                </a:moveTo>
                <a:cubicBezTo>
                  <a:pt x="5325595" y="142174"/>
                  <a:pt x="5297052" y="164301"/>
                  <a:pt x="5280973" y="192547"/>
                </a:cubicBezTo>
                <a:lnTo>
                  <a:pt x="5276787" y="192547"/>
                </a:lnTo>
                <a:lnTo>
                  <a:pt x="5276787" y="149048"/>
                </a:lnTo>
                <a:lnTo>
                  <a:pt x="5194488" y="149048"/>
                </a:lnTo>
                <a:lnTo>
                  <a:pt x="5194488" y="494221"/>
                </a:lnTo>
                <a:lnTo>
                  <a:pt x="5276787" y="494221"/>
                </a:lnTo>
                <a:lnTo>
                  <a:pt x="5276787" y="271261"/>
                </a:lnTo>
                <a:cubicBezTo>
                  <a:pt x="5276787" y="220229"/>
                  <a:pt x="5303331" y="190476"/>
                  <a:pt x="5345860" y="190476"/>
                </a:cubicBezTo>
                <a:cubicBezTo>
                  <a:pt x="5387057" y="190476"/>
                  <a:pt x="5405134" y="217404"/>
                  <a:pt x="5405134" y="258173"/>
                </a:cubicBezTo>
                <a:lnTo>
                  <a:pt x="5405134" y="494221"/>
                </a:lnTo>
                <a:lnTo>
                  <a:pt x="5487432" y="494221"/>
                </a:lnTo>
                <a:lnTo>
                  <a:pt x="5487432" y="257420"/>
                </a:lnTo>
                <a:cubicBezTo>
                  <a:pt x="5487432" y="186333"/>
                  <a:pt x="5449755" y="142174"/>
                  <a:pt x="5377257" y="142174"/>
                </a:cubicBezTo>
                <a:moveTo>
                  <a:pt x="323674" y="11016"/>
                </a:moveTo>
                <a:lnTo>
                  <a:pt x="237190" y="11016"/>
                </a:lnTo>
                <a:lnTo>
                  <a:pt x="237190" y="367864"/>
                </a:lnTo>
                <a:cubicBezTo>
                  <a:pt x="237190" y="425864"/>
                  <a:pt x="214831" y="460325"/>
                  <a:pt x="161837" y="460325"/>
                </a:cubicBezTo>
                <a:cubicBezTo>
                  <a:pt x="109509" y="460325"/>
                  <a:pt x="86484" y="423698"/>
                  <a:pt x="86484" y="360897"/>
                </a:cubicBezTo>
                <a:lnTo>
                  <a:pt x="86484" y="294612"/>
                </a:lnTo>
                <a:lnTo>
                  <a:pt x="0" y="315985"/>
                </a:lnTo>
                <a:lnTo>
                  <a:pt x="0" y="345644"/>
                </a:lnTo>
                <a:cubicBezTo>
                  <a:pt x="0" y="436033"/>
                  <a:pt x="45383" y="505143"/>
                  <a:pt x="161837" y="505143"/>
                </a:cubicBezTo>
                <a:cubicBezTo>
                  <a:pt x="278291" y="505143"/>
                  <a:pt x="323674" y="436127"/>
                  <a:pt x="323674" y="345644"/>
                </a:cubicBezTo>
                <a:lnTo>
                  <a:pt x="323674" y="11016"/>
                </a:lnTo>
                <a:moveTo>
                  <a:pt x="844008" y="11016"/>
                </a:moveTo>
                <a:lnTo>
                  <a:pt x="761710" y="11016"/>
                </a:lnTo>
                <a:lnTo>
                  <a:pt x="761710" y="494221"/>
                </a:lnTo>
                <a:lnTo>
                  <a:pt x="844008" y="494221"/>
                </a:lnTo>
                <a:lnTo>
                  <a:pt x="844008" y="271261"/>
                </a:lnTo>
                <a:cubicBezTo>
                  <a:pt x="844008" y="220229"/>
                  <a:pt x="870553" y="190476"/>
                  <a:pt x="913081" y="190476"/>
                </a:cubicBezTo>
                <a:cubicBezTo>
                  <a:pt x="954278" y="190476"/>
                  <a:pt x="972355" y="217404"/>
                  <a:pt x="972355" y="258173"/>
                </a:cubicBezTo>
                <a:lnTo>
                  <a:pt x="972355" y="494221"/>
                </a:lnTo>
                <a:lnTo>
                  <a:pt x="1054653" y="494221"/>
                </a:lnTo>
                <a:lnTo>
                  <a:pt x="1054653" y="257420"/>
                </a:lnTo>
                <a:cubicBezTo>
                  <a:pt x="1054653" y="186333"/>
                  <a:pt x="1016977" y="142174"/>
                  <a:pt x="944478" y="142174"/>
                </a:cubicBezTo>
                <a:cubicBezTo>
                  <a:pt x="892816" y="142174"/>
                  <a:pt x="864273" y="164301"/>
                  <a:pt x="848194" y="192547"/>
                </a:cubicBezTo>
                <a:lnTo>
                  <a:pt x="844008" y="192547"/>
                </a:lnTo>
                <a:lnTo>
                  <a:pt x="844008" y="11016"/>
                </a:lnTo>
                <a:moveTo>
                  <a:pt x="3352342" y="11016"/>
                </a:moveTo>
                <a:lnTo>
                  <a:pt x="3265857" y="11016"/>
                </a:lnTo>
                <a:lnTo>
                  <a:pt x="3265857" y="367864"/>
                </a:lnTo>
                <a:cubicBezTo>
                  <a:pt x="3265857" y="425864"/>
                  <a:pt x="3243499" y="460325"/>
                  <a:pt x="3190504" y="460325"/>
                </a:cubicBezTo>
                <a:cubicBezTo>
                  <a:pt x="3138176" y="460325"/>
                  <a:pt x="3115152" y="423698"/>
                  <a:pt x="3115152" y="360897"/>
                </a:cubicBezTo>
                <a:lnTo>
                  <a:pt x="3115152" y="294612"/>
                </a:lnTo>
                <a:lnTo>
                  <a:pt x="3028667" y="315985"/>
                </a:lnTo>
                <a:lnTo>
                  <a:pt x="3028667" y="345644"/>
                </a:lnTo>
                <a:cubicBezTo>
                  <a:pt x="3028667" y="436033"/>
                  <a:pt x="3074050" y="505143"/>
                  <a:pt x="3190504" y="505143"/>
                </a:cubicBezTo>
                <a:cubicBezTo>
                  <a:pt x="3306959" y="505143"/>
                  <a:pt x="3352342" y="436127"/>
                  <a:pt x="3352342" y="345644"/>
                </a:cubicBezTo>
                <a:lnTo>
                  <a:pt x="3352342" y="11016"/>
                </a:lnTo>
                <a:moveTo>
                  <a:pt x="3872675" y="11016"/>
                </a:moveTo>
                <a:lnTo>
                  <a:pt x="3790377" y="11016"/>
                </a:lnTo>
                <a:lnTo>
                  <a:pt x="3790377" y="494221"/>
                </a:lnTo>
                <a:lnTo>
                  <a:pt x="3872675" y="494221"/>
                </a:lnTo>
                <a:lnTo>
                  <a:pt x="3872675" y="271261"/>
                </a:lnTo>
                <a:cubicBezTo>
                  <a:pt x="3872675" y="220229"/>
                  <a:pt x="3899220" y="190476"/>
                  <a:pt x="3941749" y="190476"/>
                </a:cubicBezTo>
                <a:cubicBezTo>
                  <a:pt x="3982945" y="190476"/>
                  <a:pt x="4001022" y="217404"/>
                  <a:pt x="4001022" y="258173"/>
                </a:cubicBezTo>
                <a:lnTo>
                  <a:pt x="4001022" y="494221"/>
                </a:lnTo>
                <a:lnTo>
                  <a:pt x="4083320" y="494221"/>
                </a:lnTo>
                <a:lnTo>
                  <a:pt x="4083320" y="257420"/>
                </a:lnTo>
                <a:cubicBezTo>
                  <a:pt x="4083320" y="186333"/>
                  <a:pt x="4045644" y="142174"/>
                  <a:pt x="3973146" y="142174"/>
                </a:cubicBezTo>
                <a:cubicBezTo>
                  <a:pt x="3921483" y="142174"/>
                  <a:pt x="3892941" y="164301"/>
                  <a:pt x="3876861" y="192547"/>
                </a:cubicBezTo>
                <a:lnTo>
                  <a:pt x="3872675" y="192547"/>
                </a:lnTo>
                <a:lnTo>
                  <a:pt x="3872675" y="11016"/>
                </a:lnTo>
                <a:moveTo>
                  <a:pt x="2730110" y="454864"/>
                </a:moveTo>
                <a:cubicBezTo>
                  <a:pt x="2663130" y="454864"/>
                  <a:pt x="2622029" y="401007"/>
                  <a:pt x="2622029" y="343761"/>
                </a:cubicBezTo>
                <a:cubicBezTo>
                  <a:pt x="2622029" y="307887"/>
                  <a:pt x="2638108" y="274745"/>
                  <a:pt x="2664557" y="256102"/>
                </a:cubicBezTo>
                <a:lnTo>
                  <a:pt x="2822208" y="426617"/>
                </a:lnTo>
                <a:cubicBezTo>
                  <a:pt x="2792904" y="443848"/>
                  <a:pt x="2760080" y="454864"/>
                  <a:pt x="2730110" y="454864"/>
                </a:cubicBezTo>
                <a:moveTo>
                  <a:pt x="2883575" y="369936"/>
                </a:moveTo>
                <a:lnTo>
                  <a:pt x="2746856" y="220794"/>
                </a:lnTo>
                <a:cubicBezTo>
                  <a:pt x="2771307" y="211096"/>
                  <a:pt x="2794998" y="207706"/>
                  <a:pt x="2814502" y="207706"/>
                </a:cubicBezTo>
                <a:cubicBezTo>
                  <a:pt x="2871016" y="207706"/>
                  <a:pt x="2905838" y="240190"/>
                  <a:pt x="2905838" y="296118"/>
                </a:cubicBezTo>
                <a:cubicBezTo>
                  <a:pt x="2905934" y="320975"/>
                  <a:pt x="2898893" y="346491"/>
                  <a:pt x="2883575" y="369936"/>
                </a:cubicBezTo>
                <a:moveTo>
                  <a:pt x="2728017" y="200833"/>
                </a:moveTo>
                <a:lnTo>
                  <a:pt x="2698047" y="167690"/>
                </a:lnTo>
                <a:cubicBezTo>
                  <a:pt x="2671503" y="138691"/>
                  <a:pt x="2663891" y="120707"/>
                  <a:pt x="2663891" y="99334"/>
                </a:cubicBezTo>
                <a:cubicBezTo>
                  <a:pt x="2663891" y="59318"/>
                  <a:pt x="2689675" y="36532"/>
                  <a:pt x="2730110" y="36532"/>
                </a:cubicBezTo>
                <a:cubicBezTo>
                  <a:pt x="2771307" y="36532"/>
                  <a:pt x="2795664" y="59977"/>
                  <a:pt x="2795664" y="102817"/>
                </a:cubicBezTo>
                <a:cubicBezTo>
                  <a:pt x="2795664" y="142174"/>
                  <a:pt x="2776159" y="179460"/>
                  <a:pt x="2728017" y="200833"/>
                </a:cubicBezTo>
                <a:moveTo>
                  <a:pt x="2732204" y="0"/>
                </a:moveTo>
                <a:cubicBezTo>
                  <a:pt x="2635920" y="0"/>
                  <a:pt x="2588539" y="53198"/>
                  <a:pt x="2588539" y="119389"/>
                </a:cubicBezTo>
                <a:cubicBezTo>
                  <a:pt x="2588539" y="155262"/>
                  <a:pt x="2603857" y="191229"/>
                  <a:pt x="2644387" y="234635"/>
                </a:cubicBezTo>
                <a:lnTo>
                  <a:pt x="2645053" y="236047"/>
                </a:lnTo>
                <a:cubicBezTo>
                  <a:pt x="2576741" y="268531"/>
                  <a:pt x="2545344" y="320975"/>
                  <a:pt x="2545344" y="374832"/>
                </a:cubicBezTo>
                <a:cubicBezTo>
                  <a:pt x="2545344" y="445919"/>
                  <a:pt x="2600432" y="505331"/>
                  <a:pt x="2685584" y="505331"/>
                </a:cubicBezTo>
                <a:cubicBezTo>
                  <a:pt x="2734392" y="505331"/>
                  <a:pt x="2791573" y="485276"/>
                  <a:pt x="2843235" y="449403"/>
                </a:cubicBezTo>
                <a:lnTo>
                  <a:pt x="2885097" y="494315"/>
                </a:lnTo>
                <a:lnTo>
                  <a:pt x="2994606" y="494315"/>
                </a:lnTo>
                <a:lnTo>
                  <a:pt x="2994606" y="490831"/>
                </a:lnTo>
                <a:lnTo>
                  <a:pt x="2905363" y="393474"/>
                </a:lnTo>
                <a:cubicBezTo>
                  <a:pt x="2943039" y="349316"/>
                  <a:pt x="2964637" y="301014"/>
                  <a:pt x="2964637" y="258833"/>
                </a:cubicBezTo>
                <a:cubicBezTo>
                  <a:pt x="2964637" y="206388"/>
                  <a:pt x="2929053" y="171174"/>
                  <a:pt x="2873300" y="171174"/>
                </a:cubicBezTo>
                <a:cubicBezTo>
                  <a:pt x="2843996" y="171174"/>
                  <a:pt x="2811172" y="179460"/>
                  <a:pt x="2789574" y="187745"/>
                </a:cubicBezTo>
                <a:lnTo>
                  <a:pt x="2788147" y="185015"/>
                </a:lnTo>
                <a:cubicBezTo>
                  <a:pt x="2841142" y="156674"/>
                  <a:pt x="2863500" y="130499"/>
                  <a:pt x="2863500" y="93873"/>
                </a:cubicBezTo>
                <a:cubicBezTo>
                  <a:pt x="2863310" y="41428"/>
                  <a:pt x="2815929" y="0"/>
                  <a:pt x="2732204" y="0"/>
                </a:cubicBezTo>
              </a:path>
            </a:pathLst>
          </a:custGeom>
          <a:solidFill>
            <a:schemeClr val="accent1"/>
          </a:solidFill>
          <a:ln w="9509" cap="flat">
            <a:noFill/>
            <a:prstDash val="solid"/>
            <a:miter/>
          </a:ln>
        </p:spPr>
        <p:txBody>
          <a:bodyPr rtlCol="0" anchor="ctr"/>
          <a:lstStyle/>
          <a:p>
            <a:endParaRPr lang="en-GB"/>
          </a:p>
        </p:txBody>
      </p:sp>
      <p:sp>
        <p:nvSpPr>
          <p:cNvPr id="3" name="Footer Placeholder 4">
            <a:extLst>
              <a:ext uri="{FF2B5EF4-FFF2-40B4-BE49-F238E27FC236}">
                <a16:creationId xmlns:a16="http://schemas.microsoft.com/office/drawing/2014/main" id="{679AA450-74CC-6E04-66DE-F7E1FFED142B}"/>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en-US"/>
          </a:p>
        </p:txBody>
      </p:sp>
      <p:sp>
        <p:nvSpPr>
          <p:cNvPr id="5" name="TextBox 4">
            <a:extLst>
              <a:ext uri="{FF2B5EF4-FFF2-40B4-BE49-F238E27FC236}">
                <a16:creationId xmlns:a16="http://schemas.microsoft.com/office/drawing/2014/main" id="{CABD4663-A6A1-B928-049E-3F93231826B4}"/>
              </a:ext>
            </a:extLst>
          </p:cNvPr>
          <p:cNvSpPr txBox="1"/>
          <p:nvPr/>
        </p:nvSpPr>
        <p:spPr>
          <a:xfrm>
            <a:off x="8638050" y="6432550"/>
            <a:ext cx="3260725" cy="183393"/>
          </a:xfrm>
          <a:prstGeom prst="rect">
            <a:avLst/>
          </a:prstGeom>
          <a:noFill/>
        </p:spPr>
        <p:txBody>
          <a:bodyPr wrap="square" lIns="0" tIns="0" rIns="0" bIns="0" rtlCol="0" anchor="b" anchorCtr="0">
            <a:noAutofit/>
          </a:bodyPr>
          <a:lstStyle/>
          <a:p>
            <a:pPr algn="r"/>
            <a:r>
              <a:rPr lang="en-US" sz="1500" kern="1200" dirty="0">
                <a:solidFill>
                  <a:schemeClr val="accent1"/>
                </a:solidFill>
                <a:latin typeface="+mn-lt"/>
                <a:ea typeface="+mn-ea"/>
                <a:cs typeface="+mn-cs"/>
              </a:rPr>
              <a:t>Core program name</a:t>
            </a:r>
          </a:p>
        </p:txBody>
      </p:sp>
    </p:spTree>
    <p:extLst>
      <p:ext uri="{BB962C8B-B14F-4D97-AF65-F5344CB8AC3E}">
        <p14:creationId xmlns:p14="http://schemas.microsoft.com/office/powerpoint/2010/main" val="77373145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9D5BE-C144-581B-2F0C-8E141F4615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562411-CE17-631E-67C4-BF40BB1AE1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D45664-5135-2EF5-E83C-F05072BE2613}"/>
              </a:ext>
            </a:extLst>
          </p:cNvPr>
          <p:cNvSpPr>
            <a:spLocks noGrp="1"/>
          </p:cNvSpPr>
          <p:nvPr>
            <p:ph type="dt" sz="half" idx="10"/>
          </p:nvPr>
        </p:nvSpPr>
        <p:spPr/>
        <p:txBody>
          <a:bodyPr/>
          <a:lstStyle/>
          <a:p>
            <a:fld id="{F79061BD-1094-4C4E-8C4F-A3F5C6032AE7}" type="datetimeFigureOut">
              <a:rPr lang="en-US" smtClean="0"/>
              <a:t>10/20/2025</a:t>
            </a:fld>
            <a:endParaRPr lang="en-US"/>
          </a:p>
        </p:txBody>
      </p:sp>
      <p:sp>
        <p:nvSpPr>
          <p:cNvPr id="5" name="Footer Placeholder 4">
            <a:extLst>
              <a:ext uri="{FF2B5EF4-FFF2-40B4-BE49-F238E27FC236}">
                <a16:creationId xmlns:a16="http://schemas.microsoft.com/office/drawing/2014/main" id="{F35E6B2D-A7E5-85E0-82AD-47ECF86121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91C67F-8E09-73DD-4879-78D561CD2D80}"/>
              </a:ext>
            </a:extLst>
          </p:cNvPr>
          <p:cNvSpPr>
            <a:spLocks noGrp="1"/>
          </p:cNvSpPr>
          <p:nvPr>
            <p:ph type="sldNum" sz="quarter" idx="12"/>
          </p:nvPr>
        </p:nvSpPr>
        <p:spPr/>
        <p:txBody>
          <a:bodyPr/>
          <a:lstStyle/>
          <a:p>
            <a:fld id="{EC38897B-E005-4818-9BFC-234EFEA6C630}" type="slidenum">
              <a:rPr lang="en-US" smtClean="0"/>
              <a:t>‹#›</a:t>
            </a:fld>
            <a:endParaRPr lang="en-US"/>
          </a:p>
        </p:txBody>
      </p:sp>
    </p:spTree>
    <p:extLst>
      <p:ext uri="{BB962C8B-B14F-4D97-AF65-F5344CB8AC3E}">
        <p14:creationId xmlns:p14="http://schemas.microsoft.com/office/powerpoint/2010/main" val="35672387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528C1-F866-68F1-BBDF-DF6E93670B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C3FF7C-F4BE-C76E-73AD-B936FA8FDC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2F5ECC-449F-80DA-D526-199F41201094}"/>
              </a:ext>
            </a:extLst>
          </p:cNvPr>
          <p:cNvSpPr>
            <a:spLocks noGrp="1"/>
          </p:cNvSpPr>
          <p:nvPr>
            <p:ph type="dt" sz="half" idx="10"/>
          </p:nvPr>
        </p:nvSpPr>
        <p:spPr/>
        <p:txBody>
          <a:bodyPr/>
          <a:lstStyle/>
          <a:p>
            <a:fld id="{F79061BD-1094-4C4E-8C4F-A3F5C6032AE7}" type="datetimeFigureOut">
              <a:rPr lang="en-US" smtClean="0"/>
              <a:t>10/20/2025</a:t>
            </a:fld>
            <a:endParaRPr lang="en-US"/>
          </a:p>
        </p:txBody>
      </p:sp>
      <p:sp>
        <p:nvSpPr>
          <p:cNvPr id="5" name="Footer Placeholder 4">
            <a:extLst>
              <a:ext uri="{FF2B5EF4-FFF2-40B4-BE49-F238E27FC236}">
                <a16:creationId xmlns:a16="http://schemas.microsoft.com/office/drawing/2014/main" id="{DEF525A6-B523-CE04-496D-75EAF90267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824D0E-BE88-94AA-99BC-23F3F45ED1C7}"/>
              </a:ext>
            </a:extLst>
          </p:cNvPr>
          <p:cNvSpPr>
            <a:spLocks noGrp="1"/>
          </p:cNvSpPr>
          <p:nvPr>
            <p:ph type="sldNum" sz="quarter" idx="12"/>
          </p:nvPr>
        </p:nvSpPr>
        <p:spPr/>
        <p:txBody>
          <a:bodyPr/>
          <a:lstStyle/>
          <a:p>
            <a:fld id="{EC38897B-E005-4818-9BFC-234EFEA6C630}" type="slidenum">
              <a:rPr lang="en-US" smtClean="0"/>
              <a:t>‹#›</a:t>
            </a:fld>
            <a:endParaRPr lang="en-US"/>
          </a:p>
        </p:txBody>
      </p:sp>
    </p:spTree>
    <p:extLst>
      <p:ext uri="{BB962C8B-B14F-4D97-AF65-F5344CB8AC3E}">
        <p14:creationId xmlns:p14="http://schemas.microsoft.com/office/powerpoint/2010/main" val="302733544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8A60-8C50-3436-002D-B1C211C51C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7C7250-70DD-360A-FF8D-C8C0D4B8B6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D76D64-775E-42C1-EE1E-BE99C2A9BF77}"/>
              </a:ext>
            </a:extLst>
          </p:cNvPr>
          <p:cNvSpPr>
            <a:spLocks noGrp="1"/>
          </p:cNvSpPr>
          <p:nvPr>
            <p:ph type="dt" sz="half" idx="10"/>
          </p:nvPr>
        </p:nvSpPr>
        <p:spPr/>
        <p:txBody>
          <a:bodyPr/>
          <a:lstStyle/>
          <a:p>
            <a:fld id="{F79061BD-1094-4C4E-8C4F-A3F5C6032AE7}" type="datetimeFigureOut">
              <a:rPr lang="en-US" smtClean="0"/>
              <a:t>10/20/2025</a:t>
            </a:fld>
            <a:endParaRPr lang="en-US"/>
          </a:p>
        </p:txBody>
      </p:sp>
      <p:sp>
        <p:nvSpPr>
          <p:cNvPr id="5" name="Footer Placeholder 4">
            <a:extLst>
              <a:ext uri="{FF2B5EF4-FFF2-40B4-BE49-F238E27FC236}">
                <a16:creationId xmlns:a16="http://schemas.microsoft.com/office/drawing/2014/main" id="{E2976AB0-A5A3-2A3B-99D3-2FE121866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E2ABAD-DAC1-C8F8-8442-CD1F051AA6B2}"/>
              </a:ext>
            </a:extLst>
          </p:cNvPr>
          <p:cNvSpPr>
            <a:spLocks noGrp="1"/>
          </p:cNvSpPr>
          <p:nvPr>
            <p:ph type="sldNum" sz="quarter" idx="12"/>
          </p:nvPr>
        </p:nvSpPr>
        <p:spPr/>
        <p:txBody>
          <a:bodyPr/>
          <a:lstStyle/>
          <a:p>
            <a:fld id="{EC38897B-E005-4818-9BFC-234EFEA6C630}" type="slidenum">
              <a:rPr lang="en-US" smtClean="0"/>
              <a:t>‹#›</a:t>
            </a:fld>
            <a:endParaRPr lang="en-US"/>
          </a:p>
        </p:txBody>
      </p:sp>
    </p:spTree>
    <p:extLst>
      <p:ext uri="{BB962C8B-B14F-4D97-AF65-F5344CB8AC3E}">
        <p14:creationId xmlns:p14="http://schemas.microsoft.com/office/powerpoint/2010/main" val="40376072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2D70B-C4A3-7CD1-7E74-F5518B5DCD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9472A3-3FA8-611D-245A-FE98BCA224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838B94-B3A8-62D8-D034-1D09C74457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824020-9FDD-3FC9-2DAC-18D9D18E7727}"/>
              </a:ext>
            </a:extLst>
          </p:cNvPr>
          <p:cNvSpPr>
            <a:spLocks noGrp="1"/>
          </p:cNvSpPr>
          <p:nvPr>
            <p:ph type="dt" sz="half" idx="10"/>
          </p:nvPr>
        </p:nvSpPr>
        <p:spPr/>
        <p:txBody>
          <a:bodyPr/>
          <a:lstStyle/>
          <a:p>
            <a:fld id="{F79061BD-1094-4C4E-8C4F-A3F5C6032AE7}" type="datetimeFigureOut">
              <a:rPr lang="en-US" smtClean="0"/>
              <a:t>10/20/2025</a:t>
            </a:fld>
            <a:endParaRPr lang="en-US"/>
          </a:p>
        </p:txBody>
      </p:sp>
      <p:sp>
        <p:nvSpPr>
          <p:cNvPr id="6" name="Footer Placeholder 5">
            <a:extLst>
              <a:ext uri="{FF2B5EF4-FFF2-40B4-BE49-F238E27FC236}">
                <a16:creationId xmlns:a16="http://schemas.microsoft.com/office/drawing/2014/main" id="{01DA55E0-F267-E4BC-CF6B-0D96CE0C90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1A14D4-9ED3-0AD1-AB46-58090BE0902E}"/>
              </a:ext>
            </a:extLst>
          </p:cNvPr>
          <p:cNvSpPr>
            <a:spLocks noGrp="1"/>
          </p:cNvSpPr>
          <p:nvPr>
            <p:ph type="sldNum" sz="quarter" idx="12"/>
          </p:nvPr>
        </p:nvSpPr>
        <p:spPr/>
        <p:txBody>
          <a:bodyPr/>
          <a:lstStyle/>
          <a:p>
            <a:fld id="{EC38897B-E005-4818-9BFC-234EFEA6C630}" type="slidenum">
              <a:rPr lang="en-US" smtClean="0"/>
              <a:t>‹#›</a:t>
            </a:fld>
            <a:endParaRPr lang="en-US"/>
          </a:p>
        </p:txBody>
      </p:sp>
    </p:spTree>
    <p:extLst>
      <p:ext uri="{BB962C8B-B14F-4D97-AF65-F5344CB8AC3E}">
        <p14:creationId xmlns:p14="http://schemas.microsoft.com/office/powerpoint/2010/main" val="392439488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D5F6D-B7C2-00EB-BE30-A31989278D7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4665A2-52B2-4E4A-710F-1C93FA4BFA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241142-79F5-5B2D-6551-3EB93A5EA1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E4EAA6-BC2E-C3D9-6534-2572656209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6CABEF-E32E-06D5-3572-1DA1E89496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D63795-D72B-EB00-5003-50B7CEDDC50C}"/>
              </a:ext>
            </a:extLst>
          </p:cNvPr>
          <p:cNvSpPr>
            <a:spLocks noGrp="1"/>
          </p:cNvSpPr>
          <p:nvPr>
            <p:ph type="dt" sz="half" idx="10"/>
          </p:nvPr>
        </p:nvSpPr>
        <p:spPr/>
        <p:txBody>
          <a:bodyPr/>
          <a:lstStyle/>
          <a:p>
            <a:fld id="{F79061BD-1094-4C4E-8C4F-A3F5C6032AE7}" type="datetimeFigureOut">
              <a:rPr lang="en-US" smtClean="0"/>
              <a:t>10/20/2025</a:t>
            </a:fld>
            <a:endParaRPr lang="en-US"/>
          </a:p>
        </p:txBody>
      </p:sp>
      <p:sp>
        <p:nvSpPr>
          <p:cNvPr id="8" name="Footer Placeholder 7">
            <a:extLst>
              <a:ext uri="{FF2B5EF4-FFF2-40B4-BE49-F238E27FC236}">
                <a16:creationId xmlns:a16="http://schemas.microsoft.com/office/drawing/2014/main" id="{90F51B7B-E737-CD25-9EA2-6CBBF3346B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62CBAE-EC1F-B6F5-0BC1-09B7DA93ABC7}"/>
              </a:ext>
            </a:extLst>
          </p:cNvPr>
          <p:cNvSpPr>
            <a:spLocks noGrp="1"/>
          </p:cNvSpPr>
          <p:nvPr>
            <p:ph type="sldNum" sz="quarter" idx="12"/>
          </p:nvPr>
        </p:nvSpPr>
        <p:spPr/>
        <p:txBody>
          <a:bodyPr/>
          <a:lstStyle/>
          <a:p>
            <a:fld id="{EC38897B-E005-4818-9BFC-234EFEA6C630}" type="slidenum">
              <a:rPr lang="en-US" smtClean="0"/>
              <a:t>‹#›</a:t>
            </a:fld>
            <a:endParaRPr lang="en-US"/>
          </a:p>
        </p:txBody>
      </p:sp>
    </p:spTree>
    <p:extLst>
      <p:ext uri="{BB962C8B-B14F-4D97-AF65-F5344CB8AC3E}">
        <p14:creationId xmlns:p14="http://schemas.microsoft.com/office/powerpoint/2010/main" val="62878457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1B4CD-356F-B497-B752-59ED4CADE7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E5B0165-A45A-B6F1-6189-2024E1847B74}"/>
              </a:ext>
            </a:extLst>
          </p:cNvPr>
          <p:cNvSpPr>
            <a:spLocks noGrp="1"/>
          </p:cNvSpPr>
          <p:nvPr>
            <p:ph type="dt" sz="half" idx="10"/>
          </p:nvPr>
        </p:nvSpPr>
        <p:spPr/>
        <p:txBody>
          <a:bodyPr/>
          <a:lstStyle/>
          <a:p>
            <a:fld id="{F79061BD-1094-4C4E-8C4F-A3F5C6032AE7}" type="datetimeFigureOut">
              <a:rPr lang="en-US" smtClean="0"/>
              <a:t>10/20/2025</a:t>
            </a:fld>
            <a:endParaRPr lang="en-US"/>
          </a:p>
        </p:txBody>
      </p:sp>
      <p:sp>
        <p:nvSpPr>
          <p:cNvPr id="4" name="Footer Placeholder 3">
            <a:extLst>
              <a:ext uri="{FF2B5EF4-FFF2-40B4-BE49-F238E27FC236}">
                <a16:creationId xmlns:a16="http://schemas.microsoft.com/office/drawing/2014/main" id="{0772AF52-4F31-7A9C-8479-5883BB4B77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496761-E66B-C4AC-80ED-FA7F9A864779}"/>
              </a:ext>
            </a:extLst>
          </p:cNvPr>
          <p:cNvSpPr>
            <a:spLocks noGrp="1"/>
          </p:cNvSpPr>
          <p:nvPr>
            <p:ph type="sldNum" sz="quarter" idx="12"/>
          </p:nvPr>
        </p:nvSpPr>
        <p:spPr/>
        <p:txBody>
          <a:bodyPr/>
          <a:lstStyle/>
          <a:p>
            <a:fld id="{EC38897B-E005-4818-9BFC-234EFEA6C630}" type="slidenum">
              <a:rPr lang="en-US" smtClean="0"/>
              <a:t>‹#›</a:t>
            </a:fld>
            <a:endParaRPr lang="en-US"/>
          </a:p>
        </p:txBody>
      </p:sp>
    </p:spTree>
    <p:extLst>
      <p:ext uri="{BB962C8B-B14F-4D97-AF65-F5344CB8AC3E}">
        <p14:creationId xmlns:p14="http://schemas.microsoft.com/office/powerpoint/2010/main" val="306409329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882B6E-52CC-F315-5510-ECAD4704B0F5}"/>
              </a:ext>
            </a:extLst>
          </p:cNvPr>
          <p:cNvSpPr>
            <a:spLocks noGrp="1"/>
          </p:cNvSpPr>
          <p:nvPr>
            <p:ph type="dt" sz="half" idx="10"/>
          </p:nvPr>
        </p:nvSpPr>
        <p:spPr/>
        <p:txBody>
          <a:bodyPr/>
          <a:lstStyle/>
          <a:p>
            <a:fld id="{F79061BD-1094-4C4E-8C4F-A3F5C6032AE7}" type="datetimeFigureOut">
              <a:rPr lang="en-US" smtClean="0"/>
              <a:t>10/20/2025</a:t>
            </a:fld>
            <a:endParaRPr lang="en-US"/>
          </a:p>
        </p:txBody>
      </p:sp>
      <p:sp>
        <p:nvSpPr>
          <p:cNvPr id="3" name="Footer Placeholder 2">
            <a:extLst>
              <a:ext uri="{FF2B5EF4-FFF2-40B4-BE49-F238E27FC236}">
                <a16:creationId xmlns:a16="http://schemas.microsoft.com/office/drawing/2014/main" id="{9688D105-A1CD-E822-F0E6-44B76683E6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EF0F85-B000-1CFB-F914-0EE93497F41A}"/>
              </a:ext>
            </a:extLst>
          </p:cNvPr>
          <p:cNvSpPr>
            <a:spLocks noGrp="1"/>
          </p:cNvSpPr>
          <p:nvPr>
            <p:ph type="sldNum" sz="quarter" idx="12"/>
          </p:nvPr>
        </p:nvSpPr>
        <p:spPr/>
        <p:txBody>
          <a:bodyPr/>
          <a:lstStyle/>
          <a:p>
            <a:fld id="{EC38897B-E005-4818-9BFC-234EFEA6C630}" type="slidenum">
              <a:rPr lang="en-US" smtClean="0"/>
              <a:t>‹#›</a:t>
            </a:fld>
            <a:endParaRPr lang="en-US"/>
          </a:p>
        </p:txBody>
      </p:sp>
    </p:spTree>
    <p:extLst>
      <p:ext uri="{BB962C8B-B14F-4D97-AF65-F5344CB8AC3E}">
        <p14:creationId xmlns:p14="http://schemas.microsoft.com/office/powerpoint/2010/main" val="173584424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4581F-8B5D-5700-5656-A1D71C0E7E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7364D3-5218-FCC1-FFB7-94F88CF91A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27363E-556D-6D5C-1663-7F6CC99AA3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6E7311-26D6-D884-EAB1-096F5B341E2D}"/>
              </a:ext>
            </a:extLst>
          </p:cNvPr>
          <p:cNvSpPr>
            <a:spLocks noGrp="1"/>
          </p:cNvSpPr>
          <p:nvPr>
            <p:ph type="dt" sz="half" idx="10"/>
          </p:nvPr>
        </p:nvSpPr>
        <p:spPr/>
        <p:txBody>
          <a:bodyPr/>
          <a:lstStyle/>
          <a:p>
            <a:fld id="{F79061BD-1094-4C4E-8C4F-A3F5C6032AE7}" type="datetimeFigureOut">
              <a:rPr lang="en-US" smtClean="0"/>
              <a:t>10/20/2025</a:t>
            </a:fld>
            <a:endParaRPr lang="en-US"/>
          </a:p>
        </p:txBody>
      </p:sp>
      <p:sp>
        <p:nvSpPr>
          <p:cNvPr id="6" name="Footer Placeholder 5">
            <a:extLst>
              <a:ext uri="{FF2B5EF4-FFF2-40B4-BE49-F238E27FC236}">
                <a16:creationId xmlns:a16="http://schemas.microsoft.com/office/drawing/2014/main" id="{B3B16689-0C5B-EB2E-9FD1-B6CAF0395B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06C25C-9A80-C63E-A6E8-8A45D7D329D5}"/>
              </a:ext>
            </a:extLst>
          </p:cNvPr>
          <p:cNvSpPr>
            <a:spLocks noGrp="1"/>
          </p:cNvSpPr>
          <p:nvPr>
            <p:ph type="sldNum" sz="quarter" idx="12"/>
          </p:nvPr>
        </p:nvSpPr>
        <p:spPr/>
        <p:txBody>
          <a:bodyPr/>
          <a:lstStyle/>
          <a:p>
            <a:fld id="{EC38897B-E005-4818-9BFC-234EFEA6C630}" type="slidenum">
              <a:rPr lang="en-US" smtClean="0"/>
              <a:t>‹#›</a:t>
            </a:fld>
            <a:endParaRPr lang="en-US"/>
          </a:p>
        </p:txBody>
      </p:sp>
    </p:spTree>
    <p:extLst>
      <p:ext uri="{BB962C8B-B14F-4D97-AF65-F5344CB8AC3E}">
        <p14:creationId xmlns:p14="http://schemas.microsoft.com/office/powerpoint/2010/main" val="367983479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AFF3D-9F3A-5A6F-FE3E-9AE297AD9F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EE9223-B5F6-0D9D-1E08-9942E57D73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E3A952-4E52-3217-F06E-6881D48C4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57BE6B-C9C1-7F08-6048-18F526C8ED56}"/>
              </a:ext>
            </a:extLst>
          </p:cNvPr>
          <p:cNvSpPr>
            <a:spLocks noGrp="1"/>
          </p:cNvSpPr>
          <p:nvPr>
            <p:ph type="dt" sz="half" idx="10"/>
          </p:nvPr>
        </p:nvSpPr>
        <p:spPr/>
        <p:txBody>
          <a:bodyPr/>
          <a:lstStyle/>
          <a:p>
            <a:fld id="{F79061BD-1094-4C4E-8C4F-A3F5C6032AE7}" type="datetimeFigureOut">
              <a:rPr lang="en-US" smtClean="0"/>
              <a:t>10/20/2025</a:t>
            </a:fld>
            <a:endParaRPr lang="en-US"/>
          </a:p>
        </p:txBody>
      </p:sp>
      <p:sp>
        <p:nvSpPr>
          <p:cNvPr id="6" name="Footer Placeholder 5">
            <a:extLst>
              <a:ext uri="{FF2B5EF4-FFF2-40B4-BE49-F238E27FC236}">
                <a16:creationId xmlns:a16="http://schemas.microsoft.com/office/drawing/2014/main" id="{72256A93-B837-B350-E8E2-3BD18ABA8A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ECEF51-351C-C712-02CF-034D66762E76}"/>
              </a:ext>
            </a:extLst>
          </p:cNvPr>
          <p:cNvSpPr>
            <a:spLocks noGrp="1"/>
          </p:cNvSpPr>
          <p:nvPr>
            <p:ph type="sldNum" sz="quarter" idx="12"/>
          </p:nvPr>
        </p:nvSpPr>
        <p:spPr/>
        <p:txBody>
          <a:bodyPr/>
          <a:lstStyle/>
          <a:p>
            <a:fld id="{EC38897B-E005-4818-9BFC-234EFEA6C630}" type="slidenum">
              <a:rPr lang="en-US" smtClean="0"/>
              <a:t>‹#›</a:t>
            </a:fld>
            <a:endParaRPr lang="en-US"/>
          </a:p>
        </p:txBody>
      </p:sp>
    </p:spTree>
    <p:extLst>
      <p:ext uri="{BB962C8B-B14F-4D97-AF65-F5344CB8AC3E}">
        <p14:creationId xmlns:p14="http://schemas.microsoft.com/office/powerpoint/2010/main" val="223436270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8B04C-D92E-43AF-AE8A-4A69A38742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E68D5A-FBFC-B013-A404-64AD6DF82C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7C9A7-F702-69C4-B96B-7D22EE47F9B5}"/>
              </a:ext>
            </a:extLst>
          </p:cNvPr>
          <p:cNvSpPr>
            <a:spLocks noGrp="1"/>
          </p:cNvSpPr>
          <p:nvPr>
            <p:ph type="dt" sz="half" idx="10"/>
          </p:nvPr>
        </p:nvSpPr>
        <p:spPr/>
        <p:txBody>
          <a:bodyPr/>
          <a:lstStyle/>
          <a:p>
            <a:fld id="{F79061BD-1094-4C4E-8C4F-A3F5C6032AE7}" type="datetimeFigureOut">
              <a:rPr lang="en-US" smtClean="0"/>
              <a:t>10/20/2025</a:t>
            </a:fld>
            <a:endParaRPr lang="en-US"/>
          </a:p>
        </p:txBody>
      </p:sp>
      <p:sp>
        <p:nvSpPr>
          <p:cNvPr id="5" name="Footer Placeholder 4">
            <a:extLst>
              <a:ext uri="{FF2B5EF4-FFF2-40B4-BE49-F238E27FC236}">
                <a16:creationId xmlns:a16="http://schemas.microsoft.com/office/drawing/2014/main" id="{23DF21EE-5E3B-4105-103E-50F2C8A5D0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677484-AAF4-CC15-FFB2-FB6F7665FDB0}"/>
              </a:ext>
            </a:extLst>
          </p:cNvPr>
          <p:cNvSpPr>
            <a:spLocks noGrp="1"/>
          </p:cNvSpPr>
          <p:nvPr>
            <p:ph type="sldNum" sz="quarter" idx="12"/>
          </p:nvPr>
        </p:nvSpPr>
        <p:spPr/>
        <p:txBody>
          <a:bodyPr/>
          <a:lstStyle/>
          <a:p>
            <a:fld id="{EC38897B-E005-4818-9BFC-234EFEA6C630}" type="slidenum">
              <a:rPr lang="en-US" smtClean="0"/>
              <a:t>‹#›</a:t>
            </a:fld>
            <a:endParaRPr lang="en-US"/>
          </a:p>
        </p:txBody>
      </p:sp>
    </p:spTree>
    <p:extLst>
      <p:ext uri="{BB962C8B-B14F-4D97-AF65-F5344CB8AC3E}">
        <p14:creationId xmlns:p14="http://schemas.microsoft.com/office/powerpoint/2010/main" val="179359122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E499B6-51A0-D0A2-9BCF-B3BF00BDC68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B770C79-F580-5EE3-A9FF-B3F7AB2503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57E7AB-A79F-8C09-8A2A-1F2E51D25358}"/>
              </a:ext>
            </a:extLst>
          </p:cNvPr>
          <p:cNvSpPr>
            <a:spLocks noGrp="1"/>
          </p:cNvSpPr>
          <p:nvPr>
            <p:ph type="dt" sz="half" idx="10"/>
          </p:nvPr>
        </p:nvSpPr>
        <p:spPr/>
        <p:txBody>
          <a:bodyPr/>
          <a:lstStyle/>
          <a:p>
            <a:fld id="{F79061BD-1094-4C4E-8C4F-A3F5C6032AE7}" type="datetimeFigureOut">
              <a:rPr lang="en-US" smtClean="0"/>
              <a:t>10/20/2025</a:t>
            </a:fld>
            <a:endParaRPr lang="en-US"/>
          </a:p>
        </p:txBody>
      </p:sp>
      <p:sp>
        <p:nvSpPr>
          <p:cNvPr id="5" name="Footer Placeholder 4">
            <a:extLst>
              <a:ext uri="{FF2B5EF4-FFF2-40B4-BE49-F238E27FC236}">
                <a16:creationId xmlns:a16="http://schemas.microsoft.com/office/drawing/2014/main" id="{6E2A08CF-8140-7A88-AA01-758EC7ED25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45CD9E-2CE4-B628-9DE5-8C7641A82922}"/>
              </a:ext>
            </a:extLst>
          </p:cNvPr>
          <p:cNvSpPr>
            <a:spLocks noGrp="1"/>
          </p:cNvSpPr>
          <p:nvPr>
            <p:ph type="sldNum" sz="quarter" idx="12"/>
          </p:nvPr>
        </p:nvSpPr>
        <p:spPr/>
        <p:txBody>
          <a:bodyPr/>
          <a:lstStyle/>
          <a:p>
            <a:fld id="{EC38897B-E005-4818-9BFC-234EFEA6C630}" type="slidenum">
              <a:rPr lang="en-US" smtClean="0"/>
              <a:t>‹#›</a:t>
            </a:fld>
            <a:endParaRPr lang="en-US"/>
          </a:p>
        </p:txBody>
      </p:sp>
    </p:spTree>
    <p:extLst>
      <p:ext uri="{BB962C8B-B14F-4D97-AF65-F5344CB8AC3E}">
        <p14:creationId xmlns:p14="http://schemas.microsoft.com/office/powerpoint/2010/main" val="414210319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Section Header Gra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B8AD4-5298-7DA9-DDAD-3AB53AF2F9F5}"/>
              </a:ext>
            </a:extLst>
          </p:cNvPr>
          <p:cNvSpPr>
            <a:spLocks noGrp="1"/>
          </p:cNvSpPr>
          <p:nvPr>
            <p:ph type="title"/>
          </p:nvPr>
        </p:nvSpPr>
        <p:spPr>
          <a:xfrm>
            <a:off x="287338" y="266705"/>
            <a:ext cx="8674100" cy="1758623"/>
          </a:xfrm>
        </p:spPr>
        <p:txBody>
          <a:bodyPr anchor="t">
            <a:spAutoFit/>
          </a:bodyPr>
          <a:lstStyle>
            <a:lvl1pPr>
              <a:lnSpc>
                <a:spcPct val="80000"/>
              </a:lnSpc>
              <a:defRPr lang="en-GB" sz="7000" b="0" i="0" kern="1200" spc="0" baseline="0" smtClean="0">
                <a:solidFill>
                  <a:schemeClr val="bg1"/>
                </a:solidFill>
                <a:latin typeface="+mj-lt"/>
                <a:ea typeface="+mj-ea"/>
                <a:cs typeface="+mj-cs"/>
              </a:defRPr>
            </a:lvl1pPr>
          </a:lstStyle>
          <a:p>
            <a:r>
              <a:rPr lang="en-US"/>
              <a:t>Click to edit Master title style</a:t>
            </a:r>
            <a:endParaRPr lang="en-GB" dirty="0"/>
          </a:p>
        </p:txBody>
      </p:sp>
      <p:sp>
        <p:nvSpPr>
          <p:cNvPr id="6" name="Slide Number Placeholder 5">
            <a:extLst>
              <a:ext uri="{FF2B5EF4-FFF2-40B4-BE49-F238E27FC236}">
                <a16:creationId xmlns:a16="http://schemas.microsoft.com/office/drawing/2014/main" id="{6F49183B-3F5F-D40F-DF08-A45F8678A099}"/>
              </a:ext>
            </a:extLst>
          </p:cNvPr>
          <p:cNvSpPr>
            <a:spLocks noGrp="1"/>
          </p:cNvSpPr>
          <p:nvPr>
            <p:ph type="sldNum" sz="quarter" idx="12"/>
          </p:nvPr>
        </p:nvSpPr>
        <p:spPr/>
        <p:txBody>
          <a:bodyPr/>
          <a:lstStyle>
            <a:lvl1pPr>
              <a:defRPr>
                <a:solidFill>
                  <a:schemeClr val="bg1"/>
                </a:solidFill>
              </a:defRPr>
            </a:lvl1pPr>
          </a:lstStyle>
          <a:p>
            <a:fld id="{AEC8D767-5246-2244-A4A3-B8AFB218393C}" type="slidenum">
              <a:rPr lang="en-GB" smtClean="0"/>
              <a:pPr/>
              <a:t>‹#›</a:t>
            </a:fld>
            <a:endParaRPr lang="en-GB"/>
          </a:p>
        </p:txBody>
      </p:sp>
      <p:sp>
        <p:nvSpPr>
          <p:cNvPr id="3" name="Text Placeholder 31">
            <a:extLst>
              <a:ext uri="{FF2B5EF4-FFF2-40B4-BE49-F238E27FC236}">
                <a16:creationId xmlns:a16="http://schemas.microsoft.com/office/drawing/2014/main" id="{4D4C34F6-671F-EEC0-FEE1-02A18D85B646}"/>
              </a:ext>
            </a:extLst>
          </p:cNvPr>
          <p:cNvSpPr>
            <a:spLocks noGrp="1"/>
          </p:cNvSpPr>
          <p:nvPr>
            <p:ph type="body" sz="quarter" idx="10" hasCustomPrompt="1"/>
          </p:nvPr>
        </p:nvSpPr>
        <p:spPr>
          <a:xfrm>
            <a:off x="287339" y="4389438"/>
            <a:ext cx="5760000" cy="1376362"/>
          </a:xfrm>
        </p:spPr>
        <p:txBody>
          <a:bodyPr anchor="b"/>
          <a:lstStyle>
            <a:lvl1pPr>
              <a:lnSpc>
                <a:spcPct val="100000"/>
              </a:lnSpc>
              <a:spcBef>
                <a:spcPts val="0"/>
              </a:spcBef>
              <a:spcAft>
                <a:spcPts val="0"/>
              </a:spcAft>
              <a:defRPr sz="1400">
                <a:solidFill>
                  <a:schemeClr val="bg1"/>
                </a:solidFill>
              </a:defRPr>
            </a:lvl1pPr>
          </a:lstStyle>
          <a:p>
            <a:r>
              <a:rPr lang="en-US" noProof="0" dirty="0"/>
              <a:t>Supporting details.</a:t>
            </a:r>
            <a:r>
              <a:rPr lang="en-GB" dirty="0"/>
              <a:t> Delete if not required. </a:t>
            </a:r>
            <a:r>
              <a:rPr lang="en-US" noProof="0" dirty="0"/>
              <a:t>Right click on background &gt; Select ‘Format background’ &gt; Select color fill to change color.</a:t>
            </a:r>
          </a:p>
        </p:txBody>
      </p:sp>
      <p:sp>
        <p:nvSpPr>
          <p:cNvPr id="4" name="Footer Placeholder 4">
            <a:extLst>
              <a:ext uri="{FF2B5EF4-FFF2-40B4-BE49-F238E27FC236}">
                <a16:creationId xmlns:a16="http://schemas.microsoft.com/office/drawing/2014/main" id="{A83A6692-6756-028A-9F7E-2811210F0747}"/>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bg1"/>
                </a:solidFill>
                <a:latin typeface="+mn-lt"/>
              </a:defRPr>
            </a:lvl1pPr>
          </a:lstStyle>
          <a:p>
            <a:pPr>
              <a:spcBef>
                <a:spcPts val="0"/>
              </a:spcBef>
              <a:spcAft>
                <a:spcPts val="300"/>
              </a:spcAft>
            </a:pPr>
            <a:r>
              <a:rPr lang="en-US" b="0" i="0" dirty="0">
                <a:effectLst/>
              </a:rPr>
              <a:t>Slide legal disclaimer goes here if required
Slide footer goes here if required. Turn off globally using the Header/Footer function (under the Insert menu).</a:t>
            </a:r>
          </a:p>
        </p:txBody>
      </p:sp>
      <p:sp>
        <p:nvSpPr>
          <p:cNvPr id="7" name="Graphic 6">
            <a:extLst>
              <a:ext uri="{FF2B5EF4-FFF2-40B4-BE49-F238E27FC236}">
                <a16:creationId xmlns:a16="http://schemas.microsoft.com/office/drawing/2014/main" id="{FB77D400-983F-6534-C3D0-AA72DAD1697B}"/>
              </a:ext>
            </a:extLst>
          </p:cNvPr>
          <p:cNvSpPr>
            <a:spLocks noChangeAspect="1"/>
          </p:cNvSpPr>
          <p:nvPr userDrawn="1"/>
        </p:nvSpPr>
        <p:spPr>
          <a:xfrm>
            <a:off x="288303" y="6416713"/>
            <a:ext cx="2102687" cy="147600"/>
          </a:xfrm>
          <a:custGeom>
            <a:avLst/>
            <a:gdLst>
              <a:gd name="connsiteX0" fmla="*/ 4672481 w 11413077"/>
              <a:gd name="connsiteY0" fmla="*/ 236351 h 801151"/>
              <a:gd name="connsiteX1" fmla="*/ 4578324 w 11413077"/>
              <a:gd name="connsiteY1" fmla="*/ 236351 h 801151"/>
              <a:gd name="connsiteX2" fmla="*/ 4436614 w 11413077"/>
              <a:gd name="connsiteY2" fmla="*/ 678512 h 801151"/>
              <a:gd name="connsiteX3" fmla="*/ 4293794 w 11413077"/>
              <a:gd name="connsiteY3" fmla="*/ 236351 h 801151"/>
              <a:gd name="connsiteX4" fmla="*/ 4196308 w 11413077"/>
              <a:gd name="connsiteY4" fmla="*/ 236351 h 801151"/>
              <a:gd name="connsiteX5" fmla="*/ 4376855 w 11413077"/>
              <a:gd name="connsiteY5" fmla="*/ 783609 h 801151"/>
              <a:gd name="connsiteX6" fmla="*/ 4492093 w 11413077"/>
              <a:gd name="connsiteY6" fmla="*/ 783609 h 801151"/>
              <a:gd name="connsiteX7" fmla="*/ 4672481 w 11413077"/>
              <a:gd name="connsiteY7" fmla="*/ 236351 h 801151"/>
              <a:gd name="connsiteX8" fmla="*/ 5829624 w 11413077"/>
              <a:gd name="connsiteY8" fmla="*/ 236351 h 801151"/>
              <a:gd name="connsiteX9" fmla="*/ 5737687 w 11413077"/>
              <a:gd name="connsiteY9" fmla="*/ 236351 h 801151"/>
              <a:gd name="connsiteX10" fmla="*/ 5737687 w 11413077"/>
              <a:gd name="connsiteY10" fmla="*/ 783609 h 801151"/>
              <a:gd name="connsiteX11" fmla="*/ 5829624 w 11413077"/>
              <a:gd name="connsiteY11" fmla="*/ 783609 h 801151"/>
              <a:gd name="connsiteX12" fmla="*/ 5829624 w 11413077"/>
              <a:gd name="connsiteY12" fmla="*/ 236351 h 801151"/>
              <a:gd name="connsiteX13" fmla="*/ 6394405 w 11413077"/>
              <a:gd name="connsiteY13" fmla="*/ 236351 h 801151"/>
              <a:gd name="connsiteX14" fmla="*/ 6300249 w 11413077"/>
              <a:gd name="connsiteY14" fmla="*/ 236351 h 801151"/>
              <a:gd name="connsiteX15" fmla="*/ 6158538 w 11413077"/>
              <a:gd name="connsiteY15" fmla="*/ 678512 h 801151"/>
              <a:gd name="connsiteX16" fmla="*/ 6015718 w 11413077"/>
              <a:gd name="connsiteY16" fmla="*/ 236351 h 801151"/>
              <a:gd name="connsiteX17" fmla="*/ 5918233 w 11413077"/>
              <a:gd name="connsiteY17" fmla="*/ 236351 h 801151"/>
              <a:gd name="connsiteX18" fmla="*/ 6098779 w 11413077"/>
              <a:gd name="connsiteY18" fmla="*/ 783609 h 801151"/>
              <a:gd name="connsiteX19" fmla="*/ 6214018 w 11413077"/>
              <a:gd name="connsiteY19" fmla="*/ 783609 h 801151"/>
              <a:gd name="connsiteX20" fmla="*/ 6394405 w 11413077"/>
              <a:gd name="connsiteY20" fmla="*/ 236351 h 801151"/>
              <a:gd name="connsiteX21" fmla="*/ 9473991 w 11413077"/>
              <a:gd name="connsiteY21" fmla="*/ 236351 h 801151"/>
              <a:gd name="connsiteX22" fmla="*/ 9382053 w 11413077"/>
              <a:gd name="connsiteY22" fmla="*/ 236351 h 801151"/>
              <a:gd name="connsiteX23" fmla="*/ 9382053 w 11413077"/>
              <a:gd name="connsiteY23" fmla="*/ 783609 h 801151"/>
              <a:gd name="connsiteX24" fmla="*/ 9473991 w 11413077"/>
              <a:gd name="connsiteY24" fmla="*/ 783609 h 801151"/>
              <a:gd name="connsiteX25" fmla="*/ 9473991 w 11413077"/>
              <a:gd name="connsiteY25" fmla="*/ 236351 h 801151"/>
              <a:gd name="connsiteX26" fmla="*/ 10264494 w 11413077"/>
              <a:gd name="connsiteY26" fmla="*/ 236351 h 801151"/>
              <a:gd name="connsiteX27" fmla="*/ 10172556 w 11413077"/>
              <a:gd name="connsiteY27" fmla="*/ 236351 h 801151"/>
              <a:gd name="connsiteX28" fmla="*/ 10172556 w 11413077"/>
              <a:gd name="connsiteY28" fmla="*/ 783609 h 801151"/>
              <a:gd name="connsiteX29" fmla="*/ 10264494 w 11413077"/>
              <a:gd name="connsiteY29" fmla="*/ 783609 h 801151"/>
              <a:gd name="connsiteX30" fmla="*/ 10264494 w 11413077"/>
              <a:gd name="connsiteY30" fmla="*/ 236351 h 801151"/>
              <a:gd name="connsiteX31" fmla="*/ 2788874 w 11413077"/>
              <a:gd name="connsiteY31" fmla="*/ 225387 h 801151"/>
              <a:gd name="connsiteX32" fmla="*/ 2633848 w 11413077"/>
              <a:gd name="connsiteY32" fmla="*/ 320617 h 801151"/>
              <a:gd name="connsiteX33" fmla="*/ 2633848 w 11413077"/>
              <a:gd name="connsiteY33" fmla="*/ 236351 h 801151"/>
              <a:gd name="connsiteX34" fmla="*/ 2541911 w 11413077"/>
              <a:gd name="connsiteY34" fmla="*/ 236351 h 801151"/>
              <a:gd name="connsiteX35" fmla="*/ 2541911 w 11413077"/>
              <a:gd name="connsiteY35" fmla="*/ 783609 h 801151"/>
              <a:gd name="connsiteX36" fmla="*/ 2633848 w 11413077"/>
              <a:gd name="connsiteY36" fmla="*/ 783609 h 801151"/>
              <a:gd name="connsiteX37" fmla="*/ 2633848 w 11413077"/>
              <a:gd name="connsiteY37" fmla="*/ 423522 h 801151"/>
              <a:gd name="connsiteX38" fmla="*/ 2754635 w 11413077"/>
              <a:gd name="connsiteY38" fmla="*/ 295557 h 801151"/>
              <a:gd name="connsiteX39" fmla="*/ 2874312 w 11413077"/>
              <a:gd name="connsiteY39" fmla="*/ 423522 h 801151"/>
              <a:gd name="connsiteX40" fmla="*/ 2874312 w 11413077"/>
              <a:gd name="connsiteY40" fmla="*/ 783609 h 801151"/>
              <a:gd name="connsiteX41" fmla="*/ 2966249 w 11413077"/>
              <a:gd name="connsiteY41" fmla="*/ 783609 h 801151"/>
              <a:gd name="connsiteX42" fmla="*/ 2966249 w 11413077"/>
              <a:gd name="connsiteY42" fmla="*/ 404883 h 801151"/>
              <a:gd name="connsiteX43" fmla="*/ 2788874 w 11413077"/>
              <a:gd name="connsiteY43" fmla="*/ 225387 h 801151"/>
              <a:gd name="connsiteX44" fmla="*/ 3345887 w 11413077"/>
              <a:gd name="connsiteY44" fmla="*/ 225387 h 801151"/>
              <a:gd name="connsiteX45" fmla="*/ 3190862 w 11413077"/>
              <a:gd name="connsiteY45" fmla="*/ 320617 h 801151"/>
              <a:gd name="connsiteX46" fmla="*/ 3190862 w 11413077"/>
              <a:gd name="connsiteY46" fmla="*/ 236351 h 801151"/>
              <a:gd name="connsiteX47" fmla="*/ 3098925 w 11413077"/>
              <a:gd name="connsiteY47" fmla="*/ 236351 h 801151"/>
              <a:gd name="connsiteX48" fmla="*/ 3098925 w 11413077"/>
              <a:gd name="connsiteY48" fmla="*/ 783609 h 801151"/>
              <a:gd name="connsiteX49" fmla="*/ 3190862 w 11413077"/>
              <a:gd name="connsiteY49" fmla="*/ 783609 h 801151"/>
              <a:gd name="connsiteX50" fmla="*/ 3190862 w 11413077"/>
              <a:gd name="connsiteY50" fmla="*/ 423522 h 801151"/>
              <a:gd name="connsiteX51" fmla="*/ 3311649 w 11413077"/>
              <a:gd name="connsiteY51" fmla="*/ 295557 h 801151"/>
              <a:gd name="connsiteX52" fmla="*/ 3431326 w 11413077"/>
              <a:gd name="connsiteY52" fmla="*/ 423522 h 801151"/>
              <a:gd name="connsiteX53" fmla="*/ 3431326 w 11413077"/>
              <a:gd name="connsiteY53" fmla="*/ 783609 h 801151"/>
              <a:gd name="connsiteX54" fmla="*/ 3523263 w 11413077"/>
              <a:gd name="connsiteY54" fmla="*/ 783609 h 801151"/>
              <a:gd name="connsiteX55" fmla="*/ 3523263 w 11413077"/>
              <a:gd name="connsiteY55" fmla="*/ 404883 h 801151"/>
              <a:gd name="connsiteX56" fmla="*/ 3345887 w 11413077"/>
              <a:gd name="connsiteY56" fmla="*/ 225387 h 801151"/>
              <a:gd name="connsiteX57" fmla="*/ 3892915 w 11413077"/>
              <a:gd name="connsiteY57" fmla="*/ 716729 h 801151"/>
              <a:gd name="connsiteX58" fmla="*/ 3735671 w 11413077"/>
              <a:gd name="connsiteY58" fmla="*/ 509823 h 801151"/>
              <a:gd name="connsiteX59" fmla="*/ 3892915 w 11413077"/>
              <a:gd name="connsiteY59" fmla="*/ 302918 h 801151"/>
              <a:gd name="connsiteX60" fmla="*/ 4050160 w 11413077"/>
              <a:gd name="connsiteY60" fmla="*/ 509823 h 801151"/>
              <a:gd name="connsiteX61" fmla="*/ 3892915 w 11413077"/>
              <a:gd name="connsiteY61" fmla="*/ 716729 h 801151"/>
              <a:gd name="connsiteX62" fmla="*/ 3897195 w 11413077"/>
              <a:gd name="connsiteY62" fmla="*/ 225387 h 801151"/>
              <a:gd name="connsiteX63" fmla="*/ 3639136 w 11413077"/>
              <a:gd name="connsiteY63" fmla="*/ 516558 h 801151"/>
              <a:gd name="connsiteX64" fmla="*/ 3888318 w 11413077"/>
              <a:gd name="connsiteY64" fmla="*/ 794573 h 801151"/>
              <a:gd name="connsiteX65" fmla="*/ 4146377 w 11413077"/>
              <a:gd name="connsiteY65" fmla="*/ 503402 h 801151"/>
              <a:gd name="connsiteX66" fmla="*/ 3897195 w 11413077"/>
              <a:gd name="connsiteY66" fmla="*/ 225387 h 801151"/>
              <a:gd name="connsiteX67" fmla="*/ 4953682 w 11413077"/>
              <a:gd name="connsiteY67" fmla="*/ 728789 h 801151"/>
              <a:gd name="connsiteX68" fmla="*/ 4847321 w 11413077"/>
              <a:gd name="connsiteY68" fmla="*/ 632463 h 801151"/>
              <a:gd name="connsiteX69" fmla="*/ 4940367 w 11413077"/>
              <a:gd name="connsiteY69" fmla="*/ 540522 h 801151"/>
              <a:gd name="connsiteX70" fmla="*/ 5007894 w 11413077"/>
              <a:gd name="connsiteY70" fmla="*/ 524077 h 801151"/>
              <a:gd name="connsiteX71" fmla="*/ 5082078 w 11413077"/>
              <a:gd name="connsiteY71" fmla="*/ 499956 h 801151"/>
              <a:gd name="connsiteX72" fmla="*/ 5082078 w 11413077"/>
              <a:gd name="connsiteY72" fmla="*/ 606150 h 801151"/>
              <a:gd name="connsiteX73" fmla="*/ 4953682 w 11413077"/>
              <a:gd name="connsiteY73" fmla="*/ 728789 h 801151"/>
              <a:gd name="connsiteX74" fmla="*/ 4982532 w 11413077"/>
              <a:gd name="connsiteY74" fmla="*/ 225387 h 801151"/>
              <a:gd name="connsiteX75" fmla="*/ 4758871 w 11413077"/>
              <a:gd name="connsiteY75" fmla="*/ 400497 h 801151"/>
              <a:gd name="connsiteX76" fmla="*/ 4844151 w 11413077"/>
              <a:gd name="connsiteY76" fmla="*/ 418040 h 801151"/>
              <a:gd name="connsiteX77" fmla="*/ 4975875 w 11413077"/>
              <a:gd name="connsiteY77" fmla="*/ 295400 h 801151"/>
              <a:gd name="connsiteX78" fmla="*/ 5082237 w 11413077"/>
              <a:gd name="connsiteY78" fmla="*/ 397208 h 801151"/>
              <a:gd name="connsiteX79" fmla="*/ 5082237 w 11413077"/>
              <a:gd name="connsiteY79" fmla="*/ 400497 h 801151"/>
              <a:gd name="connsiteX80" fmla="*/ 5050058 w 11413077"/>
              <a:gd name="connsiteY80" fmla="*/ 444196 h 801151"/>
              <a:gd name="connsiteX81" fmla="*/ 4890595 w 11413077"/>
              <a:gd name="connsiteY81" fmla="*/ 483667 h 801151"/>
              <a:gd name="connsiteX82" fmla="*/ 4755541 w 11413077"/>
              <a:gd name="connsiteY82" fmla="*/ 639041 h 801151"/>
              <a:gd name="connsiteX83" fmla="*/ 4928321 w 11413077"/>
              <a:gd name="connsiteY83" fmla="*/ 794416 h 801151"/>
              <a:gd name="connsiteX84" fmla="*/ 5082237 w 11413077"/>
              <a:gd name="connsiteY84" fmla="*/ 700283 h 801151"/>
              <a:gd name="connsiteX85" fmla="*/ 5093333 w 11413077"/>
              <a:gd name="connsiteY85" fmla="*/ 783452 h 801151"/>
              <a:gd name="connsiteX86" fmla="*/ 5187489 w 11413077"/>
              <a:gd name="connsiteY86" fmla="*/ 783452 h 801151"/>
              <a:gd name="connsiteX87" fmla="*/ 5173065 w 11413077"/>
              <a:gd name="connsiteY87" fmla="*/ 669584 h 801151"/>
              <a:gd name="connsiteX88" fmla="*/ 5173065 w 11413077"/>
              <a:gd name="connsiteY88" fmla="*/ 391726 h 801151"/>
              <a:gd name="connsiteX89" fmla="*/ 4982532 w 11413077"/>
              <a:gd name="connsiteY89" fmla="*/ 225387 h 801151"/>
              <a:gd name="connsiteX90" fmla="*/ 6542773 w 11413077"/>
              <a:gd name="connsiteY90" fmla="*/ 450775 h 801151"/>
              <a:gd name="connsiteX91" fmla="*/ 6692251 w 11413077"/>
              <a:gd name="connsiteY91" fmla="*/ 299786 h 801151"/>
              <a:gd name="connsiteX92" fmla="*/ 6826194 w 11413077"/>
              <a:gd name="connsiteY92" fmla="*/ 450775 h 801151"/>
              <a:gd name="connsiteX93" fmla="*/ 6542773 w 11413077"/>
              <a:gd name="connsiteY93" fmla="*/ 450775 h 801151"/>
              <a:gd name="connsiteX94" fmla="*/ 6692251 w 11413077"/>
              <a:gd name="connsiteY94" fmla="*/ 225387 h 801151"/>
              <a:gd name="connsiteX95" fmla="*/ 6444178 w 11413077"/>
              <a:gd name="connsiteY95" fmla="*/ 514366 h 801151"/>
              <a:gd name="connsiteX96" fmla="*/ 6692251 w 11413077"/>
              <a:gd name="connsiteY96" fmla="*/ 794573 h 801151"/>
              <a:gd name="connsiteX97" fmla="*/ 6918131 w 11413077"/>
              <a:gd name="connsiteY97" fmla="*/ 616174 h 801151"/>
              <a:gd name="connsiteX98" fmla="*/ 6833961 w 11413077"/>
              <a:gd name="connsiteY98" fmla="*/ 594246 h 801151"/>
              <a:gd name="connsiteX99" fmla="*/ 6701127 w 11413077"/>
              <a:gd name="connsiteY99" fmla="*/ 717825 h 801151"/>
              <a:gd name="connsiteX100" fmla="*/ 6539444 w 11413077"/>
              <a:gd name="connsiteY100" fmla="*/ 515305 h 801151"/>
              <a:gd name="connsiteX101" fmla="*/ 6919399 w 11413077"/>
              <a:gd name="connsiteY101" fmla="*/ 515305 h 801151"/>
              <a:gd name="connsiteX102" fmla="*/ 6919399 w 11413077"/>
              <a:gd name="connsiteY102" fmla="*/ 484606 h 801151"/>
              <a:gd name="connsiteX103" fmla="*/ 6692251 w 11413077"/>
              <a:gd name="connsiteY103" fmla="*/ 225387 h 801151"/>
              <a:gd name="connsiteX104" fmla="*/ 8290217 w 11413077"/>
              <a:gd name="connsiteY104" fmla="*/ 450775 h 801151"/>
              <a:gd name="connsiteX105" fmla="*/ 8439696 w 11413077"/>
              <a:gd name="connsiteY105" fmla="*/ 299786 h 801151"/>
              <a:gd name="connsiteX106" fmla="*/ 8573638 w 11413077"/>
              <a:gd name="connsiteY106" fmla="*/ 450775 h 801151"/>
              <a:gd name="connsiteX107" fmla="*/ 8290217 w 11413077"/>
              <a:gd name="connsiteY107" fmla="*/ 450775 h 801151"/>
              <a:gd name="connsiteX108" fmla="*/ 8439696 w 11413077"/>
              <a:gd name="connsiteY108" fmla="*/ 225387 h 801151"/>
              <a:gd name="connsiteX109" fmla="*/ 8191623 w 11413077"/>
              <a:gd name="connsiteY109" fmla="*/ 514366 h 801151"/>
              <a:gd name="connsiteX110" fmla="*/ 8439696 w 11413077"/>
              <a:gd name="connsiteY110" fmla="*/ 794573 h 801151"/>
              <a:gd name="connsiteX111" fmla="*/ 8665576 w 11413077"/>
              <a:gd name="connsiteY111" fmla="*/ 616174 h 801151"/>
              <a:gd name="connsiteX112" fmla="*/ 8581405 w 11413077"/>
              <a:gd name="connsiteY112" fmla="*/ 594246 h 801151"/>
              <a:gd name="connsiteX113" fmla="*/ 8448572 w 11413077"/>
              <a:gd name="connsiteY113" fmla="*/ 717825 h 801151"/>
              <a:gd name="connsiteX114" fmla="*/ 8286889 w 11413077"/>
              <a:gd name="connsiteY114" fmla="*/ 515305 h 801151"/>
              <a:gd name="connsiteX115" fmla="*/ 8666844 w 11413077"/>
              <a:gd name="connsiteY115" fmla="*/ 515305 h 801151"/>
              <a:gd name="connsiteX116" fmla="*/ 8666844 w 11413077"/>
              <a:gd name="connsiteY116" fmla="*/ 484606 h 801151"/>
              <a:gd name="connsiteX117" fmla="*/ 8439696 w 11413077"/>
              <a:gd name="connsiteY117" fmla="*/ 225387 h 801151"/>
              <a:gd name="connsiteX118" fmla="*/ 9844911 w 11413077"/>
              <a:gd name="connsiteY118" fmla="*/ 225387 h 801151"/>
              <a:gd name="connsiteX119" fmla="*/ 9590181 w 11413077"/>
              <a:gd name="connsiteY119" fmla="*/ 515462 h 801151"/>
              <a:gd name="connsiteX120" fmla="*/ 9840473 w 11413077"/>
              <a:gd name="connsiteY120" fmla="*/ 794573 h 801151"/>
              <a:gd name="connsiteX121" fmla="*/ 10067462 w 11413077"/>
              <a:gd name="connsiteY121" fmla="*/ 599728 h 801151"/>
              <a:gd name="connsiteX122" fmla="*/ 9979964 w 11413077"/>
              <a:gd name="connsiteY122" fmla="*/ 578896 h 801151"/>
              <a:gd name="connsiteX123" fmla="*/ 9847130 w 11413077"/>
              <a:gd name="connsiteY123" fmla="*/ 716729 h 801151"/>
              <a:gd name="connsiteX124" fmla="*/ 9686557 w 11413077"/>
              <a:gd name="connsiteY124" fmla="*/ 508727 h 801151"/>
              <a:gd name="connsiteX125" fmla="*/ 9842691 w 11413077"/>
              <a:gd name="connsiteY125" fmla="*/ 302918 h 801151"/>
              <a:gd name="connsiteX126" fmla="*/ 9979964 w 11413077"/>
              <a:gd name="connsiteY126" fmla="*/ 434172 h 801151"/>
              <a:gd name="connsiteX127" fmla="*/ 10067462 w 11413077"/>
              <a:gd name="connsiteY127" fmla="*/ 413341 h 801151"/>
              <a:gd name="connsiteX128" fmla="*/ 9844911 w 11413077"/>
              <a:gd name="connsiteY128" fmla="*/ 225387 h 801151"/>
              <a:gd name="connsiteX129" fmla="*/ 10644449 w 11413077"/>
              <a:gd name="connsiteY129" fmla="*/ 225387 h 801151"/>
              <a:gd name="connsiteX130" fmla="*/ 10489424 w 11413077"/>
              <a:gd name="connsiteY130" fmla="*/ 320617 h 801151"/>
              <a:gd name="connsiteX131" fmla="*/ 10489424 w 11413077"/>
              <a:gd name="connsiteY131" fmla="*/ 236351 h 801151"/>
              <a:gd name="connsiteX132" fmla="*/ 10397486 w 11413077"/>
              <a:gd name="connsiteY132" fmla="*/ 236351 h 801151"/>
              <a:gd name="connsiteX133" fmla="*/ 10397486 w 11413077"/>
              <a:gd name="connsiteY133" fmla="*/ 783609 h 801151"/>
              <a:gd name="connsiteX134" fmla="*/ 10489424 w 11413077"/>
              <a:gd name="connsiteY134" fmla="*/ 783609 h 801151"/>
              <a:gd name="connsiteX135" fmla="*/ 10489424 w 11413077"/>
              <a:gd name="connsiteY135" fmla="*/ 423522 h 801151"/>
              <a:gd name="connsiteX136" fmla="*/ 10610211 w 11413077"/>
              <a:gd name="connsiteY136" fmla="*/ 295557 h 801151"/>
              <a:gd name="connsiteX137" fmla="*/ 10729888 w 11413077"/>
              <a:gd name="connsiteY137" fmla="*/ 423522 h 801151"/>
              <a:gd name="connsiteX138" fmla="*/ 10729888 w 11413077"/>
              <a:gd name="connsiteY138" fmla="*/ 783609 h 801151"/>
              <a:gd name="connsiteX139" fmla="*/ 10821825 w 11413077"/>
              <a:gd name="connsiteY139" fmla="*/ 783609 h 801151"/>
              <a:gd name="connsiteX140" fmla="*/ 10821825 w 11413077"/>
              <a:gd name="connsiteY140" fmla="*/ 404883 h 801151"/>
              <a:gd name="connsiteX141" fmla="*/ 10644449 w 11413077"/>
              <a:gd name="connsiteY141" fmla="*/ 225387 h 801151"/>
              <a:gd name="connsiteX142" fmla="*/ 11036293 w 11413077"/>
              <a:gd name="connsiteY142" fmla="*/ 450775 h 801151"/>
              <a:gd name="connsiteX143" fmla="*/ 11185771 w 11413077"/>
              <a:gd name="connsiteY143" fmla="*/ 299786 h 801151"/>
              <a:gd name="connsiteX144" fmla="*/ 11319713 w 11413077"/>
              <a:gd name="connsiteY144" fmla="*/ 450775 h 801151"/>
              <a:gd name="connsiteX145" fmla="*/ 11036293 w 11413077"/>
              <a:gd name="connsiteY145" fmla="*/ 450775 h 801151"/>
              <a:gd name="connsiteX146" fmla="*/ 11185929 w 11413077"/>
              <a:gd name="connsiteY146" fmla="*/ 225387 h 801151"/>
              <a:gd name="connsiteX147" fmla="*/ 10937856 w 11413077"/>
              <a:gd name="connsiteY147" fmla="*/ 514366 h 801151"/>
              <a:gd name="connsiteX148" fmla="*/ 11185929 w 11413077"/>
              <a:gd name="connsiteY148" fmla="*/ 794573 h 801151"/>
              <a:gd name="connsiteX149" fmla="*/ 11411810 w 11413077"/>
              <a:gd name="connsiteY149" fmla="*/ 616174 h 801151"/>
              <a:gd name="connsiteX150" fmla="*/ 11327639 w 11413077"/>
              <a:gd name="connsiteY150" fmla="*/ 594246 h 801151"/>
              <a:gd name="connsiteX151" fmla="*/ 11194806 w 11413077"/>
              <a:gd name="connsiteY151" fmla="*/ 717825 h 801151"/>
              <a:gd name="connsiteX152" fmla="*/ 11033123 w 11413077"/>
              <a:gd name="connsiteY152" fmla="*/ 515305 h 801151"/>
              <a:gd name="connsiteX153" fmla="*/ 11413077 w 11413077"/>
              <a:gd name="connsiteY153" fmla="*/ 515305 h 801151"/>
              <a:gd name="connsiteX154" fmla="*/ 11413077 w 11413077"/>
              <a:gd name="connsiteY154" fmla="*/ 484606 h 801151"/>
              <a:gd name="connsiteX155" fmla="*/ 11185929 w 11413077"/>
              <a:gd name="connsiteY155" fmla="*/ 225387 h 801151"/>
              <a:gd name="connsiteX156" fmla="*/ 5470751 w 11413077"/>
              <a:gd name="connsiteY156" fmla="*/ 83169 h 801151"/>
              <a:gd name="connsiteX157" fmla="*/ 5378814 w 11413077"/>
              <a:gd name="connsiteY157" fmla="*/ 105097 h 801151"/>
              <a:gd name="connsiteX158" fmla="*/ 5378814 w 11413077"/>
              <a:gd name="connsiteY158" fmla="*/ 236351 h 801151"/>
              <a:gd name="connsiteX159" fmla="*/ 5272452 w 11413077"/>
              <a:gd name="connsiteY159" fmla="*/ 236351 h 801151"/>
              <a:gd name="connsiteX160" fmla="*/ 5272452 w 11413077"/>
              <a:gd name="connsiteY160" fmla="*/ 306364 h 801151"/>
              <a:gd name="connsiteX161" fmla="*/ 5378814 w 11413077"/>
              <a:gd name="connsiteY161" fmla="*/ 306364 h 801151"/>
              <a:gd name="connsiteX162" fmla="*/ 5378814 w 11413077"/>
              <a:gd name="connsiteY162" fmla="*/ 641234 h 801151"/>
              <a:gd name="connsiteX163" fmla="*/ 5530511 w 11413077"/>
              <a:gd name="connsiteY163" fmla="*/ 794416 h 801151"/>
              <a:gd name="connsiteX164" fmla="*/ 5649078 w 11413077"/>
              <a:gd name="connsiteY164" fmla="*/ 760428 h 801151"/>
              <a:gd name="connsiteX165" fmla="*/ 5623558 w 11413077"/>
              <a:gd name="connsiteY165" fmla="*/ 694801 h 801151"/>
              <a:gd name="connsiteX166" fmla="*/ 5542716 w 11413077"/>
              <a:gd name="connsiteY166" fmla="*/ 717825 h 801151"/>
              <a:gd name="connsiteX167" fmla="*/ 5470751 w 11413077"/>
              <a:gd name="connsiteY167" fmla="*/ 626981 h 801151"/>
              <a:gd name="connsiteX168" fmla="*/ 5470751 w 11413077"/>
              <a:gd name="connsiteY168" fmla="*/ 306364 h 801151"/>
              <a:gd name="connsiteX169" fmla="*/ 5634654 w 11413077"/>
              <a:gd name="connsiteY169" fmla="*/ 306364 h 801151"/>
              <a:gd name="connsiteX170" fmla="*/ 5634654 w 11413077"/>
              <a:gd name="connsiteY170" fmla="*/ 236351 h 801151"/>
              <a:gd name="connsiteX171" fmla="*/ 5470751 w 11413077"/>
              <a:gd name="connsiteY171" fmla="*/ 236351 h 801151"/>
              <a:gd name="connsiteX172" fmla="*/ 5470751 w 11413077"/>
              <a:gd name="connsiteY172" fmla="*/ 83169 h 801151"/>
              <a:gd name="connsiteX173" fmla="*/ 2397823 w 11413077"/>
              <a:gd name="connsiteY173" fmla="*/ 17386 h 801151"/>
              <a:gd name="connsiteX174" fmla="*/ 2301447 w 11413077"/>
              <a:gd name="connsiteY174" fmla="*/ 17386 h 801151"/>
              <a:gd name="connsiteX175" fmla="*/ 2301447 w 11413077"/>
              <a:gd name="connsiteY175" fmla="*/ 783452 h 801151"/>
              <a:gd name="connsiteX176" fmla="*/ 2397823 w 11413077"/>
              <a:gd name="connsiteY176" fmla="*/ 783452 h 801151"/>
              <a:gd name="connsiteX177" fmla="*/ 2397823 w 11413077"/>
              <a:gd name="connsiteY177" fmla="*/ 17386 h 801151"/>
              <a:gd name="connsiteX178" fmla="*/ 8064337 w 11413077"/>
              <a:gd name="connsiteY178" fmla="*/ 17386 h 801151"/>
              <a:gd name="connsiteX179" fmla="*/ 7918188 w 11413077"/>
              <a:gd name="connsiteY179" fmla="*/ 17386 h 801151"/>
              <a:gd name="connsiteX180" fmla="*/ 7688979 w 11413077"/>
              <a:gd name="connsiteY180" fmla="*/ 634656 h 801151"/>
              <a:gd name="connsiteX181" fmla="*/ 7458501 w 11413077"/>
              <a:gd name="connsiteY181" fmla="*/ 17386 h 801151"/>
              <a:gd name="connsiteX182" fmla="*/ 7305695 w 11413077"/>
              <a:gd name="connsiteY182" fmla="*/ 17386 h 801151"/>
              <a:gd name="connsiteX183" fmla="*/ 7305695 w 11413077"/>
              <a:gd name="connsiteY183" fmla="*/ 783452 h 801151"/>
              <a:gd name="connsiteX184" fmla="*/ 7402071 w 11413077"/>
              <a:gd name="connsiteY184" fmla="*/ 783452 h 801151"/>
              <a:gd name="connsiteX185" fmla="*/ 7402071 w 11413077"/>
              <a:gd name="connsiteY185" fmla="*/ 123579 h 801151"/>
              <a:gd name="connsiteX186" fmla="*/ 7649034 w 11413077"/>
              <a:gd name="connsiteY186" fmla="*/ 783452 h 801151"/>
              <a:gd name="connsiteX187" fmla="*/ 7723217 w 11413077"/>
              <a:gd name="connsiteY187" fmla="*/ 783452 h 801151"/>
              <a:gd name="connsiteX188" fmla="*/ 7967961 w 11413077"/>
              <a:gd name="connsiteY188" fmla="*/ 122483 h 801151"/>
              <a:gd name="connsiteX189" fmla="*/ 7967961 w 11413077"/>
              <a:gd name="connsiteY189" fmla="*/ 783452 h 801151"/>
              <a:gd name="connsiteX190" fmla="*/ 8064337 w 11413077"/>
              <a:gd name="connsiteY190" fmla="*/ 783452 h 801151"/>
              <a:gd name="connsiteX191" fmla="*/ 8064337 w 11413077"/>
              <a:gd name="connsiteY191" fmla="*/ 17386 h 801151"/>
              <a:gd name="connsiteX192" fmla="*/ 9007646 w 11413077"/>
              <a:gd name="connsiteY192" fmla="*/ 716729 h 801151"/>
              <a:gd name="connsiteX193" fmla="*/ 8855949 w 11413077"/>
              <a:gd name="connsiteY193" fmla="*/ 509823 h 801151"/>
              <a:gd name="connsiteX194" fmla="*/ 9007646 w 11413077"/>
              <a:gd name="connsiteY194" fmla="*/ 302918 h 801151"/>
              <a:gd name="connsiteX195" fmla="*/ 9159343 w 11413077"/>
              <a:gd name="connsiteY195" fmla="*/ 509823 h 801151"/>
              <a:gd name="connsiteX196" fmla="*/ 9007646 w 11413077"/>
              <a:gd name="connsiteY196" fmla="*/ 716729 h 801151"/>
              <a:gd name="connsiteX197" fmla="*/ 9249219 w 11413077"/>
              <a:gd name="connsiteY197" fmla="*/ 17386 h 801151"/>
              <a:gd name="connsiteX198" fmla="*/ 9157282 w 11413077"/>
              <a:gd name="connsiteY198" fmla="*/ 17386 h 801151"/>
              <a:gd name="connsiteX199" fmla="*/ 9157282 w 11413077"/>
              <a:gd name="connsiteY199" fmla="*/ 341292 h 801151"/>
              <a:gd name="connsiteX200" fmla="*/ 8992271 w 11413077"/>
              <a:gd name="connsiteY200" fmla="*/ 225231 h 801151"/>
              <a:gd name="connsiteX201" fmla="*/ 8759732 w 11413077"/>
              <a:gd name="connsiteY201" fmla="*/ 513113 h 801151"/>
              <a:gd name="connsiteX202" fmla="*/ 8984504 w 11413077"/>
              <a:gd name="connsiteY202" fmla="*/ 794416 h 801151"/>
              <a:gd name="connsiteX203" fmla="*/ 9157282 w 11413077"/>
              <a:gd name="connsiteY203" fmla="*/ 672873 h 801151"/>
              <a:gd name="connsiteX204" fmla="*/ 9157282 w 11413077"/>
              <a:gd name="connsiteY204" fmla="*/ 714536 h 801151"/>
              <a:gd name="connsiteX205" fmla="*/ 9162831 w 11413077"/>
              <a:gd name="connsiteY205" fmla="*/ 783452 h 801151"/>
              <a:gd name="connsiteX206" fmla="*/ 9255878 w 11413077"/>
              <a:gd name="connsiteY206" fmla="*/ 783452 h 801151"/>
              <a:gd name="connsiteX207" fmla="*/ 9249219 w 11413077"/>
              <a:gd name="connsiteY207" fmla="*/ 669584 h 801151"/>
              <a:gd name="connsiteX208" fmla="*/ 9249219 w 11413077"/>
              <a:gd name="connsiteY208" fmla="*/ 17386 h 801151"/>
              <a:gd name="connsiteX209" fmla="*/ 5784131 w 11413077"/>
              <a:gd name="connsiteY209" fmla="*/ 1096 h 801151"/>
              <a:gd name="connsiteX210" fmla="*/ 5718824 w 11413077"/>
              <a:gd name="connsiteY210" fmla="*/ 65627 h 801151"/>
              <a:gd name="connsiteX211" fmla="*/ 5784131 w 11413077"/>
              <a:gd name="connsiteY211" fmla="*/ 129061 h 801151"/>
              <a:gd name="connsiteX212" fmla="*/ 5848329 w 11413077"/>
              <a:gd name="connsiteY212" fmla="*/ 65627 h 801151"/>
              <a:gd name="connsiteX213" fmla="*/ 5784131 w 11413077"/>
              <a:gd name="connsiteY213" fmla="*/ 1096 h 801151"/>
              <a:gd name="connsiteX214" fmla="*/ 9428497 w 11413077"/>
              <a:gd name="connsiteY214" fmla="*/ 1096 h 801151"/>
              <a:gd name="connsiteX215" fmla="*/ 9363190 w 11413077"/>
              <a:gd name="connsiteY215" fmla="*/ 65627 h 801151"/>
              <a:gd name="connsiteX216" fmla="*/ 9428497 w 11413077"/>
              <a:gd name="connsiteY216" fmla="*/ 129061 h 801151"/>
              <a:gd name="connsiteX217" fmla="*/ 9492696 w 11413077"/>
              <a:gd name="connsiteY217" fmla="*/ 65627 h 801151"/>
              <a:gd name="connsiteX218" fmla="*/ 9428497 w 11413077"/>
              <a:gd name="connsiteY218" fmla="*/ 1096 h 801151"/>
              <a:gd name="connsiteX219" fmla="*/ 10219159 w 11413077"/>
              <a:gd name="connsiteY219" fmla="*/ 1096 h 801151"/>
              <a:gd name="connsiteX220" fmla="*/ 10153852 w 11413077"/>
              <a:gd name="connsiteY220" fmla="*/ 65627 h 801151"/>
              <a:gd name="connsiteX221" fmla="*/ 10219159 w 11413077"/>
              <a:gd name="connsiteY221" fmla="*/ 129061 h 801151"/>
              <a:gd name="connsiteX222" fmla="*/ 10283358 w 11413077"/>
              <a:gd name="connsiteY222" fmla="*/ 65627 h 801151"/>
              <a:gd name="connsiteX223" fmla="*/ 10219159 w 11413077"/>
              <a:gd name="connsiteY223" fmla="*/ 1096 h 801151"/>
              <a:gd name="connsiteX224" fmla="*/ 1651545 w 11413077"/>
              <a:gd name="connsiteY224" fmla="*/ 800994 h 801151"/>
              <a:gd name="connsiteX225" fmla="*/ 1908494 w 11413077"/>
              <a:gd name="connsiteY225" fmla="*/ 548197 h 801151"/>
              <a:gd name="connsiteX226" fmla="*/ 1908494 w 11413077"/>
              <a:gd name="connsiteY226" fmla="*/ 17542 h 801151"/>
              <a:gd name="connsiteX227" fmla="*/ 1771222 w 11413077"/>
              <a:gd name="connsiteY227" fmla="*/ 17542 h 801151"/>
              <a:gd name="connsiteX228" fmla="*/ 1771222 w 11413077"/>
              <a:gd name="connsiteY228" fmla="*/ 583282 h 801151"/>
              <a:gd name="connsiteX229" fmla="*/ 1651545 w 11413077"/>
              <a:gd name="connsiteY229" fmla="*/ 729885 h 801151"/>
              <a:gd name="connsiteX230" fmla="*/ 1531867 w 11413077"/>
              <a:gd name="connsiteY230" fmla="*/ 572318 h 801151"/>
              <a:gd name="connsiteX231" fmla="*/ 1531867 w 11413077"/>
              <a:gd name="connsiteY231" fmla="*/ 467221 h 801151"/>
              <a:gd name="connsiteX232" fmla="*/ 1394595 w 11413077"/>
              <a:gd name="connsiteY232" fmla="*/ 501209 h 801151"/>
              <a:gd name="connsiteX233" fmla="*/ 1394595 w 11413077"/>
              <a:gd name="connsiteY233" fmla="*/ 548197 h 801151"/>
              <a:gd name="connsiteX234" fmla="*/ 1651545 w 11413077"/>
              <a:gd name="connsiteY234" fmla="*/ 800994 h 801151"/>
              <a:gd name="connsiteX235" fmla="*/ 920642 w 11413077"/>
              <a:gd name="connsiteY235" fmla="*/ 721114 h 801151"/>
              <a:gd name="connsiteX236" fmla="*/ 748973 w 11413077"/>
              <a:gd name="connsiteY236" fmla="*/ 544908 h 801151"/>
              <a:gd name="connsiteX237" fmla="*/ 816499 w 11413077"/>
              <a:gd name="connsiteY237" fmla="*/ 405979 h 801151"/>
              <a:gd name="connsiteX238" fmla="*/ 1066791 w 11413077"/>
              <a:gd name="connsiteY238" fmla="*/ 676319 h 801151"/>
              <a:gd name="connsiteX239" fmla="*/ 920642 w 11413077"/>
              <a:gd name="connsiteY239" fmla="*/ 721114 h 801151"/>
              <a:gd name="connsiteX240" fmla="*/ 1054585 w 11413077"/>
              <a:gd name="connsiteY240" fmla="*/ 329388 h 801151"/>
              <a:gd name="connsiteX241" fmla="*/ 1199625 w 11413077"/>
              <a:gd name="connsiteY241" fmla="*/ 469413 h 801151"/>
              <a:gd name="connsiteX242" fmla="*/ 1164118 w 11413077"/>
              <a:gd name="connsiteY242" fmla="*/ 586571 h 801151"/>
              <a:gd name="connsiteX243" fmla="*/ 947114 w 11413077"/>
              <a:gd name="connsiteY243" fmla="*/ 350220 h 801151"/>
              <a:gd name="connsiteX244" fmla="*/ 1054585 w 11413077"/>
              <a:gd name="connsiteY244" fmla="*/ 329388 h 801151"/>
              <a:gd name="connsiteX245" fmla="*/ 920642 w 11413077"/>
              <a:gd name="connsiteY245" fmla="*/ 57952 h 801151"/>
              <a:gd name="connsiteX246" fmla="*/ 1024785 w 11413077"/>
              <a:gd name="connsiteY246" fmla="*/ 163050 h 801151"/>
              <a:gd name="connsiteX247" fmla="*/ 917313 w 11413077"/>
              <a:gd name="connsiteY247" fmla="*/ 318424 h 801151"/>
              <a:gd name="connsiteX248" fmla="*/ 869760 w 11413077"/>
              <a:gd name="connsiteY248" fmla="*/ 265954 h 801151"/>
              <a:gd name="connsiteX249" fmla="*/ 815548 w 11413077"/>
              <a:gd name="connsiteY249" fmla="*/ 157568 h 801151"/>
              <a:gd name="connsiteX250" fmla="*/ 920642 w 11413077"/>
              <a:gd name="connsiteY250" fmla="*/ 57952 h 801151"/>
              <a:gd name="connsiteX251" fmla="*/ 1198515 w 11413077"/>
              <a:gd name="connsiteY251" fmla="*/ 623692 h 801151"/>
              <a:gd name="connsiteX252" fmla="*/ 1292672 w 11413077"/>
              <a:gd name="connsiteY252" fmla="*/ 410208 h 801151"/>
              <a:gd name="connsiteX253" fmla="*/ 1147632 w 11413077"/>
              <a:gd name="connsiteY253" fmla="*/ 271279 h 801151"/>
              <a:gd name="connsiteX254" fmla="*/ 1014799 w 11413077"/>
              <a:gd name="connsiteY254" fmla="*/ 297593 h 801151"/>
              <a:gd name="connsiteX255" fmla="*/ 1012580 w 11413077"/>
              <a:gd name="connsiteY255" fmla="*/ 293207 h 801151"/>
              <a:gd name="connsiteX256" fmla="*/ 1132257 w 11413077"/>
              <a:gd name="connsiteY256" fmla="*/ 148796 h 801151"/>
              <a:gd name="connsiteX257" fmla="*/ 923971 w 11413077"/>
              <a:gd name="connsiteY257" fmla="*/ 0 h 801151"/>
              <a:gd name="connsiteX258" fmla="*/ 695871 w 11413077"/>
              <a:gd name="connsiteY258" fmla="*/ 189363 h 801151"/>
              <a:gd name="connsiteX259" fmla="*/ 784480 w 11413077"/>
              <a:gd name="connsiteY259" fmla="*/ 372148 h 801151"/>
              <a:gd name="connsiteX260" fmla="*/ 785589 w 11413077"/>
              <a:gd name="connsiteY260" fmla="*/ 374340 h 801151"/>
              <a:gd name="connsiteX261" fmla="*/ 627235 w 11413077"/>
              <a:gd name="connsiteY261" fmla="*/ 594246 h 801151"/>
              <a:gd name="connsiteX262" fmla="*/ 849787 w 11413077"/>
              <a:gd name="connsiteY262" fmla="*/ 801151 h 801151"/>
              <a:gd name="connsiteX263" fmla="*/ 1100079 w 11413077"/>
              <a:gd name="connsiteY263" fmla="*/ 712500 h 801151"/>
              <a:gd name="connsiteX264" fmla="*/ 1166496 w 11413077"/>
              <a:gd name="connsiteY264" fmla="*/ 783609 h 801151"/>
              <a:gd name="connsiteX265" fmla="*/ 1340384 w 11413077"/>
              <a:gd name="connsiteY265" fmla="*/ 783609 h 801151"/>
              <a:gd name="connsiteX266" fmla="*/ 1340384 w 11413077"/>
              <a:gd name="connsiteY266" fmla="*/ 778127 h 801151"/>
              <a:gd name="connsiteX267" fmla="*/ 1198515 w 11413077"/>
              <a:gd name="connsiteY267" fmla="*/ 623692 h 801151"/>
              <a:gd name="connsiteX268" fmla="*/ 256949 w 11413077"/>
              <a:gd name="connsiteY268" fmla="*/ 800994 h 801151"/>
              <a:gd name="connsiteX269" fmla="*/ 513898 w 11413077"/>
              <a:gd name="connsiteY269" fmla="*/ 548197 h 801151"/>
              <a:gd name="connsiteX270" fmla="*/ 513898 w 11413077"/>
              <a:gd name="connsiteY270" fmla="*/ 17542 h 801151"/>
              <a:gd name="connsiteX271" fmla="*/ 376626 w 11413077"/>
              <a:gd name="connsiteY271" fmla="*/ 17542 h 801151"/>
              <a:gd name="connsiteX272" fmla="*/ 376626 w 11413077"/>
              <a:gd name="connsiteY272" fmla="*/ 583282 h 801151"/>
              <a:gd name="connsiteX273" fmla="*/ 256949 w 11413077"/>
              <a:gd name="connsiteY273" fmla="*/ 729885 h 801151"/>
              <a:gd name="connsiteX274" fmla="*/ 137272 w 11413077"/>
              <a:gd name="connsiteY274" fmla="*/ 572318 h 801151"/>
              <a:gd name="connsiteX275" fmla="*/ 137272 w 11413077"/>
              <a:gd name="connsiteY275" fmla="*/ 467221 h 801151"/>
              <a:gd name="connsiteX276" fmla="*/ 0 w 11413077"/>
              <a:gd name="connsiteY276" fmla="*/ 501209 h 801151"/>
              <a:gd name="connsiteX277" fmla="*/ 0 w 11413077"/>
              <a:gd name="connsiteY277" fmla="*/ 548197 h 801151"/>
              <a:gd name="connsiteX278" fmla="*/ 256949 w 11413077"/>
              <a:gd name="connsiteY278" fmla="*/ 800994 h 801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Lst>
            <a:rect l="l" t="t" r="r" b="b"/>
            <a:pathLst>
              <a:path w="11413077" h="801151">
                <a:moveTo>
                  <a:pt x="4672481" y="236351"/>
                </a:moveTo>
                <a:lnTo>
                  <a:pt x="4578324" y="236351"/>
                </a:lnTo>
                <a:lnTo>
                  <a:pt x="4436614" y="678512"/>
                </a:lnTo>
                <a:lnTo>
                  <a:pt x="4293794" y="236351"/>
                </a:lnTo>
                <a:lnTo>
                  <a:pt x="4196308" y="236351"/>
                </a:lnTo>
                <a:lnTo>
                  <a:pt x="4376855" y="783609"/>
                </a:lnTo>
                <a:lnTo>
                  <a:pt x="4492093" y="783609"/>
                </a:lnTo>
                <a:lnTo>
                  <a:pt x="4672481" y="236351"/>
                </a:lnTo>
                <a:moveTo>
                  <a:pt x="5829624" y="236351"/>
                </a:moveTo>
                <a:lnTo>
                  <a:pt x="5737687" y="236351"/>
                </a:lnTo>
                <a:lnTo>
                  <a:pt x="5737687" y="783609"/>
                </a:lnTo>
                <a:lnTo>
                  <a:pt x="5829624" y="783609"/>
                </a:lnTo>
                <a:lnTo>
                  <a:pt x="5829624" y="236351"/>
                </a:lnTo>
                <a:close/>
                <a:moveTo>
                  <a:pt x="6394405" y="236351"/>
                </a:moveTo>
                <a:lnTo>
                  <a:pt x="6300249" y="236351"/>
                </a:lnTo>
                <a:lnTo>
                  <a:pt x="6158538" y="678512"/>
                </a:lnTo>
                <a:lnTo>
                  <a:pt x="6015718" y="236351"/>
                </a:lnTo>
                <a:lnTo>
                  <a:pt x="5918233" y="236351"/>
                </a:lnTo>
                <a:lnTo>
                  <a:pt x="6098779" y="783609"/>
                </a:lnTo>
                <a:lnTo>
                  <a:pt x="6214018" y="783609"/>
                </a:lnTo>
                <a:lnTo>
                  <a:pt x="6394405" y="236351"/>
                </a:lnTo>
                <a:moveTo>
                  <a:pt x="9473991" y="236351"/>
                </a:moveTo>
                <a:lnTo>
                  <a:pt x="9382053" y="236351"/>
                </a:lnTo>
                <a:lnTo>
                  <a:pt x="9382053" y="783609"/>
                </a:lnTo>
                <a:lnTo>
                  <a:pt x="9473991" y="783609"/>
                </a:lnTo>
                <a:lnTo>
                  <a:pt x="9473991" y="236351"/>
                </a:lnTo>
                <a:close/>
                <a:moveTo>
                  <a:pt x="10264494" y="236351"/>
                </a:moveTo>
                <a:lnTo>
                  <a:pt x="10172556" y="236351"/>
                </a:lnTo>
                <a:lnTo>
                  <a:pt x="10172556" y="783609"/>
                </a:lnTo>
                <a:lnTo>
                  <a:pt x="10264494" y="783609"/>
                </a:lnTo>
                <a:lnTo>
                  <a:pt x="10264494" y="236351"/>
                </a:lnTo>
                <a:close/>
                <a:moveTo>
                  <a:pt x="2788874" y="225387"/>
                </a:moveTo>
                <a:cubicBezTo>
                  <a:pt x="2710251" y="225387"/>
                  <a:pt x="2656040" y="262665"/>
                  <a:pt x="2633848" y="320617"/>
                </a:cubicBezTo>
                <a:lnTo>
                  <a:pt x="2633848" y="236351"/>
                </a:lnTo>
                <a:lnTo>
                  <a:pt x="2541911" y="236351"/>
                </a:lnTo>
                <a:lnTo>
                  <a:pt x="2541911" y="783609"/>
                </a:lnTo>
                <a:lnTo>
                  <a:pt x="2633848" y="783609"/>
                </a:lnTo>
                <a:lnTo>
                  <a:pt x="2633848" y="423522"/>
                </a:lnTo>
                <a:cubicBezTo>
                  <a:pt x="2633848" y="346931"/>
                  <a:pt x="2672684" y="295557"/>
                  <a:pt x="2754635" y="295557"/>
                </a:cubicBezTo>
                <a:cubicBezTo>
                  <a:pt x="2835476" y="295557"/>
                  <a:pt x="2874312" y="346931"/>
                  <a:pt x="2874312" y="423522"/>
                </a:cubicBezTo>
                <a:lnTo>
                  <a:pt x="2874312" y="783609"/>
                </a:lnTo>
                <a:lnTo>
                  <a:pt x="2966249" y="783609"/>
                </a:lnTo>
                <a:lnTo>
                  <a:pt x="2966249" y="404883"/>
                </a:lnTo>
                <a:cubicBezTo>
                  <a:pt x="2966091" y="301978"/>
                  <a:pt x="2900625" y="225387"/>
                  <a:pt x="2788874" y="225387"/>
                </a:cubicBezTo>
                <a:moveTo>
                  <a:pt x="3345887" y="225387"/>
                </a:moveTo>
                <a:cubicBezTo>
                  <a:pt x="3267265" y="225387"/>
                  <a:pt x="3213054" y="262665"/>
                  <a:pt x="3190862" y="320617"/>
                </a:cubicBezTo>
                <a:lnTo>
                  <a:pt x="3190862" y="236351"/>
                </a:lnTo>
                <a:lnTo>
                  <a:pt x="3098925" y="236351"/>
                </a:lnTo>
                <a:lnTo>
                  <a:pt x="3098925" y="783609"/>
                </a:lnTo>
                <a:lnTo>
                  <a:pt x="3190862" y="783609"/>
                </a:lnTo>
                <a:lnTo>
                  <a:pt x="3190862" y="423522"/>
                </a:lnTo>
                <a:cubicBezTo>
                  <a:pt x="3190862" y="346931"/>
                  <a:pt x="3229698" y="295557"/>
                  <a:pt x="3311649" y="295557"/>
                </a:cubicBezTo>
                <a:cubicBezTo>
                  <a:pt x="3392490" y="295557"/>
                  <a:pt x="3431326" y="346931"/>
                  <a:pt x="3431326" y="423522"/>
                </a:cubicBezTo>
                <a:lnTo>
                  <a:pt x="3431326" y="783609"/>
                </a:lnTo>
                <a:lnTo>
                  <a:pt x="3523263" y="783609"/>
                </a:lnTo>
                <a:lnTo>
                  <a:pt x="3523263" y="404883"/>
                </a:lnTo>
                <a:cubicBezTo>
                  <a:pt x="3523105" y="301978"/>
                  <a:pt x="3457639" y="225387"/>
                  <a:pt x="3345887" y="225387"/>
                </a:cubicBezTo>
                <a:moveTo>
                  <a:pt x="3892915" y="716729"/>
                </a:moveTo>
                <a:cubicBezTo>
                  <a:pt x="3799868" y="716729"/>
                  <a:pt x="3735671" y="651102"/>
                  <a:pt x="3735671" y="509823"/>
                </a:cubicBezTo>
                <a:cubicBezTo>
                  <a:pt x="3735671" y="367605"/>
                  <a:pt x="3798759" y="302918"/>
                  <a:pt x="3892915" y="302918"/>
                </a:cubicBezTo>
                <a:cubicBezTo>
                  <a:pt x="3985962" y="302918"/>
                  <a:pt x="4050160" y="367449"/>
                  <a:pt x="4050160" y="509823"/>
                </a:cubicBezTo>
                <a:cubicBezTo>
                  <a:pt x="4050160" y="651102"/>
                  <a:pt x="3988023" y="716729"/>
                  <a:pt x="3892915" y="716729"/>
                </a:cubicBezTo>
                <a:moveTo>
                  <a:pt x="3897195" y="225387"/>
                </a:moveTo>
                <a:cubicBezTo>
                  <a:pt x="3731074" y="225387"/>
                  <a:pt x="3639136" y="345834"/>
                  <a:pt x="3639136" y="516558"/>
                </a:cubicBezTo>
                <a:cubicBezTo>
                  <a:pt x="3639136" y="689476"/>
                  <a:pt x="3733293" y="794573"/>
                  <a:pt x="3888318" y="794573"/>
                </a:cubicBezTo>
                <a:cubicBezTo>
                  <a:pt x="4055549" y="794573"/>
                  <a:pt x="4146377" y="674126"/>
                  <a:pt x="4146377" y="503402"/>
                </a:cubicBezTo>
                <a:cubicBezTo>
                  <a:pt x="4146536" y="330485"/>
                  <a:pt x="4053489" y="225387"/>
                  <a:pt x="3897195" y="225387"/>
                </a:cubicBezTo>
                <a:moveTo>
                  <a:pt x="4953682" y="728789"/>
                </a:moveTo>
                <a:cubicBezTo>
                  <a:pt x="4890595" y="728789"/>
                  <a:pt x="4847321" y="693704"/>
                  <a:pt x="4847321" y="632463"/>
                </a:cubicBezTo>
                <a:cubicBezTo>
                  <a:pt x="4847321" y="581089"/>
                  <a:pt x="4877280" y="555872"/>
                  <a:pt x="4940367" y="540522"/>
                </a:cubicBezTo>
                <a:lnTo>
                  <a:pt x="5007894" y="524077"/>
                </a:lnTo>
                <a:cubicBezTo>
                  <a:pt x="5050058" y="514209"/>
                  <a:pt x="5073201" y="507631"/>
                  <a:pt x="5082078" y="499956"/>
                </a:cubicBezTo>
                <a:lnTo>
                  <a:pt x="5082078" y="606150"/>
                </a:lnTo>
                <a:cubicBezTo>
                  <a:pt x="5082237" y="687283"/>
                  <a:pt x="5025647" y="728789"/>
                  <a:pt x="4953682" y="728789"/>
                </a:cubicBezTo>
                <a:moveTo>
                  <a:pt x="4982532" y="225387"/>
                </a:moveTo>
                <a:cubicBezTo>
                  <a:pt x="4848589" y="225387"/>
                  <a:pt x="4765528" y="305268"/>
                  <a:pt x="4758871" y="400497"/>
                </a:cubicBezTo>
                <a:lnTo>
                  <a:pt x="4844151" y="418040"/>
                </a:lnTo>
                <a:cubicBezTo>
                  <a:pt x="4848589" y="348027"/>
                  <a:pt x="4891704" y="295400"/>
                  <a:pt x="4975875" y="295400"/>
                </a:cubicBezTo>
                <a:cubicBezTo>
                  <a:pt x="5046730" y="295400"/>
                  <a:pt x="5082237" y="333774"/>
                  <a:pt x="5082237" y="397208"/>
                </a:cubicBezTo>
                <a:lnTo>
                  <a:pt x="5082237" y="400497"/>
                </a:lnTo>
                <a:cubicBezTo>
                  <a:pt x="5082237" y="426811"/>
                  <a:pt x="5074470" y="437775"/>
                  <a:pt x="5050058" y="444196"/>
                </a:cubicBezTo>
                <a:lnTo>
                  <a:pt x="4890595" y="483667"/>
                </a:lnTo>
                <a:cubicBezTo>
                  <a:pt x="4805315" y="505594"/>
                  <a:pt x="4755541" y="561354"/>
                  <a:pt x="4755541" y="639041"/>
                </a:cubicBezTo>
                <a:cubicBezTo>
                  <a:pt x="4755541" y="737560"/>
                  <a:pt x="4829726" y="794416"/>
                  <a:pt x="4928321" y="794416"/>
                </a:cubicBezTo>
                <a:cubicBezTo>
                  <a:pt x="5011381" y="794416"/>
                  <a:pt x="5066702" y="754946"/>
                  <a:pt x="5082237" y="700283"/>
                </a:cubicBezTo>
                <a:cubicBezTo>
                  <a:pt x="5084455" y="751657"/>
                  <a:pt x="5088894" y="773585"/>
                  <a:pt x="5093333" y="783452"/>
                </a:cubicBezTo>
                <a:lnTo>
                  <a:pt x="5187489" y="783452"/>
                </a:lnTo>
                <a:cubicBezTo>
                  <a:pt x="5177503" y="754946"/>
                  <a:pt x="5173065" y="715632"/>
                  <a:pt x="5173065" y="669584"/>
                </a:cubicBezTo>
                <a:lnTo>
                  <a:pt x="5173065" y="391726"/>
                </a:lnTo>
                <a:cubicBezTo>
                  <a:pt x="5173065" y="288822"/>
                  <a:pt x="5100941" y="225387"/>
                  <a:pt x="4982532" y="225387"/>
                </a:cubicBezTo>
                <a:moveTo>
                  <a:pt x="6542773" y="450775"/>
                </a:moveTo>
                <a:cubicBezTo>
                  <a:pt x="6554979" y="354449"/>
                  <a:pt x="6604751" y="299786"/>
                  <a:pt x="6692251" y="299786"/>
                </a:cubicBezTo>
                <a:cubicBezTo>
                  <a:pt x="6775311" y="299786"/>
                  <a:pt x="6823975" y="349123"/>
                  <a:pt x="6826194" y="450775"/>
                </a:cubicBezTo>
                <a:lnTo>
                  <a:pt x="6542773" y="450775"/>
                </a:lnTo>
                <a:moveTo>
                  <a:pt x="6692251" y="225387"/>
                </a:moveTo>
                <a:cubicBezTo>
                  <a:pt x="6546102" y="225387"/>
                  <a:pt x="6444178" y="327195"/>
                  <a:pt x="6444178" y="514366"/>
                </a:cubicBezTo>
                <a:cubicBezTo>
                  <a:pt x="6444178" y="693861"/>
                  <a:pt x="6538335" y="794573"/>
                  <a:pt x="6692251" y="794573"/>
                </a:cubicBezTo>
                <a:cubicBezTo>
                  <a:pt x="6818585" y="794573"/>
                  <a:pt x="6898317" y="723464"/>
                  <a:pt x="6918131" y="616174"/>
                </a:cubicBezTo>
                <a:lnTo>
                  <a:pt x="6833961" y="594246"/>
                </a:lnTo>
                <a:cubicBezTo>
                  <a:pt x="6819537" y="686186"/>
                  <a:pt x="6769763" y="717825"/>
                  <a:pt x="6701127" y="717825"/>
                </a:cubicBezTo>
                <a:cubicBezTo>
                  <a:pt x="6591436" y="717825"/>
                  <a:pt x="6542773" y="637945"/>
                  <a:pt x="6539444" y="515305"/>
                </a:cubicBezTo>
                <a:lnTo>
                  <a:pt x="6919399" y="515305"/>
                </a:lnTo>
                <a:lnTo>
                  <a:pt x="6919399" y="484606"/>
                </a:lnTo>
                <a:cubicBezTo>
                  <a:pt x="6919241" y="293207"/>
                  <a:pt x="6814147" y="225387"/>
                  <a:pt x="6692251" y="225387"/>
                </a:cubicBezTo>
                <a:moveTo>
                  <a:pt x="8290217" y="450775"/>
                </a:moveTo>
                <a:cubicBezTo>
                  <a:pt x="8302423" y="354449"/>
                  <a:pt x="8352196" y="299786"/>
                  <a:pt x="8439696" y="299786"/>
                </a:cubicBezTo>
                <a:cubicBezTo>
                  <a:pt x="8522756" y="299786"/>
                  <a:pt x="8571420" y="349123"/>
                  <a:pt x="8573638" y="450775"/>
                </a:cubicBezTo>
                <a:lnTo>
                  <a:pt x="8290217" y="450775"/>
                </a:lnTo>
                <a:moveTo>
                  <a:pt x="8439696" y="225387"/>
                </a:moveTo>
                <a:cubicBezTo>
                  <a:pt x="8293547" y="225387"/>
                  <a:pt x="8191623" y="327195"/>
                  <a:pt x="8191623" y="514366"/>
                </a:cubicBezTo>
                <a:cubicBezTo>
                  <a:pt x="8191623" y="693861"/>
                  <a:pt x="8285780" y="794573"/>
                  <a:pt x="8439696" y="794573"/>
                </a:cubicBezTo>
                <a:cubicBezTo>
                  <a:pt x="8566030" y="794573"/>
                  <a:pt x="8645762" y="723464"/>
                  <a:pt x="8665576" y="616174"/>
                </a:cubicBezTo>
                <a:lnTo>
                  <a:pt x="8581405" y="594246"/>
                </a:lnTo>
                <a:cubicBezTo>
                  <a:pt x="8566981" y="686186"/>
                  <a:pt x="8517208" y="717825"/>
                  <a:pt x="8448572" y="717825"/>
                </a:cubicBezTo>
                <a:cubicBezTo>
                  <a:pt x="8338881" y="717825"/>
                  <a:pt x="8290217" y="637945"/>
                  <a:pt x="8286889" y="515305"/>
                </a:cubicBezTo>
                <a:lnTo>
                  <a:pt x="8666844" y="515305"/>
                </a:lnTo>
                <a:lnTo>
                  <a:pt x="8666844" y="484606"/>
                </a:lnTo>
                <a:cubicBezTo>
                  <a:pt x="8666685" y="293207"/>
                  <a:pt x="8561433" y="225387"/>
                  <a:pt x="8439696" y="225387"/>
                </a:cubicBezTo>
                <a:moveTo>
                  <a:pt x="9844911" y="225387"/>
                </a:moveTo>
                <a:cubicBezTo>
                  <a:pt x="9693214" y="225387"/>
                  <a:pt x="9590181" y="330485"/>
                  <a:pt x="9590181" y="515462"/>
                </a:cubicBezTo>
                <a:cubicBezTo>
                  <a:pt x="9590181" y="697150"/>
                  <a:pt x="9690994" y="794573"/>
                  <a:pt x="9840473" y="794573"/>
                </a:cubicBezTo>
                <a:cubicBezTo>
                  <a:pt x="9975525" y="794573"/>
                  <a:pt x="10052087" y="712500"/>
                  <a:pt x="10067462" y="599728"/>
                </a:cubicBezTo>
                <a:lnTo>
                  <a:pt x="9979964" y="578896"/>
                </a:lnTo>
                <a:cubicBezTo>
                  <a:pt x="9964429" y="681801"/>
                  <a:pt x="9920204" y="716729"/>
                  <a:pt x="9847130" y="716729"/>
                </a:cubicBezTo>
                <a:cubicBezTo>
                  <a:pt x="9740768" y="716729"/>
                  <a:pt x="9686557" y="640138"/>
                  <a:pt x="9686557" y="508727"/>
                </a:cubicBezTo>
                <a:cubicBezTo>
                  <a:pt x="9686557" y="371991"/>
                  <a:pt x="9744097" y="302918"/>
                  <a:pt x="9842691" y="302918"/>
                </a:cubicBezTo>
                <a:cubicBezTo>
                  <a:pt x="9912437" y="302918"/>
                  <a:pt x="9963478" y="336906"/>
                  <a:pt x="9979964" y="434172"/>
                </a:cubicBezTo>
                <a:lnTo>
                  <a:pt x="10067462" y="413341"/>
                </a:lnTo>
                <a:cubicBezTo>
                  <a:pt x="10051928" y="301978"/>
                  <a:pt x="9975525" y="225387"/>
                  <a:pt x="9844911" y="225387"/>
                </a:cubicBezTo>
                <a:moveTo>
                  <a:pt x="10644449" y="225387"/>
                </a:moveTo>
                <a:cubicBezTo>
                  <a:pt x="10565826" y="225387"/>
                  <a:pt x="10511615" y="262665"/>
                  <a:pt x="10489424" y="320617"/>
                </a:cubicBezTo>
                <a:lnTo>
                  <a:pt x="10489424" y="236351"/>
                </a:lnTo>
                <a:lnTo>
                  <a:pt x="10397486" y="236351"/>
                </a:lnTo>
                <a:lnTo>
                  <a:pt x="10397486" y="783609"/>
                </a:lnTo>
                <a:lnTo>
                  <a:pt x="10489424" y="783609"/>
                </a:lnTo>
                <a:lnTo>
                  <a:pt x="10489424" y="423522"/>
                </a:lnTo>
                <a:cubicBezTo>
                  <a:pt x="10489424" y="346931"/>
                  <a:pt x="10528259" y="295557"/>
                  <a:pt x="10610211" y="295557"/>
                </a:cubicBezTo>
                <a:cubicBezTo>
                  <a:pt x="10691052" y="295557"/>
                  <a:pt x="10729888" y="346931"/>
                  <a:pt x="10729888" y="423522"/>
                </a:cubicBezTo>
                <a:lnTo>
                  <a:pt x="10729888" y="783609"/>
                </a:lnTo>
                <a:lnTo>
                  <a:pt x="10821825" y="783609"/>
                </a:lnTo>
                <a:lnTo>
                  <a:pt x="10821825" y="404883"/>
                </a:lnTo>
                <a:cubicBezTo>
                  <a:pt x="10821666" y="301978"/>
                  <a:pt x="10756200" y="225387"/>
                  <a:pt x="10644449" y="225387"/>
                </a:cubicBezTo>
                <a:moveTo>
                  <a:pt x="11036293" y="450775"/>
                </a:moveTo>
                <a:cubicBezTo>
                  <a:pt x="11048498" y="354449"/>
                  <a:pt x="11098271" y="299786"/>
                  <a:pt x="11185771" y="299786"/>
                </a:cubicBezTo>
                <a:cubicBezTo>
                  <a:pt x="11268831" y="299786"/>
                  <a:pt x="11317495" y="349123"/>
                  <a:pt x="11319713" y="450775"/>
                </a:cubicBezTo>
                <a:lnTo>
                  <a:pt x="11036293" y="450775"/>
                </a:lnTo>
                <a:moveTo>
                  <a:pt x="11185929" y="225387"/>
                </a:moveTo>
                <a:cubicBezTo>
                  <a:pt x="11039780" y="225387"/>
                  <a:pt x="10937856" y="327195"/>
                  <a:pt x="10937856" y="514366"/>
                </a:cubicBezTo>
                <a:cubicBezTo>
                  <a:pt x="10937856" y="693861"/>
                  <a:pt x="11032013" y="794573"/>
                  <a:pt x="11185929" y="794573"/>
                </a:cubicBezTo>
                <a:cubicBezTo>
                  <a:pt x="11312263" y="794573"/>
                  <a:pt x="11391996" y="723464"/>
                  <a:pt x="11411810" y="616174"/>
                </a:cubicBezTo>
                <a:lnTo>
                  <a:pt x="11327639" y="594246"/>
                </a:lnTo>
                <a:cubicBezTo>
                  <a:pt x="11313214" y="686186"/>
                  <a:pt x="11263441" y="717825"/>
                  <a:pt x="11194806" y="717825"/>
                </a:cubicBezTo>
                <a:cubicBezTo>
                  <a:pt x="11085114" y="717825"/>
                  <a:pt x="11036451" y="637945"/>
                  <a:pt x="11033123" y="515305"/>
                </a:cubicBezTo>
                <a:lnTo>
                  <a:pt x="11413077" y="515305"/>
                </a:lnTo>
                <a:lnTo>
                  <a:pt x="11413077" y="484606"/>
                </a:lnTo>
                <a:cubicBezTo>
                  <a:pt x="11412919" y="293207"/>
                  <a:pt x="11307667" y="225387"/>
                  <a:pt x="11185929" y="225387"/>
                </a:cubicBezTo>
                <a:moveTo>
                  <a:pt x="5470751" y="83169"/>
                </a:moveTo>
                <a:lnTo>
                  <a:pt x="5378814" y="105097"/>
                </a:lnTo>
                <a:lnTo>
                  <a:pt x="5378814" y="236351"/>
                </a:lnTo>
                <a:lnTo>
                  <a:pt x="5272452" y="236351"/>
                </a:lnTo>
                <a:lnTo>
                  <a:pt x="5272452" y="306364"/>
                </a:lnTo>
                <a:lnTo>
                  <a:pt x="5378814" y="306364"/>
                </a:lnTo>
                <a:lnTo>
                  <a:pt x="5378814" y="641234"/>
                </a:lnTo>
                <a:cubicBezTo>
                  <a:pt x="5378814" y="730982"/>
                  <a:pt x="5421929" y="794416"/>
                  <a:pt x="5530511" y="794416"/>
                </a:cubicBezTo>
                <a:cubicBezTo>
                  <a:pt x="5584722" y="794416"/>
                  <a:pt x="5631325" y="776874"/>
                  <a:pt x="5649078" y="760428"/>
                </a:cubicBezTo>
                <a:lnTo>
                  <a:pt x="5623558" y="694801"/>
                </a:lnTo>
                <a:cubicBezTo>
                  <a:pt x="5623558" y="694801"/>
                  <a:pt x="5590270" y="717825"/>
                  <a:pt x="5542716" y="717825"/>
                </a:cubicBezTo>
                <a:cubicBezTo>
                  <a:pt x="5492784" y="717825"/>
                  <a:pt x="5470751" y="688222"/>
                  <a:pt x="5470751" y="626981"/>
                </a:cubicBezTo>
                <a:lnTo>
                  <a:pt x="5470751" y="306364"/>
                </a:lnTo>
                <a:lnTo>
                  <a:pt x="5634654" y="306364"/>
                </a:lnTo>
                <a:lnTo>
                  <a:pt x="5634654" y="236351"/>
                </a:lnTo>
                <a:lnTo>
                  <a:pt x="5470751" y="236351"/>
                </a:lnTo>
                <a:lnTo>
                  <a:pt x="5470751" y="83169"/>
                </a:lnTo>
                <a:moveTo>
                  <a:pt x="2397823" y="17386"/>
                </a:moveTo>
                <a:lnTo>
                  <a:pt x="2301447" y="17386"/>
                </a:lnTo>
                <a:lnTo>
                  <a:pt x="2301447" y="783452"/>
                </a:lnTo>
                <a:lnTo>
                  <a:pt x="2397823" y="783452"/>
                </a:lnTo>
                <a:lnTo>
                  <a:pt x="2397823" y="17386"/>
                </a:lnTo>
                <a:close/>
                <a:moveTo>
                  <a:pt x="8064337" y="17386"/>
                </a:moveTo>
                <a:lnTo>
                  <a:pt x="7918188" y="17386"/>
                </a:lnTo>
                <a:lnTo>
                  <a:pt x="7688979" y="634656"/>
                </a:lnTo>
                <a:lnTo>
                  <a:pt x="7458501" y="17386"/>
                </a:lnTo>
                <a:lnTo>
                  <a:pt x="7305695" y="17386"/>
                </a:lnTo>
                <a:lnTo>
                  <a:pt x="7305695" y="783452"/>
                </a:lnTo>
                <a:lnTo>
                  <a:pt x="7402071" y="783452"/>
                </a:lnTo>
                <a:lnTo>
                  <a:pt x="7402071" y="123579"/>
                </a:lnTo>
                <a:lnTo>
                  <a:pt x="7649034" y="783452"/>
                </a:lnTo>
                <a:lnTo>
                  <a:pt x="7723217" y="783452"/>
                </a:lnTo>
                <a:lnTo>
                  <a:pt x="7967961" y="122483"/>
                </a:lnTo>
                <a:lnTo>
                  <a:pt x="7967961" y="783452"/>
                </a:lnTo>
                <a:lnTo>
                  <a:pt x="8064337" y="783452"/>
                </a:lnTo>
                <a:lnTo>
                  <a:pt x="8064337" y="17386"/>
                </a:lnTo>
                <a:moveTo>
                  <a:pt x="9007646" y="716729"/>
                </a:moveTo>
                <a:cubicBezTo>
                  <a:pt x="8916819" y="716729"/>
                  <a:pt x="8855949" y="652198"/>
                  <a:pt x="8855949" y="509823"/>
                </a:cubicBezTo>
                <a:cubicBezTo>
                  <a:pt x="8855949" y="366509"/>
                  <a:pt x="8916819" y="302918"/>
                  <a:pt x="9007646" y="302918"/>
                </a:cubicBezTo>
                <a:cubicBezTo>
                  <a:pt x="9098475" y="302918"/>
                  <a:pt x="9159343" y="366352"/>
                  <a:pt x="9159343" y="509823"/>
                </a:cubicBezTo>
                <a:cubicBezTo>
                  <a:pt x="9159502" y="652198"/>
                  <a:pt x="9098475" y="716729"/>
                  <a:pt x="9007646" y="716729"/>
                </a:cubicBezTo>
                <a:moveTo>
                  <a:pt x="9249219" y="17386"/>
                </a:moveTo>
                <a:lnTo>
                  <a:pt x="9157282" y="17386"/>
                </a:lnTo>
                <a:lnTo>
                  <a:pt x="9157282" y="341292"/>
                </a:lnTo>
                <a:cubicBezTo>
                  <a:pt x="9137309" y="281147"/>
                  <a:pt x="9088646" y="225231"/>
                  <a:pt x="8992271" y="225231"/>
                </a:cubicBezTo>
                <a:cubicBezTo>
                  <a:pt x="8868155" y="225231"/>
                  <a:pt x="8759732" y="321557"/>
                  <a:pt x="8759732" y="513113"/>
                </a:cubicBezTo>
                <a:cubicBezTo>
                  <a:pt x="8759732" y="706861"/>
                  <a:pt x="8868314" y="794416"/>
                  <a:pt x="8984504" y="794416"/>
                </a:cubicBezTo>
                <a:cubicBezTo>
                  <a:pt x="9072002" y="794416"/>
                  <a:pt x="9136200" y="744139"/>
                  <a:pt x="9157282" y="672873"/>
                </a:cubicBezTo>
                <a:lnTo>
                  <a:pt x="9157282" y="714536"/>
                </a:lnTo>
                <a:cubicBezTo>
                  <a:pt x="9157282" y="739753"/>
                  <a:pt x="9159502" y="767006"/>
                  <a:pt x="9162831" y="783452"/>
                </a:cubicBezTo>
                <a:lnTo>
                  <a:pt x="9255878" y="783452"/>
                </a:lnTo>
                <a:cubicBezTo>
                  <a:pt x="9251439" y="757139"/>
                  <a:pt x="9249219" y="718922"/>
                  <a:pt x="9249219" y="669584"/>
                </a:cubicBezTo>
                <a:lnTo>
                  <a:pt x="9249219" y="17386"/>
                </a:lnTo>
                <a:moveTo>
                  <a:pt x="5784131" y="1096"/>
                </a:moveTo>
                <a:cubicBezTo>
                  <a:pt x="5747515" y="1096"/>
                  <a:pt x="5718824" y="29603"/>
                  <a:pt x="5718824" y="65627"/>
                </a:cubicBezTo>
                <a:cubicBezTo>
                  <a:pt x="5718824" y="101808"/>
                  <a:pt x="5747673" y="129061"/>
                  <a:pt x="5784131" y="129061"/>
                </a:cubicBezTo>
                <a:cubicBezTo>
                  <a:pt x="5820747" y="129061"/>
                  <a:pt x="5848329" y="101651"/>
                  <a:pt x="5848329" y="65627"/>
                </a:cubicBezTo>
                <a:cubicBezTo>
                  <a:pt x="5848487" y="29446"/>
                  <a:pt x="5820747" y="1096"/>
                  <a:pt x="5784131" y="1096"/>
                </a:cubicBezTo>
                <a:moveTo>
                  <a:pt x="9428497" y="1096"/>
                </a:moveTo>
                <a:cubicBezTo>
                  <a:pt x="9391881" y="1096"/>
                  <a:pt x="9363190" y="29603"/>
                  <a:pt x="9363190" y="65627"/>
                </a:cubicBezTo>
                <a:cubicBezTo>
                  <a:pt x="9363190" y="101808"/>
                  <a:pt x="9392040" y="129061"/>
                  <a:pt x="9428497" y="129061"/>
                </a:cubicBezTo>
                <a:cubicBezTo>
                  <a:pt x="9465114" y="129061"/>
                  <a:pt x="9492696" y="101651"/>
                  <a:pt x="9492696" y="65627"/>
                </a:cubicBezTo>
                <a:cubicBezTo>
                  <a:pt x="9492696" y="29446"/>
                  <a:pt x="9465114" y="1096"/>
                  <a:pt x="9428497" y="1096"/>
                </a:cubicBezTo>
                <a:moveTo>
                  <a:pt x="10219159" y="1096"/>
                </a:moveTo>
                <a:cubicBezTo>
                  <a:pt x="10182543" y="1096"/>
                  <a:pt x="10153852" y="29603"/>
                  <a:pt x="10153852" y="65627"/>
                </a:cubicBezTo>
                <a:cubicBezTo>
                  <a:pt x="10153852" y="101808"/>
                  <a:pt x="10182701" y="129061"/>
                  <a:pt x="10219159" y="129061"/>
                </a:cubicBezTo>
                <a:cubicBezTo>
                  <a:pt x="10255775" y="129061"/>
                  <a:pt x="10283358" y="101651"/>
                  <a:pt x="10283358" y="65627"/>
                </a:cubicBezTo>
                <a:cubicBezTo>
                  <a:pt x="10283358" y="29446"/>
                  <a:pt x="10255618" y="1096"/>
                  <a:pt x="10219159" y="1096"/>
                </a:cubicBezTo>
                <a:moveTo>
                  <a:pt x="1651545" y="800994"/>
                </a:moveTo>
                <a:cubicBezTo>
                  <a:pt x="1836529" y="800994"/>
                  <a:pt x="1908494" y="691512"/>
                  <a:pt x="1908494" y="548197"/>
                </a:cubicBezTo>
                <a:lnTo>
                  <a:pt x="1908494" y="17542"/>
                </a:lnTo>
                <a:lnTo>
                  <a:pt x="1771222" y="17542"/>
                </a:lnTo>
                <a:lnTo>
                  <a:pt x="1771222" y="583282"/>
                </a:lnTo>
                <a:cubicBezTo>
                  <a:pt x="1771222" y="675222"/>
                  <a:pt x="1735715" y="729885"/>
                  <a:pt x="1651545" y="729885"/>
                </a:cubicBezTo>
                <a:cubicBezTo>
                  <a:pt x="1568484" y="729885"/>
                  <a:pt x="1531867" y="671933"/>
                  <a:pt x="1531867" y="572318"/>
                </a:cubicBezTo>
                <a:lnTo>
                  <a:pt x="1531867" y="467221"/>
                </a:lnTo>
                <a:lnTo>
                  <a:pt x="1394595" y="501209"/>
                </a:lnTo>
                <a:lnTo>
                  <a:pt x="1394595" y="548197"/>
                </a:lnTo>
                <a:cubicBezTo>
                  <a:pt x="1394595" y="691668"/>
                  <a:pt x="1466560" y="800994"/>
                  <a:pt x="1651545" y="800994"/>
                </a:cubicBezTo>
                <a:moveTo>
                  <a:pt x="920642" y="721114"/>
                </a:moveTo>
                <a:cubicBezTo>
                  <a:pt x="814280" y="721114"/>
                  <a:pt x="748973" y="635752"/>
                  <a:pt x="748973" y="544908"/>
                </a:cubicBezTo>
                <a:cubicBezTo>
                  <a:pt x="748973" y="488052"/>
                  <a:pt x="774493" y="435425"/>
                  <a:pt x="816499" y="405979"/>
                </a:cubicBezTo>
                <a:lnTo>
                  <a:pt x="1066791" y="676319"/>
                </a:lnTo>
                <a:cubicBezTo>
                  <a:pt x="1020188" y="703572"/>
                  <a:pt x="968196" y="721114"/>
                  <a:pt x="920642" y="721114"/>
                </a:cubicBezTo>
                <a:moveTo>
                  <a:pt x="1054585" y="329388"/>
                </a:moveTo>
                <a:cubicBezTo>
                  <a:pt x="1144304" y="329388"/>
                  <a:pt x="1199625" y="380762"/>
                  <a:pt x="1199625" y="469413"/>
                </a:cubicBezTo>
                <a:cubicBezTo>
                  <a:pt x="1199625" y="508884"/>
                  <a:pt x="1188529" y="549294"/>
                  <a:pt x="1164118" y="586571"/>
                </a:cubicBezTo>
                <a:lnTo>
                  <a:pt x="947114" y="350220"/>
                </a:lnTo>
                <a:cubicBezTo>
                  <a:pt x="985949" y="334870"/>
                  <a:pt x="1023517" y="329388"/>
                  <a:pt x="1054585" y="329388"/>
                </a:cubicBezTo>
                <a:moveTo>
                  <a:pt x="920642" y="57952"/>
                </a:moveTo>
                <a:cubicBezTo>
                  <a:pt x="985949" y="57952"/>
                  <a:pt x="1024785" y="95230"/>
                  <a:pt x="1024785" y="163050"/>
                </a:cubicBezTo>
                <a:cubicBezTo>
                  <a:pt x="1024785" y="225387"/>
                  <a:pt x="993717" y="284593"/>
                  <a:pt x="917313" y="318424"/>
                </a:cubicBezTo>
                <a:lnTo>
                  <a:pt x="869760" y="265954"/>
                </a:lnTo>
                <a:cubicBezTo>
                  <a:pt x="827595" y="220062"/>
                  <a:pt x="815548" y="191556"/>
                  <a:pt x="815548" y="157568"/>
                </a:cubicBezTo>
                <a:cubicBezTo>
                  <a:pt x="815390" y="94133"/>
                  <a:pt x="856286" y="57952"/>
                  <a:pt x="920642" y="57952"/>
                </a:cubicBezTo>
                <a:moveTo>
                  <a:pt x="1198515" y="623692"/>
                </a:moveTo>
                <a:cubicBezTo>
                  <a:pt x="1258274" y="553679"/>
                  <a:pt x="1292672" y="477088"/>
                  <a:pt x="1292672" y="410208"/>
                </a:cubicBezTo>
                <a:cubicBezTo>
                  <a:pt x="1292672" y="327039"/>
                  <a:pt x="1236241" y="271279"/>
                  <a:pt x="1147632" y="271279"/>
                </a:cubicBezTo>
                <a:cubicBezTo>
                  <a:pt x="1101188" y="271279"/>
                  <a:pt x="1049038" y="284436"/>
                  <a:pt x="1014799" y="297593"/>
                </a:cubicBezTo>
                <a:lnTo>
                  <a:pt x="1012580" y="293207"/>
                </a:lnTo>
                <a:cubicBezTo>
                  <a:pt x="1096750" y="248412"/>
                  <a:pt x="1132257" y="206749"/>
                  <a:pt x="1132257" y="148796"/>
                </a:cubicBezTo>
                <a:cubicBezTo>
                  <a:pt x="1132257" y="65627"/>
                  <a:pt x="1056963" y="0"/>
                  <a:pt x="923971" y="0"/>
                </a:cubicBezTo>
                <a:cubicBezTo>
                  <a:pt x="771165" y="0"/>
                  <a:pt x="695871" y="84266"/>
                  <a:pt x="695871" y="189363"/>
                </a:cubicBezTo>
                <a:cubicBezTo>
                  <a:pt x="695871" y="246219"/>
                  <a:pt x="720282" y="303231"/>
                  <a:pt x="784480" y="372148"/>
                </a:cubicBezTo>
                <a:lnTo>
                  <a:pt x="785589" y="374340"/>
                </a:lnTo>
                <a:cubicBezTo>
                  <a:pt x="677008" y="425714"/>
                  <a:pt x="627235" y="508884"/>
                  <a:pt x="627235" y="594246"/>
                </a:cubicBezTo>
                <a:cubicBezTo>
                  <a:pt x="627235" y="707018"/>
                  <a:pt x="714734" y="801151"/>
                  <a:pt x="849787" y="801151"/>
                </a:cubicBezTo>
                <a:cubicBezTo>
                  <a:pt x="927300" y="801151"/>
                  <a:pt x="1018128" y="769356"/>
                  <a:pt x="1100079" y="712500"/>
                </a:cubicBezTo>
                <a:lnTo>
                  <a:pt x="1166496" y="783609"/>
                </a:lnTo>
                <a:lnTo>
                  <a:pt x="1340384" y="783609"/>
                </a:lnTo>
                <a:lnTo>
                  <a:pt x="1340384" y="778127"/>
                </a:lnTo>
                <a:lnTo>
                  <a:pt x="1198515" y="623692"/>
                </a:lnTo>
                <a:close/>
                <a:moveTo>
                  <a:pt x="256949" y="800994"/>
                </a:moveTo>
                <a:cubicBezTo>
                  <a:pt x="441934" y="800994"/>
                  <a:pt x="513898" y="691512"/>
                  <a:pt x="513898" y="548197"/>
                </a:cubicBezTo>
                <a:lnTo>
                  <a:pt x="513898" y="17542"/>
                </a:lnTo>
                <a:lnTo>
                  <a:pt x="376626" y="17542"/>
                </a:lnTo>
                <a:lnTo>
                  <a:pt x="376626" y="583282"/>
                </a:lnTo>
                <a:cubicBezTo>
                  <a:pt x="376626" y="675222"/>
                  <a:pt x="341120" y="729885"/>
                  <a:pt x="256949" y="729885"/>
                </a:cubicBezTo>
                <a:cubicBezTo>
                  <a:pt x="173889" y="729885"/>
                  <a:pt x="137272" y="671933"/>
                  <a:pt x="137272" y="572318"/>
                </a:cubicBezTo>
                <a:lnTo>
                  <a:pt x="137272" y="467221"/>
                </a:lnTo>
                <a:lnTo>
                  <a:pt x="0" y="501209"/>
                </a:lnTo>
                <a:lnTo>
                  <a:pt x="0" y="548197"/>
                </a:lnTo>
                <a:cubicBezTo>
                  <a:pt x="0" y="691668"/>
                  <a:pt x="71965" y="800994"/>
                  <a:pt x="256949" y="800994"/>
                </a:cubicBezTo>
              </a:path>
            </a:pathLst>
          </a:custGeom>
          <a:solidFill>
            <a:schemeClr val="bg1"/>
          </a:solidFill>
          <a:ln w="15840" cap="flat">
            <a:noFill/>
            <a:prstDash val="solid"/>
            <a:miter/>
          </a:ln>
        </p:spPr>
        <p:txBody>
          <a:bodyPr rtlCol="0" anchor="ctr"/>
          <a:lstStyle/>
          <a:p>
            <a:endParaRPr lang="en-GB"/>
          </a:p>
        </p:txBody>
      </p:sp>
    </p:spTree>
    <p:extLst>
      <p:ext uri="{BB962C8B-B14F-4D97-AF65-F5344CB8AC3E}">
        <p14:creationId xmlns:p14="http://schemas.microsoft.com/office/powerpoint/2010/main" val="138407308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Title Slide with Panel Images - Long titles ">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F71E3-AC39-2207-0CC4-1E2486610795}"/>
              </a:ext>
            </a:extLst>
          </p:cNvPr>
          <p:cNvSpPr>
            <a:spLocks noGrp="1"/>
          </p:cNvSpPr>
          <p:nvPr>
            <p:ph type="ctrTitle" hasCustomPrompt="1"/>
          </p:nvPr>
        </p:nvSpPr>
        <p:spPr>
          <a:xfrm>
            <a:off x="285979" y="266955"/>
            <a:ext cx="8518155" cy="2946145"/>
          </a:xfrm>
        </p:spPr>
        <p:txBody>
          <a:bodyPr wrap="square" anchor="t">
            <a:normAutofit/>
          </a:bodyPr>
          <a:lstStyle>
            <a:lvl1pPr algn="l">
              <a:lnSpc>
                <a:spcPct val="80000"/>
              </a:lnSpc>
              <a:defRPr sz="7000" b="0" i="0" spc="0" baseline="0">
                <a:solidFill>
                  <a:schemeClr val="bg1"/>
                </a:solidFill>
                <a:latin typeface="+mj-lt"/>
              </a:defRPr>
            </a:lvl1pPr>
          </a:lstStyle>
          <a:p>
            <a:r>
              <a:rPr lang="en-GB" dirty="0"/>
              <a:t>Longer titles will shrink automatically</a:t>
            </a:r>
            <a:br>
              <a:rPr lang="en-GB" dirty="0"/>
            </a:br>
            <a:endParaRPr lang="en-GB" dirty="0"/>
          </a:p>
        </p:txBody>
      </p:sp>
      <p:sp>
        <p:nvSpPr>
          <p:cNvPr id="9" name="Subtitle 2">
            <a:extLst>
              <a:ext uri="{FF2B5EF4-FFF2-40B4-BE49-F238E27FC236}">
                <a16:creationId xmlns:a16="http://schemas.microsoft.com/office/drawing/2014/main" id="{52CA5BFA-B5A6-B786-4C05-6FD9C9E49AB2}"/>
              </a:ext>
            </a:extLst>
          </p:cNvPr>
          <p:cNvSpPr>
            <a:spLocks noGrp="1"/>
          </p:cNvSpPr>
          <p:nvPr>
            <p:ph type="subTitle" idx="1" hasCustomPrompt="1"/>
          </p:nvPr>
        </p:nvSpPr>
        <p:spPr>
          <a:xfrm>
            <a:off x="284806" y="4385616"/>
            <a:ext cx="4536000" cy="865834"/>
          </a:xfrm>
        </p:spPr>
        <p:txBody>
          <a:bodyPr anchor="b"/>
          <a:lstStyle>
            <a:lvl1pPr marL="0" indent="0" algn="l">
              <a:lnSpc>
                <a:spcPct val="100000"/>
              </a:lnSpc>
              <a:spcBef>
                <a:spcPts val="0"/>
              </a:spcBef>
              <a:spcAft>
                <a:spcPts val="0"/>
              </a:spcAft>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Supporting details. Delete if not required.</a:t>
            </a:r>
          </a:p>
        </p:txBody>
      </p:sp>
      <p:sp>
        <p:nvSpPr>
          <p:cNvPr id="3" name="Footer Placeholder 4">
            <a:extLst>
              <a:ext uri="{FF2B5EF4-FFF2-40B4-BE49-F238E27FC236}">
                <a16:creationId xmlns:a16="http://schemas.microsoft.com/office/drawing/2014/main" id="{5A632A4B-C5F0-D069-7A23-AD8F7633066A}"/>
              </a:ext>
            </a:extLst>
          </p:cNvPr>
          <p:cNvSpPr>
            <a:spLocks noGrp="1"/>
          </p:cNvSpPr>
          <p:nvPr>
            <p:ph type="ftr" sz="quarter" idx="3"/>
          </p:nvPr>
        </p:nvSpPr>
        <p:spPr>
          <a:xfrm>
            <a:off x="288259" y="5461678"/>
            <a:ext cx="4536000"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bg1"/>
                </a:solidFill>
                <a:latin typeface="+mn-lt"/>
              </a:defRPr>
            </a:lvl1pPr>
          </a:lstStyle>
          <a:p>
            <a:pPr>
              <a:spcBef>
                <a:spcPts val="0"/>
              </a:spcBef>
              <a:spcAft>
                <a:spcPts val="300"/>
              </a:spcAft>
            </a:pPr>
            <a:r>
              <a:rPr lang="en-US" dirty="0"/>
              <a:t>Slide legal disclaimer goes here if required
Slide footer goes here if required. Turn off globally using the Header/Footer function (under the Insert menu).</a:t>
            </a:r>
          </a:p>
        </p:txBody>
      </p:sp>
      <p:sp>
        <p:nvSpPr>
          <p:cNvPr id="8" name="Picture Placeholder 7">
            <a:extLst>
              <a:ext uri="{FF2B5EF4-FFF2-40B4-BE49-F238E27FC236}">
                <a16:creationId xmlns:a16="http://schemas.microsoft.com/office/drawing/2014/main" id="{89C7F486-1748-76DA-66A4-45ADEE59514C}"/>
              </a:ext>
            </a:extLst>
          </p:cNvPr>
          <p:cNvSpPr>
            <a:spLocks noGrp="1"/>
          </p:cNvSpPr>
          <p:nvPr>
            <p:ph type="pic" sz="quarter" idx="10" hasCustomPrompt="1"/>
          </p:nvPr>
        </p:nvSpPr>
        <p:spPr>
          <a:xfrm>
            <a:off x="5083403" y="3424232"/>
            <a:ext cx="3041422" cy="3433767"/>
          </a:xfrm>
          <a:solidFill>
            <a:schemeClr val="bg1"/>
          </a:solidFill>
        </p:spPr>
        <p:txBody>
          <a:bodyPr lIns="108000" tIns="72000" rIns="72000" bIns="72000"/>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p:txBody>
      </p:sp>
      <p:sp>
        <p:nvSpPr>
          <p:cNvPr id="10" name="Picture Placeholder 7">
            <a:extLst>
              <a:ext uri="{FF2B5EF4-FFF2-40B4-BE49-F238E27FC236}">
                <a16:creationId xmlns:a16="http://schemas.microsoft.com/office/drawing/2014/main" id="{0EB5B367-CE4D-1299-9064-51590557172E}"/>
              </a:ext>
            </a:extLst>
          </p:cNvPr>
          <p:cNvSpPr>
            <a:spLocks noGrp="1"/>
          </p:cNvSpPr>
          <p:nvPr>
            <p:ph type="pic" sz="quarter" idx="11" hasCustomPrompt="1"/>
          </p:nvPr>
        </p:nvSpPr>
        <p:spPr>
          <a:xfrm>
            <a:off x="9150578" y="0"/>
            <a:ext cx="3041422" cy="3424233"/>
          </a:xfrm>
          <a:solidFill>
            <a:schemeClr val="bg1"/>
          </a:solidFill>
        </p:spPr>
        <p:txBody>
          <a:bodyPr lIns="108000" tIns="72000" rIns="72000" bIns="72000"/>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p:txBody>
      </p:sp>
      <p:sp>
        <p:nvSpPr>
          <p:cNvPr id="4" name="Graphic 3">
            <a:extLst>
              <a:ext uri="{FF2B5EF4-FFF2-40B4-BE49-F238E27FC236}">
                <a16:creationId xmlns:a16="http://schemas.microsoft.com/office/drawing/2014/main" id="{32F35BF3-B49A-D1E4-23E1-8C79FDCBBF99}"/>
              </a:ext>
            </a:extLst>
          </p:cNvPr>
          <p:cNvSpPr/>
          <p:nvPr userDrawn="1"/>
        </p:nvSpPr>
        <p:spPr>
          <a:xfrm>
            <a:off x="294330" y="6157513"/>
            <a:ext cx="2132373" cy="406800"/>
          </a:xfrm>
          <a:custGeom>
            <a:avLst/>
            <a:gdLst>
              <a:gd name="connsiteX0" fmla="*/ 1397722 w 14842808"/>
              <a:gd name="connsiteY0" fmla="*/ 1202934 h 2831613"/>
              <a:gd name="connsiteX1" fmla="*/ 1182034 w 14842808"/>
              <a:gd name="connsiteY1" fmla="*/ 835550 h 2831613"/>
              <a:gd name="connsiteX2" fmla="*/ 1397722 w 14842808"/>
              <a:gd name="connsiteY2" fmla="*/ 468165 h 2831613"/>
              <a:gd name="connsiteX3" fmla="*/ 1613410 w 14842808"/>
              <a:gd name="connsiteY3" fmla="*/ 835550 h 2831613"/>
              <a:gd name="connsiteX4" fmla="*/ 1397722 w 14842808"/>
              <a:gd name="connsiteY4" fmla="*/ 1202934 h 2831613"/>
              <a:gd name="connsiteX5" fmla="*/ 1397722 w 14842808"/>
              <a:gd name="connsiteY5" fmla="*/ 369441 h 2831613"/>
              <a:gd name="connsiteX6" fmla="*/ 959388 w 14842808"/>
              <a:gd name="connsiteY6" fmla="*/ 835550 h 2831613"/>
              <a:gd name="connsiteX7" fmla="*/ 1397722 w 14842808"/>
              <a:gd name="connsiteY7" fmla="*/ 1301658 h 2831613"/>
              <a:gd name="connsiteX8" fmla="*/ 1836056 w 14842808"/>
              <a:gd name="connsiteY8" fmla="*/ 835550 h 2831613"/>
              <a:gd name="connsiteX9" fmla="*/ 1397722 w 14842808"/>
              <a:gd name="connsiteY9" fmla="*/ 369441 h 2831613"/>
              <a:gd name="connsiteX10" fmla="*/ 3357471 w 14842808"/>
              <a:gd name="connsiteY10" fmla="*/ 369441 h 2831613"/>
              <a:gd name="connsiteX11" fmla="*/ 3109571 w 14842808"/>
              <a:gd name="connsiteY11" fmla="*/ 500301 h 2831613"/>
              <a:gd name="connsiteX12" fmla="*/ 3098748 w 14842808"/>
              <a:gd name="connsiteY12" fmla="*/ 500301 h 2831613"/>
              <a:gd name="connsiteX13" fmla="*/ 3098748 w 14842808"/>
              <a:gd name="connsiteY13" fmla="*/ 387438 h 2831613"/>
              <a:gd name="connsiteX14" fmla="*/ 2886667 w 14842808"/>
              <a:gd name="connsiteY14" fmla="*/ 387438 h 2831613"/>
              <a:gd name="connsiteX15" fmla="*/ 2886667 w 14842808"/>
              <a:gd name="connsiteY15" fmla="*/ 1283661 h 2831613"/>
              <a:gd name="connsiteX16" fmla="*/ 3098748 w 14842808"/>
              <a:gd name="connsiteY16" fmla="*/ 1283661 h 2831613"/>
              <a:gd name="connsiteX17" fmla="*/ 3098748 w 14842808"/>
              <a:gd name="connsiteY17" fmla="*/ 704433 h 2831613"/>
              <a:gd name="connsiteX18" fmla="*/ 3276555 w 14842808"/>
              <a:gd name="connsiteY18" fmla="*/ 494645 h 2831613"/>
              <a:gd name="connsiteX19" fmla="*/ 3429367 w 14842808"/>
              <a:gd name="connsiteY19" fmla="*/ 670239 h 2831613"/>
              <a:gd name="connsiteX20" fmla="*/ 3429367 w 14842808"/>
              <a:gd name="connsiteY20" fmla="*/ 1283147 h 2831613"/>
              <a:gd name="connsiteX21" fmla="*/ 3641447 w 14842808"/>
              <a:gd name="connsiteY21" fmla="*/ 1283147 h 2831613"/>
              <a:gd name="connsiteX22" fmla="*/ 3641447 w 14842808"/>
              <a:gd name="connsiteY22" fmla="*/ 668697 h 2831613"/>
              <a:gd name="connsiteX23" fmla="*/ 3357471 w 14842808"/>
              <a:gd name="connsiteY23" fmla="*/ 369441 h 2831613"/>
              <a:gd name="connsiteX24" fmla="*/ 4122559 w 14842808"/>
              <a:gd name="connsiteY24" fmla="*/ 369441 h 2831613"/>
              <a:gd name="connsiteX25" fmla="*/ 3779312 w 14842808"/>
              <a:gd name="connsiteY25" fmla="*/ 627562 h 2831613"/>
              <a:gd name="connsiteX26" fmla="*/ 3996805 w 14842808"/>
              <a:gd name="connsiteY26" fmla="*/ 885683 h 2831613"/>
              <a:gd name="connsiteX27" fmla="*/ 4176416 w 14842808"/>
              <a:gd name="connsiteY27" fmla="*/ 930417 h 2831613"/>
              <a:gd name="connsiteX28" fmla="*/ 4314797 w 14842808"/>
              <a:gd name="connsiteY28" fmla="*/ 1063076 h 2831613"/>
              <a:gd name="connsiteX29" fmla="*/ 4136989 w 14842808"/>
              <a:gd name="connsiteY29" fmla="*/ 1206534 h 2831613"/>
              <a:gd name="connsiteX30" fmla="*/ 3932124 w 14842808"/>
              <a:gd name="connsiteY30" fmla="*/ 998546 h 2831613"/>
              <a:gd name="connsiteX31" fmla="*/ 3741690 w 14842808"/>
              <a:gd name="connsiteY31" fmla="*/ 1052278 h 2831613"/>
              <a:gd name="connsiteX32" fmla="*/ 4113539 w 14842808"/>
              <a:gd name="connsiteY32" fmla="*/ 1301401 h 2831613"/>
              <a:gd name="connsiteX33" fmla="*/ 4487193 w 14842808"/>
              <a:gd name="connsiteY33" fmla="*/ 1009344 h 2831613"/>
              <a:gd name="connsiteX34" fmla="*/ 4248313 w 14842808"/>
              <a:gd name="connsiteY34" fmla="*/ 740425 h 2831613"/>
              <a:gd name="connsiteX35" fmla="*/ 4075916 w 14842808"/>
              <a:gd name="connsiteY35" fmla="*/ 697491 h 2831613"/>
              <a:gd name="connsiteX36" fmla="*/ 3951966 w 14842808"/>
              <a:gd name="connsiteY36" fmla="*/ 579229 h 2831613"/>
              <a:gd name="connsiteX37" fmla="*/ 4104778 w 14842808"/>
              <a:gd name="connsiteY37" fmla="*/ 464566 h 2831613"/>
              <a:gd name="connsiteX38" fmla="*/ 4287997 w 14842808"/>
              <a:gd name="connsiteY38" fmla="*/ 636560 h 2831613"/>
              <a:gd name="connsiteX39" fmla="*/ 4467608 w 14842808"/>
              <a:gd name="connsiteY39" fmla="*/ 582828 h 2831613"/>
              <a:gd name="connsiteX40" fmla="*/ 4122559 w 14842808"/>
              <a:gd name="connsiteY40" fmla="*/ 369441 h 2831613"/>
              <a:gd name="connsiteX41" fmla="*/ 5013658 w 14842808"/>
              <a:gd name="connsiteY41" fmla="*/ 1202934 h 2831613"/>
              <a:gd name="connsiteX42" fmla="*/ 4797969 w 14842808"/>
              <a:gd name="connsiteY42" fmla="*/ 835550 h 2831613"/>
              <a:gd name="connsiteX43" fmla="*/ 5013658 w 14842808"/>
              <a:gd name="connsiteY43" fmla="*/ 468165 h 2831613"/>
              <a:gd name="connsiteX44" fmla="*/ 5229346 w 14842808"/>
              <a:gd name="connsiteY44" fmla="*/ 835550 h 2831613"/>
              <a:gd name="connsiteX45" fmla="*/ 5013658 w 14842808"/>
              <a:gd name="connsiteY45" fmla="*/ 1202934 h 2831613"/>
              <a:gd name="connsiteX46" fmla="*/ 5013658 w 14842808"/>
              <a:gd name="connsiteY46" fmla="*/ 369441 h 2831613"/>
              <a:gd name="connsiteX47" fmla="*/ 4575324 w 14842808"/>
              <a:gd name="connsiteY47" fmla="*/ 835550 h 2831613"/>
              <a:gd name="connsiteX48" fmla="*/ 5013658 w 14842808"/>
              <a:gd name="connsiteY48" fmla="*/ 1301658 h 2831613"/>
              <a:gd name="connsiteX49" fmla="*/ 5451992 w 14842808"/>
              <a:gd name="connsiteY49" fmla="*/ 835550 h 2831613"/>
              <a:gd name="connsiteX50" fmla="*/ 5013658 w 14842808"/>
              <a:gd name="connsiteY50" fmla="*/ 369441 h 2831613"/>
              <a:gd name="connsiteX51" fmla="*/ 6048292 w 14842808"/>
              <a:gd name="connsiteY51" fmla="*/ 369441 h 2831613"/>
              <a:gd name="connsiteX52" fmla="*/ 5800392 w 14842808"/>
              <a:gd name="connsiteY52" fmla="*/ 500301 h 2831613"/>
              <a:gd name="connsiteX53" fmla="*/ 5789569 w 14842808"/>
              <a:gd name="connsiteY53" fmla="*/ 500301 h 2831613"/>
              <a:gd name="connsiteX54" fmla="*/ 5789569 w 14842808"/>
              <a:gd name="connsiteY54" fmla="*/ 387438 h 2831613"/>
              <a:gd name="connsiteX55" fmla="*/ 5577488 w 14842808"/>
              <a:gd name="connsiteY55" fmla="*/ 387438 h 2831613"/>
              <a:gd name="connsiteX56" fmla="*/ 5577488 w 14842808"/>
              <a:gd name="connsiteY56" fmla="*/ 1283661 h 2831613"/>
              <a:gd name="connsiteX57" fmla="*/ 5789569 w 14842808"/>
              <a:gd name="connsiteY57" fmla="*/ 1283661 h 2831613"/>
              <a:gd name="connsiteX58" fmla="*/ 5789569 w 14842808"/>
              <a:gd name="connsiteY58" fmla="*/ 704433 h 2831613"/>
              <a:gd name="connsiteX59" fmla="*/ 5967376 w 14842808"/>
              <a:gd name="connsiteY59" fmla="*/ 494645 h 2831613"/>
              <a:gd name="connsiteX60" fmla="*/ 6120188 w 14842808"/>
              <a:gd name="connsiteY60" fmla="*/ 670239 h 2831613"/>
              <a:gd name="connsiteX61" fmla="*/ 6120188 w 14842808"/>
              <a:gd name="connsiteY61" fmla="*/ 1283147 h 2831613"/>
              <a:gd name="connsiteX62" fmla="*/ 6332269 w 14842808"/>
              <a:gd name="connsiteY62" fmla="*/ 1283147 h 2831613"/>
              <a:gd name="connsiteX63" fmla="*/ 6332269 w 14842808"/>
              <a:gd name="connsiteY63" fmla="*/ 668697 h 2831613"/>
              <a:gd name="connsiteX64" fmla="*/ 6048292 w 14842808"/>
              <a:gd name="connsiteY64" fmla="*/ 369441 h 2831613"/>
              <a:gd name="connsiteX65" fmla="*/ 9197289 w 14842808"/>
              <a:gd name="connsiteY65" fmla="*/ 1202934 h 2831613"/>
              <a:gd name="connsiteX66" fmla="*/ 8981601 w 14842808"/>
              <a:gd name="connsiteY66" fmla="*/ 835550 h 2831613"/>
              <a:gd name="connsiteX67" fmla="*/ 9197289 w 14842808"/>
              <a:gd name="connsiteY67" fmla="*/ 468165 h 2831613"/>
              <a:gd name="connsiteX68" fmla="*/ 9412978 w 14842808"/>
              <a:gd name="connsiteY68" fmla="*/ 835550 h 2831613"/>
              <a:gd name="connsiteX69" fmla="*/ 9197289 w 14842808"/>
              <a:gd name="connsiteY69" fmla="*/ 1202934 h 2831613"/>
              <a:gd name="connsiteX70" fmla="*/ 9197289 w 14842808"/>
              <a:gd name="connsiteY70" fmla="*/ 369441 h 2831613"/>
              <a:gd name="connsiteX71" fmla="*/ 8758955 w 14842808"/>
              <a:gd name="connsiteY71" fmla="*/ 835550 h 2831613"/>
              <a:gd name="connsiteX72" fmla="*/ 9197289 w 14842808"/>
              <a:gd name="connsiteY72" fmla="*/ 1301658 h 2831613"/>
              <a:gd name="connsiteX73" fmla="*/ 9635623 w 14842808"/>
              <a:gd name="connsiteY73" fmla="*/ 835550 h 2831613"/>
              <a:gd name="connsiteX74" fmla="*/ 9197289 w 14842808"/>
              <a:gd name="connsiteY74" fmla="*/ 369441 h 2831613"/>
              <a:gd name="connsiteX75" fmla="*/ 11157038 w 14842808"/>
              <a:gd name="connsiteY75" fmla="*/ 369441 h 2831613"/>
              <a:gd name="connsiteX76" fmla="*/ 10909138 w 14842808"/>
              <a:gd name="connsiteY76" fmla="*/ 500301 h 2831613"/>
              <a:gd name="connsiteX77" fmla="*/ 10898314 w 14842808"/>
              <a:gd name="connsiteY77" fmla="*/ 500301 h 2831613"/>
              <a:gd name="connsiteX78" fmla="*/ 10898314 w 14842808"/>
              <a:gd name="connsiteY78" fmla="*/ 387438 h 2831613"/>
              <a:gd name="connsiteX79" fmla="*/ 10686234 w 14842808"/>
              <a:gd name="connsiteY79" fmla="*/ 387438 h 2831613"/>
              <a:gd name="connsiteX80" fmla="*/ 10686234 w 14842808"/>
              <a:gd name="connsiteY80" fmla="*/ 1283661 h 2831613"/>
              <a:gd name="connsiteX81" fmla="*/ 10898314 w 14842808"/>
              <a:gd name="connsiteY81" fmla="*/ 1283661 h 2831613"/>
              <a:gd name="connsiteX82" fmla="*/ 10898314 w 14842808"/>
              <a:gd name="connsiteY82" fmla="*/ 704433 h 2831613"/>
              <a:gd name="connsiteX83" fmla="*/ 11076123 w 14842808"/>
              <a:gd name="connsiteY83" fmla="*/ 494645 h 2831613"/>
              <a:gd name="connsiteX84" fmla="*/ 11228934 w 14842808"/>
              <a:gd name="connsiteY84" fmla="*/ 670239 h 2831613"/>
              <a:gd name="connsiteX85" fmla="*/ 11228934 w 14842808"/>
              <a:gd name="connsiteY85" fmla="*/ 1283147 h 2831613"/>
              <a:gd name="connsiteX86" fmla="*/ 11441014 w 14842808"/>
              <a:gd name="connsiteY86" fmla="*/ 1283147 h 2831613"/>
              <a:gd name="connsiteX87" fmla="*/ 11441014 w 14842808"/>
              <a:gd name="connsiteY87" fmla="*/ 668697 h 2831613"/>
              <a:gd name="connsiteX88" fmla="*/ 11157038 w 14842808"/>
              <a:gd name="connsiteY88" fmla="*/ 369441 h 2831613"/>
              <a:gd name="connsiteX89" fmla="*/ 11922383 w 14842808"/>
              <a:gd name="connsiteY89" fmla="*/ 369441 h 2831613"/>
              <a:gd name="connsiteX90" fmla="*/ 11579137 w 14842808"/>
              <a:gd name="connsiteY90" fmla="*/ 627562 h 2831613"/>
              <a:gd name="connsiteX91" fmla="*/ 11796630 w 14842808"/>
              <a:gd name="connsiteY91" fmla="*/ 885683 h 2831613"/>
              <a:gd name="connsiteX92" fmla="*/ 11976241 w 14842808"/>
              <a:gd name="connsiteY92" fmla="*/ 930417 h 2831613"/>
              <a:gd name="connsiteX93" fmla="*/ 12114621 w 14842808"/>
              <a:gd name="connsiteY93" fmla="*/ 1063076 h 2831613"/>
              <a:gd name="connsiteX94" fmla="*/ 11936814 w 14842808"/>
              <a:gd name="connsiteY94" fmla="*/ 1206534 h 2831613"/>
              <a:gd name="connsiteX95" fmla="*/ 11731949 w 14842808"/>
              <a:gd name="connsiteY95" fmla="*/ 998546 h 2831613"/>
              <a:gd name="connsiteX96" fmla="*/ 11541514 w 14842808"/>
              <a:gd name="connsiteY96" fmla="*/ 1052278 h 2831613"/>
              <a:gd name="connsiteX97" fmla="*/ 11913364 w 14842808"/>
              <a:gd name="connsiteY97" fmla="*/ 1301401 h 2831613"/>
              <a:gd name="connsiteX98" fmla="*/ 12287018 w 14842808"/>
              <a:gd name="connsiteY98" fmla="*/ 1009344 h 2831613"/>
              <a:gd name="connsiteX99" fmla="*/ 12048137 w 14842808"/>
              <a:gd name="connsiteY99" fmla="*/ 740425 h 2831613"/>
              <a:gd name="connsiteX100" fmla="*/ 11875741 w 14842808"/>
              <a:gd name="connsiteY100" fmla="*/ 697491 h 2831613"/>
              <a:gd name="connsiteX101" fmla="*/ 11751791 w 14842808"/>
              <a:gd name="connsiteY101" fmla="*/ 579229 h 2831613"/>
              <a:gd name="connsiteX102" fmla="*/ 11904603 w 14842808"/>
              <a:gd name="connsiteY102" fmla="*/ 464566 h 2831613"/>
              <a:gd name="connsiteX103" fmla="*/ 12087821 w 14842808"/>
              <a:gd name="connsiteY103" fmla="*/ 636560 h 2831613"/>
              <a:gd name="connsiteX104" fmla="*/ 12267433 w 14842808"/>
              <a:gd name="connsiteY104" fmla="*/ 582828 h 2831613"/>
              <a:gd name="connsiteX105" fmla="*/ 11922383 w 14842808"/>
              <a:gd name="connsiteY105" fmla="*/ 369441 h 2831613"/>
              <a:gd name="connsiteX106" fmla="*/ 12813224 w 14842808"/>
              <a:gd name="connsiteY106" fmla="*/ 1202934 h 2831613"/>
              <a:gd name="connsiteX107" fmla="*/ 12597536 w 14842808"/>
              <a:gd name="connsiteY107" fmla="*/ 835550 h 2831613"/>
              <a:gd name="connsiteX108" fmla="*/ 12813224 w 14842808"/>
              <a:gd name="connsiteY108" fmla="*/ 468165 h 2831613"/>
              <a:gd name="connsiteX109" fmla="*/ 13028913 w 14842808"/>
              <a:gd name="connsiteY109" fmla="*/ 835550 h 2831613"/>
              <a:gd name="connsiteX110" fmla="*/ 12813224 w 14842808"/>
              <a:gd name="connsiteY110" fmla="*/ 1202934 h 2831613"/>
              <a:gd name="connsiteX111" fmla="*/ 12813224 w 14842808"/>
              <a:gd name="connsiteY111" fmla="*/ 369441 h 2831613"/>
              <a:gd name="connsiteX112" fmla="*/ 12374891 w 14842808"/>
              <a:gd name="connsiteY112" fmla="*/ 835550 h 2831613"/>
              <a:gd name="connsiteX113" fmla="*/ 12813224 w 14842808"/>
              <a:gd name="connsiteY113" fmla="*/ 1301658 h 2831613"/>
              <a:gd name="connsiteX114" fmla="*/ 13251560 w 14842808"/>
              <a:gd name="connsiteY114" fmla="*/ 835550 h 2831613"/>
              <a:gd name="connsiteX115" fmla="*/ 12813224 w 14842808"/>
              <a:gd name="connsiteY115" fmla="*/ 369441 h 2831613"/>
              <a:gd name="connsiteX116" fmla="*/ 13847858 w 14842808"/>
              <a:gd name="connsiteY116" fmla="*/ 369441 h 2831613"/>
              <a:gd name="connsiteX117" fmla="*/ 13599958 w 14842808"/>
              <a:gd name="connsiteY117" fmla="*/ 500301 h 2831613"/>
              <a:gd name="connsiteX118" fmla="*/ 13589136 w 14842808"/>
              <a:gd name="connsiteY118" fmla="*/ 500301 h 2831613"/>
              <a:gd name="connsiteX119" fmla="*/ 13589136 w 14842808"/>
              <a:gd name="connsiteY119" fmla="*/ 387438 h 2831613"/>
              <a:gd name="connsiteX120" fmla="*/ 13377056 w 14842808"/>
              <a:gd name="connsiteY120" fmla="*/ 387438 h 2831613"/>
              <a:gd name="connsiteX121" fmla="*/ 13377056 w 14842808"/>
              <a:gd name="connsiteY121" fmla="*/ 1283661 h 2831613"/>
              <a:gd name="connsiteX122" fmla="*/ 13589136 w 14842808"/>
              <a:gd name="connsiteY122" fmla="*/ 1283661 h 2831613"/>
              <a:gd name="connsiteX123" fmla="*/ 13589136 w 14842808"/>
              <a:gd name="connsiteY123" fmla="*/ 704433 h 2831613"/>
              <a:gd name="connsiteX124" fmla="*/ 13766944 w 14842808"/>
              <a:gd name="connsiteY124" fmla="*/ 494645 h 2831613"/>
              <a:gd name="connsiteX125" fmla="*/ 13919755 w 14842808"/>
              <a:gd name="connsiteY125" fmla="*/ 670239 h 2831613"/>
              <a:gd name="connsiteX126" fmla="*/ 13919755 w 14842808"/>
              <a:gd name="connsiteY126" fmla="*/ 1283147 h 2831613"/>
              <a:gd name="connsiteX127" fmla="*/ 14131835 w 14842808"/>
              <a:gd name="connsiteY127" fmla="*/ 1283147 h 2831613"/>
              <a:gd name="connsiteX128" fmla="*/ 14131835 w 14842808"/>
              <a:gd name="connsiteY128" fmla="*/ 668697 h 2831613"/>
              <a:gd name="connsiteX129" fmla="*/ 13847858 w 14842808"/>
              <a:gd name="connsiteY129" fmla="*/ 369441 h 2831613"/>
              <a:gd name="connsiteX130" fmla="*/ 833634 w 14842808"/>
              <a:gd name="connsiteY130" fmla="*/ 28794 h 2831613"/>
              <a:gd name="connsiteX131" fmla="*/ 610730 w 14842808"/>
              <a:gd name="connsiteY131" fmla="*/ 28794 h 2831613"/>
              <a:gd name="connsiteX132" fmla="*/ 610730 w 14842808"/>
              <a:gd name="connsiteY132" fmla="*/ 955355 h 2831613"/>
              <a:gd name="connsiteX133" fmla="*/ 416688 w 14842808"/>
              <a:gd name="connsiteY133" fmla="*/ 1195479 h 2831613"/>
              <a:gd name="connsiteX134" fmla="*/ 222646 w 14842808"/>
              <a:gd name="connsiteY134" fmla="*/ 937358 h 2831613"/>
              <a:gd name="connsiteX135" fmla="*/ 222646 w 14842808"/>
              <a:gd name="connsiteY135" fmla="*/ 765363 h 2831613"/>
              <a:gd name="connsiteX136" fmla="*/ 0 w 14842808"/>
              <a:gd name="connsiteY136" fmla="*/ 821152 h 2831613"/>
              <a:gd name="connsiteX137" fmla="*/ 0 w 14842808"/>
              <a:gd name="connsiteY137" fmla="*/ 898280 h 2831613"/>
              <a:gd name="connsiteX138" fmla="*/ 416946 w 14842808"/>
              <a:gd name="connsiteY138" fmla="*/ 1312456 h 2831613"/>
              <a:gd name="connsiteX139" fmla="*/ 833634 w 14842808"/>
              <a:gd name="connsiteY139" fmla="*/ 898280 h 2831613"/>
              <a:gd name="connsiteX140" fmla="*/ 833634 w 14842808"/>
              <a:gd name="connsiteY140" fmla="*/ 28794 h 2831613"/>
              <a:gd name="connsiteX141" fmla="*/ 2173633 w 14842808"/>
              <a:gd name="connsiteY141" fmla="*/ 28794 h 2831613"/>
              <a:gd name="connsiteX142" fmla="*/ 1961552 w 14842808"/>
              <a:gd name="connsiteY142" fmla="*/ 28794 h 2831613"/>
              <a:gd name="connsiteX143" fmla="*/ 1961552 w 14842808"/>
              <a:gd name="connsiteY143" fmla="*/ 1283404 h 2831613"/>
              <a:gd name="connsiteX144" fmla="*/ 2173633 w 14842808"/>
              <a:gd name="connsiteY144" fmla="*/ 1283404 h 2831613"/>
              <a:gd name="connsiteX145" fmla="*/ 2173633 w 14842808"/>
              <a:gd name="connsiteY145" fmla="*/ 704433 h 2831613"/>
              <a:gd name="connsiteX146" fmla="*/ 2351441 w 14842808"/>
              <a:gd name="connsiteY146" fmla="*/ 494645 h 2831613"/>
              <a:gd name="connsiteX147" fmla="*/ 2504252 w 14842808"/>
              <a:gd name="connsiteY147" fmla="*/ 670239 h 2831613"/>
              <a:gd name="connsiteX148" fmla="*/ 2504252 w 14842808"/>
              <a:gd name="connsiteY148" fmla="*/ 1283147 h 2831613"/>
              <a:gd name="connsiteX149" fmla="*/ 2716075 w 14842808"/>
              <a:gd name="connsiteY149" fmla="*/ 1283147 h 2831613"/>
              <a:gd name="connsiteX150" fmla="*/ 2716075 w 14842808"/>
              <a:gd name="connsiteY150" fmla="*/ 668697 h 2831613"/>
              <a:gd name="connsiteX151" fmla="*/ 2432098 w 14842808"/>
              <a:gd name="connsiteY151" fmla="*/ 369441 h 2831613"/>
              <a:gd name="connsiteX152" fmla="*/ 2184198 w 14842808"/>
              <a:gd name="connsiteY152" fmla="*/ 500301 h 2831613"/>
              <a:gd name="connsiteX153" fmla="*/ 2173375 w 14842808"/>
              <a:gd name="connsiteY153" fmla="*/ 500301 h 2831613"/>
              <a:gd name="connsiteX154" fmla="*/ 2173375 w 14842808"/>
              <a:gd name="connsiteY154" fmla="*/ 28794 h 2831613"/>
              <a:gd name="connsiteX155" fmla="*/ 8633201 w 14842808"/>
              <a:gd name="connsiteY155" fmla="*/ 28794 h 2831613"/>
              <a:gd name="connsiteX156" fmla="*/ 8410555 w 14842808"/>
              <a:gd name="connsiteY156" fmla="*/ 28794 h 2831613"/>
              <a:gd name="connsiteX157" fmla="*/ 8410555 w 14842808"/>
              <a:gd name="connsiteY157" fmla="*/ 955355 h 2831613"/>
              <a:gd name="connsiteX158" fmla="*/ 8216513 w 14842808"/>
              <a:gd name="connsiteY158" fmla="*/ 1195479 h 2831613"/>
              <a:gd name="connsiteX159" fmla="*/ 8022471 w 14842808"/>
              <a:gd name="connsiteY159" fmla="*/ 937358 h 2831613"/>
              <a:gd name="connsiteX160" fmla="*/ 8022471 w 14842808"/>
              <a:gd name="connsiteY160" fmla="*/ 765363 h 2831613"/>
              <a:gd name="connsiteX161" fmla="*/ 7799825 w 14842808"/>
              <a:gd name="connsiteY161" fmla="*/ 820895 h 2831613"/>
              <a:gd name="connsiteX162" fmla="*/ 7799825 w 14842808"/>
              <a:gd name="connsiteY162" fmla="*/ 898023 h 2831613"/>
              <a:gd name="connsiteX163" fmla="*/ 8216771 w 14842808"/>
              <a:gd name="connsiteY163" fmla="*/ 1312199 h 2831613"/>
              <a:gd name="connsiteX164" fmla="*/ 8633459 w 14842808"/>
              <a:gd name="connsiteY164" fmla="*/ 898023 h 2831613"/>
              <a:gd name="connsiteX165" fmla="*/ 8633459 w 14842808"/>
              <a:gd name="connsiteY165" fmla="*/ 28794 h 2831613"/>
              <a:gd name="connsiteX166" fmla="*/ 9973200 w 14842808"/>
              <a:gd name="connsiteY166" fmla="*/ 28794 h 2831613"/>
              <a:gd name="connsiteX167" fmla="*/ 9761120 w 14842808"/>
              <a:gd name="connsiteY167" fmla="*/ 28794 h 2831613"/>
              <a:gd name="connsiteX168" fmla="*/ 9761120 w 14842808"/>
              <a:gd name="connsiteY168" fmla="*/ 1283404 h 2831613"/>
              <a:gd name="connsiteX169" fmla="*/ 9973200 w 14842808"/>
              <a:gd name="connsiteY169" fmla="*/ 1283404 h 2831613"/>
              <a:gd name="connsiteX170" fmla="*/ 9973200 w 14842808"/>
              <a:gd name="connsiteY170" fmla="*/ 704433 h 2831613"/>
              <a:gd name="connsiteX171" fmla="*/ 10151007 w 14842808"/>
              <a:gd name="connsiteY171" fmla="*/ 494645 h 2831613"/>
              <a:gd name="connsiteX172" fmla="*/ 10303819 w 14842808"/>
              <a:gd name="connsiteY172" fmla="*/ 670239 h 2831613"/>
              <a:gd name="connsiteX173" fmla="*/ 10303819 w 14842808"/>
              <a:gd name="connsiteY173" fmla="*/ 1283147 h 2831613"/>
              <a:gd name="connsiteX174" fmla="*/ 10515899 w 14842808"/>
              <a:gd name="connsiteY174" fmla="*/ 1283147 h 2831613"/>
              <a:gd name="connsiteX175" fmla="*/ 10515899 w 14842808"/>
              <a:gd name="connsiteY175" fmla="*/ 668697 h 2831613"/>
              <a:gd name="connsiteX176" fmla="*/ 10231923 w 14842808"/>
              <a:gd name="connsiteY176" fmla="*/ 369441 h 2831613"/>
              <a:gd name="connsiteX177" fmla="*/ 9984023 w 14842808"/>
              <a:gd name="connsiteY177" fmla="*/ 500301 h 2831613"/>
              <a:gd name="connsiteX178" fmla="*/ 9973200 w 14842808"/>
              <a:gd name="connsiteY178" fmla="*/ 500301 h 2831613"/>
              <a:gd name="connsiteX179" fmla="*/ 9973200 w 14842808"/>
              <a:gd name="connsiteY179" fmla="*/ 28794 h 2831613"/>
              <a:gd name="connsiteX180" fmla="*/ 7030872 w 14842808"/>
              <a:gd name="connsiteY180" fmla="*/ 1181339 h 2831613"/>
              <a:gd name="connsiteX181" fmla="*/ 6752307 w 14842808"/>
              <a:gd name="connsiteY181" fmla="*/ 892624 h 2831613"/>
              <a:gd name="connsiteX182" fmla="*/ 6861826 w 14842808"/>
              <a:gd name="connsiteY182" fmla="*/ 665097 h 2831613"/>
              <a:gd name="connsiteX183" fmla="*/ 7267949 w 14842808"/>
              <a:gd name="connsiteY183" fmla="*/ 1107810 h 2831613"/>
              <a:gd name="connsiteX184" fmla="*/ 7030872 w 14842808"/>
              <a:gd name="connsiteY184" fmla="*/ 1181339 h 2831613"/>
              <a:gd name="connsiteX185" fmla="*/ 7426171 w 14842808"/>
              <a:gd name="connsiteY185" fmla="*/ 960754 h 2831613"/>
              <a:gd name="connsiteX186" fmla="*/ 7074164 w 14842808"/>
              <a:gd name="connsiteY186" fmla="*/ 573573 h 2831613"/>
              <a:gd name="connsiteX187" fmla="*/ 7248364 w 14842808"/>
              <a:gd name="connsiteY187" fmla="*/ 539637 h 2831613"/>
              <a:gd name="connsiteX188" fmla="*/ 7483637 w 14842808"/>
              <a:gd name="connsiteY188" fmla="*/ 768963 h 2831613"/>
              <a:gd name="connsiteX189" fmla="*/ 7426171 w 14842808"/>
              <a:gd name="connsiteY189" fmla="*/ 960754 h 2831613"/>
              <a:gd name="connsiteX190" fmla="*/ 7025461 w 14842808"/>
              <a:gd name="connsiteY190" fmla="*/ 521640 h 2831613"/>
              <a:gd name="connsiteX191" fmla="*/ 6948153 w 14842808"/>
              <a:gd name="connsiteY191" fmla="*/ 435514 h 2831613"/>
              <a:gd name="connsiteX192" fmla="*/ 6860022 w 14842808"/>
              <a:gd name="connsiteY192" fmla="*/ 258121 h 2831613"/>
              <a:gd name="connsiteX193" fmla="*/ 7030614 w 14842808"/>
              <a:gd name="connsiteY193" fmla="*/ 95124 h 2831613"/>
              <a:gd name="connsiteX194" fmla="*/ 7199403 w 14842808"/>
              <a:gd name="connsiteY194" fmla="*/ 267119 h 2831613"/>
              <a:gd name="connsiteX195" fmla="*/ 7025461 w 14842808"/>
              <a:gd name="connsiteY195" fmla="*/ 521640 h 2831613"/>
              <a:gd name="connsiteX196" fmla="*/ 7036283 w 14842808"/>
              <a:gd name="connsiteY196" fmla="*/ 0 h 2831613"/>
              <a:gd name="connsiteX197" fmla="*/ 6666238 w 14842808"/>
              <a:gd name="connsiteY197" fmla="*/ 310053 h 2831613"/>
              <a:gd name="connsiteX198" fmla="*/ 6810030 w 14842808"/>
              <a:gd name="connsiteY198" fmla="*/ 609308 h 2831613"/>
              <a:gd name="connsiteX199" fmla="*/ 6811834 w 14842808"/>
              <a:gd name="connsiteY199" fmla="*/ 612908 h 2831613"/>
              <a:gd name="connsiteX200" fmla="*/ 6554914 w 14842808"/>
              <a:gd name="connsiteY200" fmla="*/ 973094 h 2831613"/>
              <a:gd name="connsiteX201" fmla="*/ 6915941 w 14842808"/>
              <a:gd name="connsiteY201" fmla="*/ 1311941 h 2831613"/>
              <a:gd name="connsiteX202" fmla="*/ 7322064 w 14842808"/>
              <a:gd name="connsiteY202" fmla="*/ 1166684 h 2831613"/>
              <a:gd name="connsiteX203" fmla="*/ 7429780 w 14842808"/>
              <a:gd name="connsiteY203" fmla="*/ 1283147 h 2831613"/>
              <a:gd name="connsiteX204" fmla="*/ 7711952 w 14842808"/>
              <a:gd name="connsiteY204" fmla="*/ 1283147 h 2831613"/>
              <a:gd name="connsiteX205" fmla="*/ 7711952 w 14842808"/>
              <a:gd name="connsiteY205" fmla="*/ 1274406 h 2831613"/>
              <a:gd name="connsiteX206" fmla="*/ 7482091 w 14842808"/>
              <a:gd name="connsiteY206" fmla="*/ 1021684 h 2831613"/>
              <a:gd name="connsiteX207" fmla="*/ 7634902 w 14842808"/>
              <a:gd name="connsiteY207" fmla="*/ 672039 h 2831613"/>
              <a:gd name="connsiteX208" fmla="*/ 7399629 w 14842808"/>
              <a:gd name="connsiteY208" fmla="*/ 444512 h 2831613"/>
              <a:gd name="connsiteX209" fmla="*/ 7183941 w 14842808"/>
              <a:gd name="connsiteY209" fmla="*/ 487447 h 2831613"/>
              <a:gd name="connsiteX210" fmla="*/ 7180333 w 14842808"/>
              <a:gd name="connsiteY210" fmla="*/ 480248 h 2831613"/>
              <a:gd name="connsiteX211" fmla="*/ 7374375 w 14842808"/>
              <a:gd name="connsiteY211" fmla="*/ 243723 h 2831613"/>
              <a:gd name="connsiteX212" fmla="*/ 7036283 w 14842808"/>
              <a:gd name="connsiteY212" fmla="*/ 0 h 2831613"/>
              <a:gd name="connsiteX213" fmla="*/ 3908932 w 14842808"/>
              <a:gd name="connsiteY213" fmla="*/ 1917394 h 2831613"/>
              <a:gd name="connsiteX214" fmla="*/ 3756120 w 14842808"/>
              <a:gd name="connsiteY214" fmla="*/ 1917394 h 2831613"/>
              <a:gd name="connsiteX215" fmla="*/ 3526259 w 14842808"/>
              <a:gd name="connsiteY215" fmla="*/ 2641622 h 2831613"/>
              <a:gd name="connsiteX216" fmla="*/ 3294594 w 14842808"/>
              <a:gd name="connsiteY216" fmla="*/ 1917394 h 2831613"/>
              <a:gd name="connsiteX217" fmla="*/ 3136371 w 14842808"/>
              <a:gd name="connsiteY217" fmla="*/ 1917394 h 2831613"/>
              <a:gd name="connsiteX218" fmla="*/ 3429109 w 14842808"/>
              <a:gd name="connsiteY218" fmla="*/ 2813617 h 2831613"/>
              <a:gd name="connsiteX219" fmla="*/ 3615936 w 14842808"/>
              <a:gd name="connsiteY219" fmla="*/ 2813617 h 2831613"/>
              <a:gd name="connsiteX220" fmla="*/ 3908932 w 14842808"/>
              <a:gd name="connsiteY220" fmla="*/ 1917394 h 2831613"/>
              <a:gd name="connsiteX221" fmla="*/ 5785961 w 14842808"/>
              <a:gd name="connsiteY221" fmla="*/ 1917394 h 2831613"/>
              <a:gd name="connsiteX222" fmla="*/ 5636757 w 14842808"/>
              <a:gd name="connsiteY222" fmla="*/ 1917394 h 2831613"/>
              <a:gd name="connsiteX223" fmla="*/ 5636757 w 14842808"/>
              <a:gd name="connsiteY223" fmla="*/ 2813617 h 2831613"/>
              <a:gd name="connsiteX224" fmla="*/ 5785961 w 14842808"/>
              <a:gd name="connsiteY224" fmla="*/ 2813617 h 2831613"/>
              <a:gd name="connsiteX225" fmla="*/ 5785961 w 14842808"/>
              <a:gd name="connsiteY225" fmla="*/ 1917394 h 2831613"/>
              <a:gd name="connsiteX226" fmla="*/ 6702056 w 14842808"/>
              <a:gd name="connsiteY226" fmla="*/ 1917394 h 2831613"/>
              <a:gd name="connsiteX227" fmla="*/ 6549245 w 14842808"/>
              <a:gd name="connsiteY227" fmla="*/ 1917394 h 2831613"/>
              <a:gd name="connsiteX228" fmla="*/ 6319384 w 14842808"/>
              <a:gd name="connsiteY228" fmla="*/ 2641622 h 2831613"/>
              <a:gd name="connsiteX229" fmla="*/ 6087719 w 14842808"/>
              <a:gd name="connsiteY229" fmla="*/ 1917394 h 2831613"/>
              <a:gd name="connsiteX230" fmla="*/ 5929754 w 14842808"/>
              <a:gd name="connsiteY230" fmla="*/ 1917394 h 2831613"/>
              <a:gd name="connsiteX231" fmla="*/ 6222492 w 14842808"/>
              <a:gd name="connsiteY231" fmla="*/ 2813617 h 2831613"/>
              <a:gd name="connsiteX232" fmla="*/ 6409319 w 14842808"/>
              <a:gd name="connsiteY232" fmla="*/ 2813617 h 2831613"/>
              <a:gd name="connsiteX233" fmla="*/ 6702056 w 14842808"/>
              <a:gd name="connsiteY233" fmla="*/ 1917394 h 2831613"/>
              <a:gd name="connsiteX234" fmla="*/ 11697676 w 14842808"/>
              <a:gd name="connsiteY234" fmla="*/ 1917394 h 2831613"/>
              <a:gd name="connsiteX235" fmla="*/ 11548472 w 14842808"/>
              <a:gd name="connsiteY235" fmla="*/ 1917394 h 2831613"/>
              <a:gd name="connsiteX236" fmla="*/ 11548472 w 14842808"/>
              <a:gd name="connsiteY236" fmla="*/ 2813617 h 2831613"/>
              <a:gd name="connsiteX237" fmla="*/ 11697676 w 14842808"/>
              <a:gd name="connsiteY237" fmla="*/ 2813617 h 2831613"/>
              <a:gd name="connsiteX238" fmla="*/ 11697676 w 14842808"/>
              <a:gd name="connsiteY238" fmla="*/ 1917394 h 2831613"/>
              <a:gd name="connsiteX239" fmla="*/ 12980209 w 14842808"/>
              <a:gd name="connsiteY239" fmla="*/ 1917394 h 2831613"/>
              <a:gd name="connsiteX240" fmla="*/ 12831005 w 14842808"/>
              <a:gd name="connsiteY240" fmla="*/ 1917394 h 2831613"/>
              <a:gd name="connsiteX241" fmla="*/ 12831005 w 14842808"/>
              <a:gd name="connsiteY241" fmla="*/ 2813617 h 2831613"/>
              <a:gd name="connsiteX242" fmla="*/ 12980209 w 14842808"/>
              <a:gd name="connsiteY242" fmla="*/ 2813617 h 2831613"/>
              <a:gd name="connsiteX243" fmla="*/ 12980209 w 14842808"/>
              <a:gd name="connsiteY243" fmla="*/ 1917394 h 2831613"/>
              <a:gd name="connsiteX244" fmla="*/ 853219 w 14842808"/>
              <a:gd name="connsiteY244" fmla="*/ 1899397 h 2831613"/>
              <a:gd name="connsiteX245" fmla="*/ 601711 w 14842808"/>
              <a:gd name="connsiteY245" fmla="*/ 2055452 h 2831613"/>
              <a:gd name="connsiteX246" fmla="*/ 601711 w 14842808"/>
              <a:gd name="connsiteY246" fmla="*/ 1917394 h 2831613"/>
              <a:gd name="connsiteX247" fmla="*/ 452507 w 14842808"/>
              <a:gd name="connsiteY247" fmla="*/ 1917394 h 2831613"/>
              <a:gd name="connsiteX248" fmla="*/ 452507 w 14842808"/>
              <a:gd name="connsiteY248" fmla="*/ 2813617 h 2831613"/>
              <a:gd name="connsiteX249" fmla="*/ 601711 w 14842808"/>
              <a:gd name="connsiteY249" fmla="*/ 2813617 h 2831613"/>
              <a:gd name="connsiteX250" fmla="*/ 601711 w 14842808"/>
              <a:gd name="connsiteY250" fmla="*/ 2223847 h 2831613"/>
              <a:gd name="connsiteX251" fmla="*/ 797557 w 14842808"/>
              <a:gd name="connsiteY251" fmla="*/ 2014060 h 2831613"/>
              <a:gd name="connsiteX252" fmla="*/ 991599 w 14842808"/>
              <a:gd name="connsiteY252" fmla="*/ 2223847 h 2831613"/>
              <a:gd name="connsiteX253" fmla="*/ 991599 w 14842808"/>
              <a:gd name="connsiteY253" fmla="*/ 2813617 h 2831613"/>
              <a:gd name="connsiteX254" fmla="*/ 1140803 w 14842808"/>
              <a:gd name="connsiteY254" fmla="*/ 2813617 h 2831613"/>
              <a:gd name="connsiteX255" fmla="*/ 1140803 w 14842808"/>
              <a:gd name="connsiteY255" fmla="*/ 2193511 h 2831613"/>
              <a:gd name="connsiteX256" fmla="*/ 853219 w 14842808"/>
              <a:gd name="connsiteY256" fmla="*/ 1899397 h 2831613"/>
              <a:gd name="connsiteX257" fmla="*/ 1756945 w 14842808"/>
              <a:gd name="connsiteY257" fmla="*/ 1899397 h 2831613"/>
              <a:gd name="connsiteX258" fmla="*/ 1505437 w 14842808"/>
              <a:gd name="connsiteY258" fmla="*/ 2055452 h 2831613"/>
              <a:gd name="connsiteX259" fmla="*/ 1505437 w 14842808"/>
              <a:gd name="connsiteY259" fmla="*/ 1917394 h 2831613"/>
              <a:gd name="connsiteX260" fmla="*/ 1356234 w 14842808"/>
              <a:gd name="connsiteY260" fmla="*/ 1917394 h 2831613"/>
              <a:gd name="connsiteX261" fmla="*/ 1356234 w 14842808"/>
              <a:gd name="connsiteY261" fmla="*/ 2813617 h 2831613"/>
              <a:gd name="connsiteX262" fmla="*/ 1505437 w 14842808"/>
              <a:gd name="connsiteY262" fmla="*/ 2813617 h 2831613"/>
              <a:gd name="connsiteX263" fmla="*/ 1505437 w 14842808"/>
              <a:gd name="connsiteY263" fmla="*/ 2223847 h 2831613"/>
              <a:gd name="connsiteX264" fmla="*/ 1701283 w 14842808"/>
              <a:gd name="connsiteY264" fmla="*/ 2014060 h 2831613"/>
              <a:gd name="connsiteX265" fmla="*/ 1895326 w 14842808"/>
              <a:gd name="connsiteY265" fmla="*/ 2223847 h 2831613"/>
              <a:gd name="connsiteX266" fmla="*/ 1895326 w 14842808"/>
              <a:gd name="connsiteY266" fmla="*/ 2813617 h 2831613"/>
              <a:gd name="connsiteX267" fmla="*/ 2044529 w 14842808"/>
              <a:gd name="connsiteY267" fmla="*/ 2813617 h 2831613"/>
              <a:gd name="connsiteX268" fmla="*/ 2044529 w 14842808"/>
              <a:gd name="connsiteY268" fmla="*/ 2193511 h 2831613"/>
              <a:gd name="connsiteX269" fmla="*/ 1756945 w 14842808"/>
              <a:gd name="connsiteY269" fmla="*/ 1899397 h 2831613"/>
              <a:gd name="connsiteX270" fmla="*/ 2644179 w 14842808"/>
              <a:gd name="connsiteY270" fmla="*/ 2704353 h 2831613"/>
              <a:gd name="connsiteX271" fmla="*/ 2389064 w 14842808"/>
              <a:gd name="connsiteY271" fmla="*/ 2365505 h 2831613"/>
              <a:gd name="connsiteX272" fmla="*/ 2644179 w 14842808"/>
              <a:gd name="connsiteY272" fmla="*/ 2026658 h 2831613"/>
              <a:gd name="connsiteX273" fmla="*/ 2899294 w 14842808"/>
              <a:gd name="connsiteY273" fmla="*/ 2365505 h 2831613"/>
              <a:gd name="connsiteX274" fmla="*/ 2644179 w 14842808"/>
              <a:gd name="connsiteY274" fmla="*/ 2704353 h 2831613"/>
              <a:gd name="connsiteX275" fmla="*/ 2651394 w 14842808"/>
              <a:gd name="connsiteY275" fmla="*/ 1899397 h 2831613"/>
              <a:gd name="connsiteX276" fmla="*/ 2232902 w 14842808"/>
              <a:gd name="connsiteY276" fmla="*/ 2376303 h 2831613"/>
              <a:gd name="connsiteX277" fmla="*/ 2637221 w 14842808"/>
              <a:gd name="connsiteY277" fmla="*/ 2831613 h 2831613"/>
              <a:gd name="connsiteX278" fmla="*/ 3055971 w 14842808"/>
              <a:gd name="connsiteY278" fmla="*/ 2354707 h 2831613"/>
              <a:gd name="connsiteX279" fmla="*/ 2651394 w 14842808"/>
              <a:gd name="connsiteY279" fmla="*/ 1899397 h 2831613"/>
              <a:gd name="connsiteX280" fmla="*/ 4365047 w 14842808"/>
              <a:gd name="connsiteY280" fmla="*/ 2723892 h 2831613"/>
              <a:gd name="connsiteX281" fmla="*/ 4192651 w 14842808"/>
              <a:gd name="connsiteY281" fmla="*/ 2566294 h 2831613"/>
              <a:gd name="connsiteX282" fmla="*/ 4343659 w 14842808"/>
              <a:gd name="connsiteY282" fmla="*/ 2415638 h 2831613"/>
              <a:gd name="connsiteX283" fmla="*/ 4453178 w 14842808"/>
              <a:gd name="connsiteY283" fmla="*/ 2388644 h 2831613"/>
              <a:gd name="connsiteX284" fmla="*/ 4573520 w 14842808"/>
              <a:gd name="connsiteY284" fmla="*/ 2349309 h 2831613"/>
              <a:gd name="connsiteX285" fmla="*/ 4573520 w 14842808"/>
              <a:gd name="connsiteY285" fmla="*/ 2523103 h 2831613"/>
              <a:gd name="connsiteX286" fmla="*/ 4365047 w 14842808"/>
              <a:gd name="connsiteY286" fmla="*/ 2723892 h 2831613"/>
              <a:gd name="connsiteX287" fmla="*/ 4411947 w 14842808"/>
              <a:gd name="connsiteY287" fmla="*/ 1899397 h 2831613"/>
              <a:gd name="connsiteX288" fmla="*/ 4049116 w 14842808"/>
              <a:gd name="connsiteY288" fmla="*/ 2186312 h 2831613"/>
              <a:gd name="connsiteX289" fmla="*/ 4187497 w 14842808"/>
              <a:gd name="connsiteY289" fmla="*/ 2215106 h 2831613"/>
              <a:gd name="connsiteX290" fmla="*/ 4401381 w 14842808"/>
              <a:gd name="connsiteY290" fmla="*/ 2014317 h 2831613"/>
              <a:gd name="connsiteX291" fmla="*/ 4573777 w 14842808"/>
              <a:gd name="connsiteY291" fmla="*/ 2180913 h 2831613"/>
              <a:gd name="connsiteX292" fmla="*/ 4573777 w 14842808"/>
              <a:gd name="connsiteY292" fmla="*/ 2186312 h 2831613"/>
              <a:gd name="connsiteX293" fmla="*/ 4521724 w 14842808"/>
              <a:gd name="connsiteY293" fmla="*/ 2258041 h 2831613"/>
              <a:gd name="connsiteX294" fmla="*/ 4263001 w 14842808"/>
              <a:gd name="connsiteY294" fmla="*/ 2322571 h 2831613"/>
              <a:gd name="connsiteX295" fmla="*/ 4043705 w 14842808"/>
              <a:gd name="connsiteY295" fmla="*/ 2577092 h 2831613"/>
              <a:gd name="connsiteX296" fmla="*/ 4324074 w 14842808"/>
              <a:gd name="connsiteY296" fmla="*/ 2831613 h 2831613"/>
              <a:gd name="connsiteX297" fmla="*/ 4573777 w 14842808"/>
              <a:gd name="connsiteY297" fmla="*/ 2677358 h 2831613"/>
              <a:gd name="connsiteX298" fmla="*/ 4591816 w 14842808"/>
              <a:gd name="connsiteY298" fmla="*/ 2813617 h 2831613"/>
              <a:gd name="connsiteX299" fmla="*/ 4744627 w 14842808"/>
              <a:gd name="connsiteY299" fmla="*/ 2813617 h 2831613"/>
              <a:gd name="connsiteX300" fmla="*/ 4721177 w 14842808"/>
              <a:gd name="connsiteY300" fmla="*/ 2627225 h 2831613"/>
              <a:gd name="connsiteX301" fmla="*/ 4721177 w 14842808"/>
              <a:gd name="connsiteY301" fmla="*/ 2171915 h 2831613"/>
              <a:gd name="connsiteX302" fmla="*/ 4411947 w 14842808"/>
              <a:gd name="connsiteY302" fmla="*/ 1899397 h 2831613"/>
              <a:gd name="connsiteX303" fmla="*/ 6942741 w 14842808"/>
              <a:gd name="connsiteY303" fmla="*/ 2268581 h 2831613"/>
              <a:gd name="connsiteX304" fmla="*/ 7185229 w 14842808"/>
              <a:gd name="connsiteY304" fmla="*/ 2021259 h 2831613"/>
              <a:gd name="connsiteX305" fmla="*/ 7402721 w 14842808"/>
              <a:gd name="connsiteY305" fmla="*/ 2268581 h 2831613"/>
              <a:gd name="connsiteX306" fmla="*/ 6942741 w 14842808"/>
              <a:gd name="connsiteY306" fmla="*/ 2268581 h 2831613"/>
              <a:gd name="connsiteX307" fmla="*/ 7185229 w 14842808"/>
              <a:gd name="connsiteY307" fmla="*/ 1899397 h 2831613"/>
              <a:gd name="connsiteX308" fmla="*/ 6782714 w 14842808"/>
              <a:gd name="connsiteY308" fmla="*/ 2372704 h 2831613"/>
              <a:gd name="connsiteX309" fmla="*/ 7185229 w 14842808"/>
              <a:gd name="connsiteY309" fmla="*/ 2831613 h 2831613"/>
              <a:gd name="connsiteX310" fmla="*/ 7551667 w 14842808"/>
              <a:gd name="connsiteY310" fmla="*/ 2539557 h 2831613"/>
              <a:gd name="connsiteX311" fmla="*/ 7415091 w 14842808"/>
              <a:gd name="connsiteY311" fmla="*/ 2503821 h 2831613"/>
              <a:gd name="connsiteX312" fmla="*/ 7199403 w 14842808"/>
              <a:gd name="connsiteY312" fmla="*/ 2706410 h 2831613"/>
              <a:gd name="connsiteX313" fmla="*/ 6937072 w 14842808"/>
              <a:gd name="connsiteY313" fmla="*/ 2374761 h 2831613"/>
              <a:gd name="connsiteX314" fmla="*/ 7553213 w 14842808"/>
              <a:gd name="connsiteY314" fmla="*/ 2374761 h 2831613"/>
              <a:gd name="connsiteX315" fmla="*/ 7553213 w 14842808"/>
              <a:gd name="connsiteY315" fmla="*/ 2324627 h 2831613"/>
              <a:gd name="connsiteX316" fmla="*/ 7185229 w 14842808"/>
              <a:gd name="connsiteY316" fmla="*/ 1899397 h 2831613"/>
              <a:gd name="connsiteX317" fmla="*/ 9777354 w 14842808"/>
              <a:gd name="connsiteY317" fmla="*/ 2268581 h 2831613"/>
              <a:gd name="connsiteX318" fmla="*/ 10019842 w 14842808"/>
              <a:gd name="connsiteY318" fmla="*/ 2021259 h 2831613"/>
              <a:gd name="connsiteX319" fmla="*/ 10237334 w 14842808"/>
              <a:gd name="connsiteY319" fmla="*/ 2268581 h 2831613"/>
              <a:gd name="connsiteX320" fmla="*/ 9777354 w 14842808"/>
              <a:gd name="connsiteY320" fmla="*/ 2268581 h 2831613"/>
              <a:gd name="connsiteX321" fmla="*/ 10019842 w 14842808"/>
              <a:gd name="connsiteY321" fmla="*/ 1899397 h 2831613"/>
              <a:gd name="connsiteX322" fmla="*/ 9617327 w 14842808"/>
              <a:gd name="connsiteY322" fmla="*/ 2372704 h 2831613"/>
              <a:gd name="connsiteX323" fmla="*/ 10019842 w 14842808"/>
              <a:gd name="connsiteY323" fmla="*/ 2831613 h 2831613"/>
              <a:gd name="connsiteX324" fmla="*/ 10386280 w 14842808"/>
              <a:gd name="connsiteY324" fmla="*/ 2539557 h 2831613"/>
              <a:gd name="connsiteX325" fmla="*/ 10249704 w 14842808"/>
              <a:gd name="connsiteY325" fmla="*/ 2503821 h 2831613"/>
              <a:gd name="connsiteX326" fmla="*/ 10034016 w 14842808"/>
              <a:gd name="connsiteY326" fmla="*/ 2706410 h 2831613"/>
              <a:gd name="connsiteX327" fmla="*/ 9771684 w 14842808"/>
              <a:gd name="connsiteY327" fmla="*/ 2374761 h 2831613"/>
              <a:gd name="connsiteX328" fmla="*/ 10387826 w 14842808"/>
              <a:gd name="connsiteY328" fmla="*/ 2374761 h 2831613"/>
              <a:gd name="connsiteX329" fmla="*/ 10387826 w 14842808"/>
              <a:gd name="connsiteY329" fmla="*/ 2324627 h 2831613"/>
              <a:gd name="connsiteX330" fmla="*/ 10019842 w 14842808"/>
              <a:gd name="connsiteY330" fmla="*/ 1899397 h 2831613"/>
              <a:gd name="connsiteX331" fmla="*/ 12299387 w 14842808"/>
              <a:gd name="connsiteY331" fmla="*/ 1899397 h 2831613"/>
              <a:gd name="connsiteX332" fmla="*/ 11886049 w 14842808"/>
              <a:gd name="connsiteY332" fmla="*/ 2374503 h 2831613"/>
              <a:gd name="connsiteX333" fmla="*/ 12292171 w 14842808"/>
              <a:gd name="connsiteY333" fmla="*/ 2831613 h 2831613"/>
              <a:gd name="connsiteX334" fmla="*/ 12660413 w 14842808"/>
              <a:gd name="connsiteY334" fmla="*/ 2512562 h 2831613"/>
              <a:gd name="connsiteX335" fmla="*/ 12518425 w 14842808"/>
              <a:gd name="connsiteY335" fmla="*/ 2478369 h 2831613"/>
              <a:gd name="connsiteX336" fmla="*/ 12302736 w 14842808"/>
              <a:gd name="connsiteY336" fmla="*/ 2704353 h 2831613"/>
              <a:gd name="connsiteX337" fmla="*/ 12042210 w 14842808"/>
              <a:gd name="connsiteY337" fmla="*/ 2363706 h 2831613"/>
              <a:gd name="connsiteX338" fmla="*/ 12295521 w 14842808"/>
              <a:gd name="connsiteY338" fmla="*/ 2026658 h 2831613"/>
              <a:gd name="connsiteX339" fmla="*/ 12518167 w 14842808"/>
              <a:gd name="connsiteY339" fmla="*/ 2241844 h 2831613"/>
              <a:gd name="connsiteX340" fmla="*/ 12660156 w 14842808"/>
              <a:gd name="connsiteY340" fmla="*/ 2207908 h 2831613"/>
              <a:gd name="connsiteX341" fmla="*/ 12299387 w 14842808"/>
              <a:gd name="connsiteY341" fmla="*/ 1899397 h 2831613"/>
              <a:gd name="connsiteX342" fmla="*/ 13596350 w 14842808"/>
              <a:gd name="connsiteY342" fmla="*/ 1899397 h 2831613"/>
              <a:gd name="connsiteX343" fmla="*/ 13344844 w 14842808"/>
              <a:gd name="connsiteY343" fmla="*/ 2055452 h 2831613"/>
              <a:gd name="connsiteX344" fmla="*/ 13344844 w 14842808"/>
              <a:gd name="connsiteY344" fmla="*/ 1917394 h 2831613"/>
              <a:gd name="connsiteX345" fmla="*/ 13195639 w 14842808"/>
              <a:gd name="connsiteY345" fmla="*/ 1917394 h 2831613"/>
              <a:gd name="connsiteX346" fmla="*/ 13195639 w 14842808"/>
              <a:gd name="connsiteY346" fmla="*/ 2813617 h 2831613"/>
              <a:gd name="connsiteX347" fmla="*/ 13344844 w 14842808"/>
              <a:gd name="connsiteY347" fmla="*/ 2813617 h 2831613"/>
              <a:gd name="connsiteX348" fmla="*/ 13344844 w 14842808"/>
              <a:gd name="connsiteY348" fmla="*/ 2223847 h 2831613"/>
              <a:gd name="connsiteX349" fmla="*/ 13540690 w 14842808"/>
              <a:gd name="connsiteY349" fmla="*/ 2014060 h 2831613"/>
              <a:gd name="connsiteX350" fmla="*/ 13734732 w 14842808"/>
              <a:gd name="connsiteY350" fmla="*/ 2223847 h 2831613"/>
              <a:gd name="connsiteX351" fmla="*/ 13734732 w 14842808"/>
              <a:gd name="connsiteY351" fmla="*/ 2813617 h 2831613"/>
              <a:gd name="connsiteX352" fmla="*/ 13883936 w 14842808"/>
              <a:gd name="connsiteY352" fmla="*/ 2813617 h 2831613"/>
              <a:gd name="connsiteX353" fmla="*/ 13883936 w 14842808"/>
              <a:gd name="connsiteY353" fmla="*/ 2193511 h 2831613"/>
              <a:gd name="connsiteX354" fmla="*/ 13596350 w 14842808"/>
              <a:gd name="connsiteY354" fmla="*/ 1899397 h 2831613"/>
              <a:gd name="connsiteX355" fmla="*/ 14232336 w 14842808"/>
              <a:gd name="connsiteY355" fmla="*/ 2268581 h 2831613"/>
              <a:gd name="connsiteX356" fmla="*/ 14474823 w 14842808"/>
              <a:gd name="connsiteY356" fmla="*/ 2021259 h 2831613"/>
              <a:gd name="connsiteX357" fmla="*/ 14692316 w 14842808"/>
              <a:gd name="connsiteY357" fmla="*/ 2268581 h 2831613"/>
              <a:gd name="connsiteX358" fmla="*/ 14232336 w 14842808"/>
              <a:gd name="connsiteY358" fmla="*/ 2268581 h 2831613"/>
              <a:gd name="connsiteX359" fmla="*/ 14474823 w 14842808"/>
              <a:gd name="connsiteY359" fmla="*/ 1899397 h 2831613"/>
              <a:gd name="connsiteX360" fmla="*/ 14072308 w 14842808"/>
              <a:gd name="connsiteY360" fmla="*/ 2372704 h 2831613"/>
              <a:gd name="connsiteX361" fmla="*/ 14474823 w 14842808"/>
              <a:gd name="connsiteY361" fmla="*/ 2831613 h 2831613"/>
              <a:gd name="connsiteX362" fmla="*/ 14841262 w 14842808"/>
              <a:gd name="connsiteY362" fmla="*/ 2539557 h 2831613"/>
              <a:gd name="connsiteX363" fmla="*/ 14704684 w 14842808"/>
              <a:gd name="connsiteY363" fmla="*/ 2503821 h 2831613"/>
              <a:gd name="connsiteX364" fmla="*/ 14488996 w 14842808"/>
              <a:gd name="connsiteY364" fmla="*/ 2706410 h 2831613"/>
              <a:gd name="connsiteX365" fmla="*/ 14226666 w 14842808"/>
              <a:gd name="connsiteY365" fmla="*/ 2374761 h 2831613"/>
              <a:gd name="connsiteX366" fmla="*/ 14842809 w 14842808"/>
              <a:gd name="connsiteY366" fmla="*/ 2374761 h 2831613"/>
              <a:gd name="connsiteX367" fmla="*/ 14842809 w 14842808"/>
              <a:gd name="connsiteY367" fmla="*/ 2324627 h 2831613"/>
              <a:gd name="connsiteX368" fmla="*/ 14474823 w 14842808"/>
              <a:gd name="connsiteY368" fmla="*/ 1899397 h 2831613"/>
              <a:gd name="connsiteX369" fmla="*/ 5204092 w 14842808"/>
              <a:gd name="connsiteY369" fmla="*/ 1666471 h 2831613"/>
              <a:gd name="connsiteX370" fmla="*/ 5054889 w 14842808"/>
              <a:gd name="connsiteY370" fmla="*/ 1702207 h 2831613"/>
              <a:gd name="connsiteX371" fmla="*/ 5054889 w 14842808"/>
              <a:gd name="connsiteY371" fmla="*/ 1917394 h 2831613"/>
              <a:gd name="connsiteX372" fmla="*/ 4882493 w 14842808"/>
              <a:gd name="connsiteY372" fmla="*/ 1917394 h 2831613"/>
              <a:gd name="connsiteX373" fmla="*/ 4882493 w 14842808"/>
              <a:gd name="connsiteY373" fmla="*/ 2032057 h 2831613"/>
              <a:gd name="connsiteX374" fmla="*/ 5054889 w 14842808"/>
              <a:gd name="connsiteY374" fmla="*/ 2032057 h 2831613"/>
              <a:gd name="connsiteX375" fmla="*/ 5054889 w 14842808"/>
              <a:gd name="connsiteY375" fmla="*/ 2580434 h 2831613"/>
              <a:gd name="connsiteX376" fmla="*/ 5300985 w 14842808"/>
              <a:gd name="connsiteY376" fmla="*/ 2831356 h 2831613"/>
              <a:gd name="connsiteX377" fmla="*/ 5493223 w 14842808"/>
              <a:gd name="connsiteY377" fmla="*/ 2775824 h 2831613"/>
              <a:gd name="connsiteX378" fmla="*/ 5451992 w 14842808"/>
              <a:gd name="connsiteY378" fmla="*/ 2668360 h 2831613"/>
              <a:gd name="connsiteX379" fmla="*/ 5320827 w 14842808"/>
              <a:gd name="connsiteY379" fmla="*/ 2705895 h 2831613"/>
              <a:gd name="connsiteX380" fmla="*/ 5204092 w 14842808"/>
              <a:gd name="connsiteY380" fmla="*/ 2557039 h 2831613"/>
              <a:gd name="connsiteX381" fmla="*/ 5204092 w 14842808"/>
              <a:gd name="connsiteY381" fmla="*/ 2032057 h 2831613"/>
              <a:gd name="connsiteX382" fmla="*/ 5470031 w 14842808"/>
              <a:gd name="connsiteY382" fmla="*/ 2032057 h 2831613"/>
              <a:gd name="connsiteX383" fmla="*/ 5470031 w 14842808"/>
              <a:gd name="connsiteY383" fmla="*/ 1917394 h 2831613"/>
              <a:gd name="connsiteX384" fmla="*/ 5204092 w 14842808"/>
              <a:gd name="connsiteY384" fmla="*/ 1917394 h 2831613"/>
              <a:gd name="connsiteX385" fmla="*/ 5204092 w 14842808"/>
              <a:gd name="connsiteY385" fmla="*/ 1666471 h 2831613"/>
              <a:gd name="connsiteX386" fmla="*/ 219296 w 14842808"/>
              <a:gd name="connsiteY386" fmla="*/ 1558750 h 2831613"/>
              <a:gd name="connsiteX387" fmla="*/ 62877 w 14842808"/>
              <a:gd name="connsiteY387" fmla="*/ 1558750 h 2831613"/>
              <a:gd name="connsiteX388" fmla="*/ 62877 w 14842808"/>
              <a:gd name="connsiteY388" fmla="*/ 2813360 h 2831613"/>
              <a:gd name="connsiteX389" fmla="*/ 219296 w 14842808"/>
              <a:gd name="connsiteY389" fmla="*/ 2813360 h 2831613"/>
              <a:gd name="connsiteX390" fmla="*/ 219296 w 14842808"/>
              <a:gd name="connsiteY390" fmla="*/ 1558750 h 2831613"/>
              <a:gd name="connsiteX391" fmla="*/ 9411173 w 14842808"/>
              <a:gd name="connsiteY391" fmla="*/ 1558750 h 2831613"/>
              <a:gd name="connsiteX392" fmla="*/ 9174096 w 14842808"/>
              <a:gd name="connsiteY392" fmla="*/ 1558750 h 2831613"/>
              <a:gd name="connsiteX393" fmla="*/ 8802247 w 14842808"/>
              <a:gd name="connsiteY393" fmla="*/ 2569636 h 2831613"/>
              <a:gd name="connsiteX394" fmla="*/ 8428593 w 14842808"/>
              <a:gd name="connsiteY394" fmla="*/ 1558750 h 2831613"/>
              <a:gd name="connsiteX395" fmla="*/ 8180694 w 14842808"/>
              <a:gd name="connsiteY395" fmla="*/ 1558750 h 2831613"/>
              <a:gd name="connsiteX396" fmla="*/ 8180694 w 14842808"/>
              <a:gd name="connsiteY396" fmla="*/ 2813360 h 2831613"/>
              <a:gd name="connsiteX397" fmla="*/ 8337113 w 14842808"/>
              <a:gd name="connsiteY397" fmla="*/ 2813360 h 2831613"/>
              <a:gd name="connsiteX398" fmla="*/ 8337113 w 14842808"/>
              <a:gd name="connsiteY398" fmla="*/ 1732801 h 2831613"/>
              <a:gd name="connsiteX399" fmla="*/ 8737824 w 14842808"/>
              <a:gd name="connsiteY399" fmla="*/ 2813617 h 2831613"/>
              <a:gd name="connsiteX400" fmla="*/ 8858166 w 14842808"/>
              <a:gd name="connsiteY400" fmla="*/ 2813617 h 2831613"/>
              <a:gd name="connsiteX401" fmla="*/ 9255270 w 14842808"/>
              <a:gd name="connsiteY401" fmla="*/ 1731002 h 2831613"/>
              <a:gd name="connsiteX402" fmla="*/ 9255270 w 14842808"/>
              <a:gd name="connsiteY402" fmla="*/ 2813617 h 2831613"/>
              <a:gd name="connsiteX403" fmla="*/ 9411431 w 14842808"/>
              <a:gd name="connsiteY403" fmla="*/ 2813617 h 2831613"/>
              <a:gd name="connsiteX404" fmla="*/ 9411431 w 14842808"/>
              <a:gd name="connsiteY404" fmla="*/ 1558750 h 2831613"/>
              <a:gd name="connsiteX405" fmla="*/ 10941349 w 14842808"/>
              <a:gd name="connsiteY405" fmla="*/ 2704353 h 2831613"/>
              <a:gd name="connsiteX406" fmla="*/ 10695254 w 14842808"/>
              <a:gd name="connsiteY406" fmla="*/ 2365505 h 2831613"/>
              <a:gd name="connsiteX407" fmla="*/ 10941349 w 14842808"/>
              <a:gd name="connsiteY407" fmla="*/ 2026658 h 2831613"/>
              <a:gd name="connsiteX408" fmla="*/ 11187445 w 14842808"/>
              <a:gd name="connsiteY408" fmla="*/ 2365505 h 2831613"/>
              <a:gd name="connsiteX409" fmla="*/ 10941349 w 14842808"/>
              <a:gd name="connsiteY409" fmla="*/ 2704353 h 2831613"/>
              <a:gd name="connsiteX410" fmla="*/ 11333042 w 14842808"/>
              <a:gd name="connsiteY410" fmla="*/ 1558750 h 2831613"/>
              <a:gd name="connsiteX411" fmla="*/ 11183838 w 14842808"/>
              <a:gd name="connsiteY411" fmla="*/ 1558750 h 2831613"/>
              <a:gd name="connsiteX412" fmla="*/ 11183838 w 14842808"/>
              <a:gd name="connsiteY412" fmla="*/ 2089388 h 2831613"/>
              <a:gd name="connsiteX413" fmla="*/ 10916095 w 14842808"/>
              <a:gd name="connsiteY413" fmla="*/ 1899397 h 2831613"/>
              <a:gd name="connsiteX414" fmla="*/ 10538834 w 14842808"/>
              <a:gd name="connsiteY414" fmla="*/ 2370904 h 2831613"/>
              <a:gd name="connsiteX415" fmla="*/ 10903469 w 14842808"/>
              <a:gd name="connsiteY415" fmla="*/ 2831613 h 2831613"/>
              <a:gd name="connsiteX416" fmla="*/ 11183838 w 14842808"/>
              <a:gd name="connsiteY416" fmla="*/ 2632624 h 2831613"/>
              <a:gd name="connsiteX417" fmla="*/ 11183838 w 14842808"/>
              <a:gd name="connsiteY417" fmla="*/ 2700753 h 2831613"/>
              <a:gd name="connsiteX418" fmla="*/ 11192857 w 14842808"/>
              <a:gd name="connsiteY418" fmla="*/ 2813617 h 2831613"/>
              <a:gd name="connsiteX419" fmla="*/ 11343864 w 14842808"/>
              <a:gd name="connsiteY419" fmla="*/ 2813617 h 2831613"/>
              <a:gd name="connsiteX420" fmla="*/ 11333042 w 14842808"/>
              <a:gd name="connsiteY420" fmla="*/ 2627225 h 2831613"/>
              <a:gd name="connsiteX421" fmla="*/ 11333042 w 14842808"/>
              <a:gd name="connsiteY421" fmla="*/ 1558750 h 2831613"/>
              <a:gd name="connsiteX422" fmla="*/ 5712261 w 14842808"/>
              <a:gd name="connsiteY422" fmla="*/ 1532012 h 2831613"/>
              <a:gd name="connsiteX423" fmla="*/ 5606350 w 14842808"/>
              <a:gd name="connsiteY423" fmla="*/ 1637677 h 2831613"/>
              <a:gd name="connsiteX424" fmla="*/ 5712261 w 14842808"/>
              <a:gd name="connsiteY424" fmla="*/ 1741542 h 2831613"/>
              <a:gd name="connsiteX425" fmla="*/ 5816369 w 14842808"/>
              <a:gd name="connsiteY425" fmla="*/ 1637677 h 2831613"/>
              <a:gd name="connsiteX426" fmla="*/ 5712261 w 14842808"/>
              <a:gd name="connsiteY426" fmla="*/ 1532012 h 2831613"/>
              <a:gd name="connsiteX427" fmla="*/ 11623976 w 14842808"/>
              <a:gd name="connsiteY427" fmla="*/ 1532012 h 2831613"/>
              <a:gd name="connsiteX428" fmla="*/ 11518064 w 14842808"/>
              <a:gd name="connsiteY428" fmla="*/ 1637677 h 2831613"/>
              <a:gd name="connsiteX429" fmla="*/ 11623976 w 14842808"/>
              <a:gd name="connsiteY429" fmla="*/ 1741542 h 2831613"/>
              <a:gd name="connsiteX430" fmla="*/ 11728083 w 14842808"/>
              <a:gd name="connsiteY430" fmla="*/ 1637677 h 2831613"/>
              <a:gd name="connsiteX431" fmla="*/ 11623976 w 14842808"/>
              <a:gd name="connsiteY431" fmla="*/ 1532012 h 2831613"/>
              <a:gd name="connsiteX432" fmla="*/ 12906510 w 14842808"/>
              <a:gd name="connsiteY432" fmla="*/ 1532012 h 2831613"/>
              <a:gd name="connsiteX433" fmla="*/ 12800598 w 14842808"/>
              <a:gd name="connsiteY433" fmla="*/ 1637677 h 2831613"/>
              <a:gd name="connsiteX434" fmla="*/ 12906510 w 14842808"/>
              <a:gd name="connsiteY434" fmla="*/ 1741542 h 2831613"/>
              <a:gd name="connsiteX435" fmla="*/ 13010617 w 14842808"/>
              <a:gd name="connsiteY435" fmla="*/ 1637677 h 2831613"/>
              <a:gd name="connsiteX436" fmla="*/ 12906510 w 14842808"/>
              <a:gd name="connsiteY436" fmla="*/ 1532012 h 283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Lst>
            <a:rect l="l" t="t" r="r" b="b"/>
            <a:pathLst>
              <a:path w="14842808" h="2831613">
                <a:moveTo>
                  <a:pt x="1397722" y="1202934"/>
                </a:moveTo>
                <a:cubicBezTo>
                  <a:pt x="1259341" y="1202934"/>
                  <a:pt x="1182034" y="1072074"/>
                  <a:pt x="1182034" y="835550"/>
                </a:cubicBezTo>
                <a:cubicBezTo>
                  <a:pt x="1182034" y="595426"/>
                  <a:pt x="1259341" y="468165"/>
                  <a:pt x="1397722" y="468165"/>
                </a:cubicBezTo>
                <a:cubicBezTo>
                  <a:pt x="1536103" y="468165"/>
                  <a:pt x="1613410" y="597225"/>
                  <a:pt x="1613410" y="835550"/>
                </a:cubicBezTo>
                <a:cubicBezTo>
                  <a:pt x="1613153" y="1075674"/>
                  <a:pt x="1535845" y="1202934"/>
                  <a:pt x="1397722" y="1202934"/>
                </a:cubicBezTo>
                <a:moveTo>
                  <a:pt x="1397722" y="369441"/>
                </a:moveTo>
                <a:cubicBezTo>
                  <a:pt x="1115549" y="369441"/>
                  <a:pt x="959388" y="579229"/>
                  <a:pt x="959388" y="835550"/>
                </a:cubicBezTo>
                <a:cubicBezTo>
                  <a:pt x="959388" y="1091871"/>
                  <a:pt x="1115807" y="1301658"/>
                  <a:pt x="1397722" y="1301658"/>
                </a:cubicBezTo>
                <a:cubicBezTo>
                  <a:pt x="1679895" y="1301658"/>
                  <a:pt x="1836056" y="1091871"/>
                  <a:pt x="1836056" y="835550"/>
                </a:cubicBezTo>
                <a:cubicBezTo>
                  <a:pt x="1836056" y="578972"/>
                  <a:pt x="1679637" y="369441"/>
                  <a:pt x="1397722" y="369441"/>
                </a:cubicBezTo>
                <a:moveTo>
                  <a:pt x="3357471" y="369441"/>
                </a:moveTo>
                <a:cubicBezTo>
                  <a:pt x="3224501" y="369441"/>
                  <a:pt x="3150802" y="426773"/>
                  <a:pt x="3109571" y="500301"/>
                </a:cubicBezTo>
                <a:lnTo>
                  <a:pt x="3098748" y="500301"/>
                </a:lnTo>
                <a:lnTo>
                  <a:pt x="3098748" y="387438"/>
                </a:lnTo>
                <a:lnTo>
                  <a:pt x="2886667" y="387438"/>
                </a:lnTo>
                <a:lnTo>
                  <a:pt x="2886667" y="1283661"/>
                </a:lnTo>
                <a:lnTo>
                  <a:pt x="3098748" y="1283661"/>
                </a:lnTo>
                <a:lnTo>
                  <a:pt x="3098748" y="704433"/>
                </a:lnTo>
                <a:cubicBezTo>
                  <a:pt x="3098748" y="571773"/>
                  <a:pt x="3167036" y="494645"/>
                  <a:pt x="3276555" y="494645"/>
                </a:cubicBezTo>
                <a:cubicBezTo>
                  <a:pt x="3382467" y="494645"/>
                  <a:pt x="3429367" y="564574"/>
                  <a:pt x="3429367" y="670239"/>
                </a:cubicBezTo>
                <a:lnTo>
                  <a:pt x="3429367" y="1283147"/>
                </a:lnTo>
                <a:lnTo>
                  <a:pt x="3641447" y="1283147"/>
                </a:lnTo>
                <a:lnTo>
                  <a:pt x="3641447" y="668697"/>
                </a:lnTo>
                <a:cubicBezTo>
                  <a:pt x="3641189" y="484105"/>
                  <a:pt x="3544297" y="369441"/>
                  <a:pt x="3357471" y="369441"/>
                </a:cubicBezTo>
                <a:moveTo>
                  <a:pt x="4122559" y="369441"/>
                </a:moveTo>
                <a:cubicBezTo>
                  <a:pt x="3926712" y="369441"/>
                  <a:pt x="3779312" y="451968"/>
                  <a:pt x="3779312" y="627562"/>
                </a:cubicBezTo>
                <a:cubicBezTo>
                  <a:pt x="3779312" y="776418"/>
                  <a:pt x="3881616" y="856888"/>
                  <a:pt x="3996805" y="885683"/>
                </a:cubicBezTo>
                <a:lnTo>
                  <a:pt x="4176416" y="930417"/>
                </a:lnTo>
                <a:cubicBezTo>
                  <a:pt x="4271762" y="953812"/>
                  <a:pt x="4314797" y="987748"/>
                  <a:pt x="4314797" y="1063076"/>
                </a:cubicBezTo>
                <a:cubicBezTo>
                  <a:pt x="4314797" y="1154601"/>
                  <a:pt x="4250116" y="1206534"/>
                  <a:pt x="4136989" y="1206534"/>
                </a:cubicBezTo>
                <a:cubicBezTo>
                  <a:pt x="4014843" y="1206534"/>
                  <a:pt x="3951966" y="1147402"/>
                  <a:pt x="3932124" y="998546"/>
                </a:cubicBezTo>
                <a:lnTo>
                  <a:pt x="3741690" y="1052278"/>
                </a:lnTo>
                <a:cubicBezTo>
                  <a:pt x="3752513" y="1206534"/>
                  <a:pt x="3896305" y="1301401"/>
                  <a:pt x="4113539" y="1301401"/>
                </a:cubicBezTo>
                <a:cubicBezTo>
                  <a:pt x="4356028" y="1301401"/>
                  <a:pt x="4487193" y="1188537"/>
                  <a:pt x="4487193" y="1009344"/>
                </a:cubicBezTo>
                <a:cubicBezTo>
                  <a:pt x="4487193" y="840949"/>
                  <a:pt x="4370458" y="771019"/>
                  <a:pt x="4248313" y="740425"/>
                </a:cubicBezTo>
                <a:lnTo>
                  <a:pt x="4075916" y="697491"/>
                </a:lnTo>
                <a:cubicBezTo>
                  <a:pt x="3989589" y="675895"/>
                  <a:pt x="3951966" y="636560"/>
                  <a:pt x="3951966" y="579229"/>
                </a:cubicBezTo>
                <a:cubicBezTo>
                  <a:pt x="3951966" y="507500"/>
                  <a:pt x="4013039" y="464566"/>
                  <a:pt x="4104778" y="464566"/>
                </a:cubicBezTo>
                <a:cubicBezTo>
                  <a:pt x="4212493" y="464566"/>
                  <a:pt x="4278978" y="523697"/>
                  <a:pt x="4287997" y="636560"/>
                </a:cubicBezTo>
                <a:lnTo>
                  <a:pt x="4467608" y="582828"/>
                </a:lnTo>
                <a:cubicBezTo>
                  <a:pt x="4445962" y="457110"/>
                  <a:pt x="4322013" y="369441"/>
                  <a:pt x="4122559" y="369441"/>
                </a:cubicBezTo>
                <a:moveTo>
                  <a:pt x="5013658" y="1202934"/>
                </a:moveTo>
                <a:cubicBezTo>
                  <a:pt x="4875277" y="1202934"/>
                  <a:pt x="4797969" y="1072074"/>
                  <a:pt x="4797969" y="835550"/>
                </a:cubicBezTo>
                <a:cubicBezTo>
                  <a:pt x="4797969" y="595426"/>
                  <a:pt x="4875277" y="468165"/>
                  <a:pt x="5013658" y="468165"/>
                </a:cubicBezTo>
                <a:cubicBezTo>
                  <a:pt x="5152039" y="468165"/>
                  <a:pt x="5229346" y="597225"/>
                  <a:pt x="5229346" y="835550"/>
                </a:cubicBezTo>
                <a:cubicBezTo>
                  <a:pt x="5229089" y="1075674"/>
                  <a:pt x="5152039" y="1202934"/>
                  <a:pt x="5013658" y="1202934"/>
                </a:cubicBezTo>
                <a:moveTo>
                  <a:pt x="5013658" y="369441"/>
                </a:moveTo>
                <a:cubicBezTo>
                  <a:pt x="4731485" y="369441"/>
                  <a:pt x="4575324" y="579229"/>
                  <a:pt x="4575324" y="835550"/>
                </a:cubicBezTo>
                <a:cubicBezTo>
                  <a:pt x="4575324" y="1091871"/>
                  <a:pt x="4731743" y="1301658"/>
                  <a:pt x="5013658" y="1301658"/>
                </a:cubicBezTo>
                <a:cubicBezTo>
                  <a:pt x="5295831" y="1301658"/>
                  <a:pt x="5451992" y="1091871"/>
                  <a:pt x="5451992" y="835550"/>
                </a:cubicBezTo>
                <a:cubicBezTo>
                  <a:pt x="5451992" y="578972"/>
                  <a:pt x="5295573" y="369441"/>
                  <a:pt x="5013658" y="369441"/>
                </a:cubicBezTo>
                <a:moveTo>
                  <a:pt x="6048292" y="369441"/>
                </a:moveTo>
                <a:cubicBezTo>
                  <a:pt x="5915322" y="369441"/>
                  <a:pt x="5841623" y="426773"/>
                  <a:pt x="5800392" y="500301"/>
                </a:cubicBezTo>
                <a:lnTo>
                  <a:pt x="5789569" y="500301"/>
                </a:lnTo>
                <a:lnTo>
                  <a:pt x="5789569" y="387438"/>
                </a:lnTo>
                <a:lnTo>
                  <a:pt x="5577488" y="387438"/>
                </a:lnTo>
                <a:lnTo>
                  <a:pt x="5577488" y="1283661"/>
                </a:lnTo>
                <a:lnTo>
                  <a:pt x="5789569" y="1283661"/>
                </a:lnTo>
                <a:lnTo>
                  <a:pt x="5789569" y="704433"/>
                </a:lnTo>
                <a:cubicBezTo>
                  <a:pt x="5789569" y="571773"/>
                  <a:pt x="5857857" y="494645"/>
                  <a:pt x="5967376" y="494645"/>
                </a:cubicBezTo>
                <a:cubicBezTo>
                  <a:pt x="6073288" y="494645"/>
                  <a:pt x="6120188" y="564574"/>
                  <a:pt x="6120188" y="670239"/>
                </a:cubicBezTo>
                <a:lnTo>
                  <a:pt x="6120188" y="1283147"/>
                </a:lnTo>
                <a:lnTo>
                  <a:pt x="6332269" y="1283147"/>
                </a:lnTo>
                <a:lnTo>
                  <a:pt x="6332269" y="668697"/>
                </a:lnTo>
                <a:cubicBezTo>
                  <a:pt x="6332269" y="484105"/>
                  <a:pt x="6235118" y="369441"/>
                  <a:pt x="6048292" y="369441"/>
                </a:cubicBezTo>
                <a:moveTo>
                  <a:pt x="9197289" y="1202934"/>
                </a:moveTo>
                <a:cubicBezTo>
                  <a:pt x="9058909" y="1202934"/>
                  <a:pt x="8981601" y="1072074"/>
                  <a:pt x="8981601" y="835550"/>
                </a:cubicBezTo>
                <a:cubicBezTo>
                  <a:pt x="8981601" y="595426"/>
                  <a:pt x="9058909" y="468165"/>
                  <a:pt x="9197289" y="468165"/>
                </a:cubicBezTo>
                <a:cubicBezTo>
                  <a:pt x="9335670" y="468165"/>
                  <a:pt x="9412978" y="597225"/>
                  <a:pt x="9412978" y="835550"/>
                </a:cubicBezTo>
                <a:cubicBezTo>
                  <a:pt x="9412978" y="1075674"/>
                  <a:pt x="9335670" y="1202934"/>
                  <a:pt x="9197289" y="1202934"/>
                </a:cubicBezTo>
                <a:moveTo>
                  <a:pt x="9197289" y="369441"/>
                </a:moveTo>
                <a:cubicBezTo>
                  <a:pt x="8915116" y="369441"/>
                  <a:pt x="8758955" y="579229"/>
                  <a:pt x="8758955" y="835550"/>
                </a:cubicBezTo>
                <a:cubicBezTo>
                  <a:pt x="8758955" y="1091871"/>
                  <a:pt x="8915374" y="1301658"/>
                  <a:pt x="9197289" y="1301658"/>
                </a:cubicBezTo>
                <a:cubicBezTo>
                  <a:pt x="9479462" y="1301658"/>
                  <a:pt x="9635623" y="1091871"/>
                  <a:pt x="9635623" y="835550"/>
                </a:cubicBezTo>
                <a:cubicBezTo>
                  <a:pt x="9635623" y="578972"/>
                  <a:pt x="9479462" y="369441"/>
                  <a:pt x="9197289" y="369441"/>
                </a:cubicBezTo>
                <a:moveTo>
                  <a:pt x="11157038" y="369441"/>
                </a:moveTo>
                <a:cubicBezTo>
                  <a:pt x="11024068" y="369441"/>
                  <a:pt x="10950369" y="426773"/>
                  <a:pt x="10909138" y="500301"/>
                </a:cubicBezTo>
                <a:lnTo>
                  <a:pt x="10898314" y="500301"/>
                </a:lnTo>
                <a:lnTo>
                  <a:pt x="10898314" y="387438"/>
                </a:lnTo>
                <a:lnTo>
                  <a:pt x="10686234" y="387438"/>
                </a:lnTo>
                <a:lnTo>
                  <a:pt x="10686234" y="1283661"/>
                </a:lnTo>
                <a:lnTo>
                  <a:pt x="10898314" y="1283661"/>
                </a:lnTo>
                <a:lnTo>
                  <a:pt x="10898314" y="704433"/>
                </a:lnTo>
                <a:cubicBezTo>
                  <a:pt x="10898314" y="571773"/>
                  <a:pt x="10966603" y="494645"/>
                  <a:pt x="11076123" y="494645"/>
                </a:cubicBezTo>
                <a:cubicBezTo>
                  <a:pt x="11182034" y="494645"/>
                  <a:pt x="11228934" y="564574"/>
                  <a:pt x="11228934" y="670239"/>
                </a:cubicBezTo>
                <a:lnTo>
                  <a:pt x="11228934" y="1283147"/>
                </a:lnTo>
                <a:lnTo>
                  <a:pt x="11441014" y="1283147"/>
                </a:lnTo>
                <a:lnTo>
                  <a:pt x="11441014" y="668697"/>
                </a:lnTo>
                <a:cubicBezTo>
                  <a:pt x="11441014" y="484105"/>
                  <a:pt x="11343864" y="369441"/>
                  <a:pt x="11157038" y="369441"/>
                </a:cubicBezTo>
                <a:moveTo>
                  <a:pt x="11922383" y="369441"/>
                </a:moveTo>
                <a:cubicBezTo>
                  <a:pt x="11726537" y="369441"/>
                  <a:pt x="11579137" y="451968"/>
                  <a:pt x="11579137" y="627562"/>
                </a:cubicBezTo>
                <a:cubicBezTo>
                  <a:pt x="11579137" y="776418"/>
                  <a:pt x="11681441" y="856888"/>
                  <a:pt x="11796630" y="885683"/>
                </a:cubicBezTo>
                <a:lnTo>
                  <a:pt x="11976241" y="930417"/>
                </a:lnTo>
                <a:cubicBezTo>
                  <a:pt x="12071329" y="953812"/>
                  <a:pt x="12114621" y="987748"/>
                  <a:pt x="12114621" y="1063076"/>
                </a:cubicBezTo>
                <a:cubicBezTo>
                  <a:pt x="12114621" y="1154601"/>
                  <a:pt x="12049941" y="1206534"/>
                  <a:pt x="11936814" y="1206534"/>
                </a:cubicBezTo>
                <a:cubicBezTo>
                  <a:pt x="11814668" y="1206534"/>
                  <a:pt x="11751791" y="1147402"/>
                  <a:pt x="11731949" y="998546"/>
                </a:cubicBezTo>
                <a:lnTo>
                  <a:pt x="11541514" y="1052278"/>
                </a:lnTo>
                <a:cubicBezTo>
                  <a:pt x="11552337" y="1206534"/>
                  <a:pt x="11696130" y="1301401"/>
                  <a:pt x="11913364" y="1301401"/>
                </a:cubicBezTo>
                <a:cubicBezTo>
                  <a:pt x="12155852" y="1301401"/>
                  <a:pt x="12287018" y="1188537"/>
                  <a:pt x="12287018" y="1009344"/>
                </a:cubicBezTo>
                <a:cubicBezTo>
                  <a:pt x="12287018" y="840949"/>
                  <a:pt x="12170283" y="771019"/>
                  <a:pt x="12048137" y="740425"/>
                </a:cubicBezTo>
                <a:lnTo>
                  <a:pt x="11875741" y="697491"/>
                </a:lnTo>
                <a:cubicBezTo>
                  <a:pt x="11789414" y="675895"/>
                  <a:pt x="11751791" y="636560"/>
                  <a:pt x="11751791" y="579229"/>
                </a:cubicBezTo>
                <a:cubicBezTo>
                  <a:pt x="11751791" y="507500"/>
                  <a:pt x="11812864" y="464566"/>
                  <a:pt x="11904603" y="464566"/>
                </a:cubicBezTo>
                <a:cubicBezTo>
                  <a:pt x="12012318" y="464566"/>
                  <a:pt x="12078802" y="523697"/>
                  <a:pt x="12087821" y="636560"/>
                </a:cubicBezTo>
                <a:lnTo>
                  <a:pt x="12267433" y="582828"/>
                </a:lnTo>
                <a:cubicBezTo>
                  <a:pt x="12245787" y="457110"/>
                  <a:pt x="12121837" y="369441"/>
                  <a:pt x="11922383" y="369441"/>
                </a:cubicBezTo>
                <a:moveTo>
                  <a:pt x="12813224" y="1202934"/>
                </a:moveTo>
                <a:cubicBezTo>
                  <a:pt x="12674844" y="1202934"/>
                  <a:pt x="12597536" y="1072074"/>
                  <a:pt x="12597536" y="835550"/>
                </a:cubicBezTo>
                <a:cubicBezTo>
                  <a:pt x="12597536" y="595426"/>
                  <a:pt x="12674844" y="468165"/>
                  <a:pt x="12813224" y="468165"/>
                </a:cubicBezTo>
                <a:cubicBezTo>
                  <a:pt x="12951606" y="468165"/>
                  <a:pt x="13028913" y="597225"/>
                  <a:pt x="13028913" y="835550"/>
                </a:cubicBezTo>
                <a:cubicBezTo>
                  <a:pt x="13028913" y="1075674"/>
                  <a:pt x="12951606" y="1202934"/>
                  <a:pt x="12813224" y="1202934"/>
                </a:cubicBezTo>
                <a:moveTo>
                  <a:pt x="12813224" y="369441"/>
                </a:moveTo>
                <a:cubicBezTo>
                  <a:pt x="12531052" y="369441"/>
                  <a:pt x="12374891" y="579229"/>
                  <a:pt x="12374891" y="835550"/>
                </a:cubicBezTo>
                <a:cubicBezTo>
                  <a:pt x="12374891" y="1091871"/>
                  <a:pt x="12531310" y="1301658"/>
                  <a:pt x="12813224" y="1301658"/>
                </a:cubicBezTo>
                <a:cubicBezTo>
                  <a:pt x="13095398" y="1301658"/>
                  <a:pt x="13251560" y="1091871"/>
                  <a:pt x="13251560" y="835550"/>
                </a:cubicBezTo>
                <a:cubicBezTo>
                  <a:pt x="13251560" y="578972"/>
                  <a:pt x="13095398" y="369441"/>
                  <a:pt x="12813224" y="369441"/>
                </a:cubicBezTo>
                <a:moveTo>
                  <a:pt x="13847858" y="369441"/>
                </a:moveTo>
                <a:cubicBezTo>
                  <a:pt x="13714890" y="369441"/>
                  <a:pt x="13641190" y="426773"/>
                  <a:pt x="13599958" y="500301"/>
                </a:cubicBezTo>
                <a:lnTo>
                  <a:pt x="13589136" y="500301"/>
                </a:lnTo>
                <a:lnTo>
                  <a:pt x="13589136" y="387438"/>
                </a:lnTo>
                <a:lnTo>
                  <a:pt x="13377056" y="387438"/>
                </a:lnTo>
                <a:lnTo>
                  <a:pt x="13377056" y="1283661"/>
                </a:lnTo>
                <a:lnTo>
                  <a:pt x="13589136" y="1283661"/>
                </a:lnTo>
                <a:lnTo>
                  <a:pt x="13589136" y="704433"/>
                </a:lnTo>
                <a:cubicBezTo>
                  <a:pt x="13589136" y="571773"/>
                  <a:pt x="13657425" y="494645"/>
                  <a:pt x="13766944" y="494645"/>
                </a:cubicBezTo>
                <a:cubicBezTo>
                  <a:pt x="13872855" y="494645"/>
                  <a:pt x="13919755" y="564574"/>
                  <a:pt x="13919755" y="670239"/>
                </a:cubicBezTo>
                <a:lnTo>
                  <a:pt x="13919755" y="1283147"/>
                </a:lnTo>
                <a:lnTo>
                  <a:pt x="14131835" y="1283147"/>
                </a:lnTo>
                <a:lnTo>
                  <a:pt x="14131835" y="668697"/>
                </a:lnTo>
                <a:cubicBezTo>
                  <a:pt x="14131835" y="484105"/>
                  <a:pt x="14034943" y="369441"/>
                  <a:pt x="13847858" y="369441"/>
                </a:cubicBezTo>
                <a:moveTo>
                  <a:pt x="833634" y="28794"/>
                </a:moveTo>
                <a:lnTo>
                  <a:pt x="610730" y="28794"/>
                </a:lnTo>
                <a:lnTo>
                  <a:pt x="610730" y="955355"/>
                </a:lnTo>
                <a:cubicBezTo>
                  <a:pt x="610730" y="1106011"/>
                  <a:pt x="553265" y="1195479"/>
                  <a:pt x="416688" y="1195479"/>
                </a:cubicBezTo>
                <a:cubicBezTo>
                  <a:pt x="281915" y="1195479"/>
                  <a:pt x="222646" y="1100612"/>
                  <a:pt x="222646" y="937358"/>
                </a:cubicBezTo>
                <a:lnTo>
                  <a:pt x="222646" y="765363"/>
                </a:lnTo>
                <a:lnTo>
                  <a:pt x="0" y="821152"/>
                </a:lnTo>
                <a:lnTo>
                  <a:pt x="0" y="898280"/>
                </a:lnTo>
                <a:cubicBezTo>
                  <a:pt x="0" y="1133005"/>
                  <a:pt x="116735" y="1312456"/>
                  <a:pt x="416946" y="1312456"/>
                </a:cubicBezTo>
                <a:cubicBezTo>
                  <a:pt x="716899" y="1312456"/>
                  <a:pt x="833634" y="1133262"/>
                  <a:pt x="833634" y="898280"/>
                </a:cubicBezTo>
                <a:lnTo>
                  <a:pt x="833634" y="28794"/>
                </a:lnTo>
                <a:moveTo>
                  <a:pt x="2173633" y="28794"/>
                </a:moveTo>
                <a:lnTo>
                  <a:pt x="1961552" y="28794"/>
                </a:lnTo>
                <a:lnTo>
                  <a:pt x="1961552" y="1283404"/>
                </a:lnTo>
                <a:lnTo>
                  <a:pt x="2173633" y="1283404"/>
                </a:lnTo>
                <a:lnTo>
                  <a:pt x="2173633" y="704433"/>
                </a:lnTo>
                <a:cubicBezTo>
                  <a:pt x="2173633" y="571773"/>
                  <a:pt x="2241921" y="494645"/>
                  <a:pt x="2351441" y="494645"/>
                </a:cubicBezTo>
                <a:cubicBezTo>
                  <a:pt x="2457352" y="494645"/>
                  <a:pt x="2504252" y="564574"/>
                  <a:pt x="2504252" y="670239"/>
                </a:cubicBezTo>
                <a:lnTo>
                  <a:pt x="2504252" y="1283147"/>
                </a:lnTo>
                <a:lnTo>
                  <a:pt x="2716075" y="1283147"/>
                </a:lnTo>
                <a:lnTo>
                  <a:pt x="2716075" y="668697"/>
                </a:lnTo>
                <a:cubicBezTo>
                  <a:pt x="2716075" y="484105"/>
                  <a:pt x="2618925" y="369441"/>
                  <a:pt x="2432098" y="369441"/>
                </a:cubicBezTo>
                <a:cubicBezTo>
                  <a:pt x="2299129" y="369441"/>
                  <a:pt x="2225429" y="426773"/>
                  <a:pt x="2184198" y="500301"/>
                </a:cubicBezTo>
                <a:lnTo>
                  <a:pt x="2173375" y="500301"/>
                </a:lnTo>
                <a:lnTo>
                  <a:pt x="2173375" y="28794"/>
                </a:lnTo>
                <a:moveTo>
                  <a:pt x="8633201" y="28794"/>
                </a:moveTo>
                <a:lnTo>
                  <a:pt x="8410555" y="28794"/>
                </a:lnTo>
                <a:lnTo>
                  <a:pt x="8410555" y="955355"/>
                </a:lnTo>
                <a:cubicBezTo>
                  <a:pt x="8410555" y="1106011"/>
                  <a:pt x="8353090" y="1195479"/>
                  <a:pt x="8216513" y="1195479"/>
                </a:cubicBezTo>
                <a:cubicBezTo>
                  <a:pt x="8081740" y="1195479"/>
                  <a:pt x="8022471" y="1100612"/>
                  <a:pt x="8022471" y="937358"/>
                </a:cubicBezTo>
                <a:lnTo>
                  <a:pt x="8022471" y="765363"/>
                </a:lnTo>
                <a:lnTo>
                  <a:pt x="7799825" y="820895"/>
                </a:lnTo>
                <a:lnTo>
                  <a:pt x="7799825" y="898023"/>
                </a:lnTo>
                <a:cubicBezTo>
                  <a:pt x="7799825" y="1132748"/>
                  <a:pt x="7916559" y="1312199"/>
                  <a:pt x="8216771" y="1312199"/>
                </a:cubicBezTo>
                <a:cubicBezTo>
                  <a:pt x="8516724" y="1312199"/>
                  <a:pt x="8633459" y="1133005"/>
                  <a:pt x="8633459" y="898023"/>
                </a:cubicBezTo>
                <a:lnTo>
                  <a:pt x="8633459" y="28794"/>
                </a:lnTo>
                <a:moveTo>
                  <a:pt x="9973200" y="28794"/>
                </a:moveTo>
                <a:lnTo>
                  <a:pt x="9761120" y="28794"/>
                </a:lnTo>
                <a:lnTo>
                  <a:pt x="9761120" y="1283404"/>
                </a:lnTo>
                <a:lnTo>
                  <a:pt x="9973200" y="1283404"/>
                </a:lnTo>
                <a:lnTo>
                  <a:pt x="9973200" y="704433"/>
                </a:lnTo>
                <a:cubicBezTo>
                  <a:pt x="9973200" y="571773"/>
                  <a:pt x="10041488" y="494645"/>
                  <a:pt x="10151007" y="494645"/>
                </a:cubicBezTo>
                <a:cubicBezTo>
                  <a:pt x="10256919" y="494645"/>
                  <a:pt x="10303819" y="564574"/>
                  <a:pt x="10303819" y="670239"/>
                </a:cubicBezTo>
                <a:lnTo>
                  <a:pt x="10303819" y="1283147"/>
                </a:lnTo>
                <a:lnTo>
                  <a:pt x="10515899" y="1283147"/>
                </a:lnTo>
                <a:lnTo>
                  <a:pt x="10515899" y="668697"/>
                </a:lnTo>
                <a:cubicBezTo>
                  <a:pt x="10515899" y="484105"/>
                  <a:pt x="10419008" y="369441"/>
                  <a:pt x="10231923" y="369441"/>
                </a:cubicBezTo>
                <a:cubicBezTo>
                  <a:pt x="10098954" y="369441"/>
                  <a:pt x="10025254" y="426773"/>
                  <a:pt x="9984023" y="500301"/>
                </a:cubicBezTo>
                <a:lnTo>
                  <a:pt x="9973200" y="500301"/>
                </a:lnTo>
                <a:lnTo>
                  <a:pt x="9973200" y="28794"/>
                </a:lnTo>
                <a:moveTo>
                  <a:pt x="7030872" y="1181339"/>
                </a:moveTo>
                <a:cubicBezTo>
                  <a:pt x="6858476" y="1181339"/>
                  <a:pt x="6752307" y="1041480"/>
                  <a:pt x="6752307" y="892624"/>
                </a:cubicBezTo>
                <a:cubicBezTo>
                  <a:pt x="6752307" y="799300"/>
                  <a:pt x="6793538" y="713431"/>
                  <a:pt x="6861826" y="665097"/>
                </a:cubicBezTo>
                <a:lnTo>
                  <a:pt x="7267949" y="1107810"/>
                </a:lnTo>
                <a:cubicBezTo>
                  <a:pt x="7192702" y="1152544"/>
                  <a:pt x="7108179" y="1181339"/>
                  <a:pt x="7030872" y="1181339"/>
                </a:cubicBezTo>
                <a:moveTo>
                  <a:pt x="7426171" y="960754"/>
                </a:moveTo>
                <a:lnTo>
                  <a:pt x="7074164" y="573573"/>
                </a:lnTo>
                <a:cubicBezTo>
                  <a:pt x="7137041" y="548378"/>
                  <a:pt x="7198114" y="539637"/>
                  <a:pt x="7248364" y="539637"/>
                </a:cubicBezTo>
                <a:cubicBezTo>
                  <a:pt x="7393960" y="539637"/>
                  <a:pt x="7483637" y="623963"/>
                  <a:pt x="7483637" y="768963"/>
                </a:cubicBezTo>
                <a:cubicBezTo>
                  <a:pt x="7483637" y="833493"/>
                  <a:pt x="7465598" y="899823"/>
                  <a:pt x="7426171" y="960754"/>
                </a:cubicBezTo>
                <a:moveTo>
                  <a:pt x="7025461" y="521640"/>
                </a:moveTo>
                <a:lnTo>
                  <a:pt x="6948153" y="435514"/>
                </a:lnTo>
                <a:cubicBezTo>
                  <a:pt x="6879864" y="360186"/>
                  <a:pt x="6860022" y="313652"/>
                  <a:pt x="6860022" y="258121"/>
                </a:cubicBezTo>
                <a:cubicBezTo>
                  <a:pt x="6860022" y="154255"/>
                  <a:pt x="6926507" y="95124"/>
                  <a:pt x="7030614" y="95124"/>
                </a:cubicBezTo>
                <a:cubicBezTo>
                  <a:pt x="7136526" y="95124"/>
                  <a:pt x="7199403" y="156055"/>
                  <a:pt x="7199403" y="267119"/>
                </a:cubicBezTo>
                <a:cubicBezTo>
                  <a:pt x="7199918" y="369441"/>
                  <a:pt x="7149410" y="466108"/>
                  <a:pt x="7025461" y="521640"/>
                </a:cubicBezTo>
                <a:moveTo>
                  <a:pt x="7036283" y="0"/>
                </a:moveTo>
                <a:cubicBezTo>
                  <a:pt x="6788383" y="0"/>
                  <a:pt x="6666238" y="138059"/>
                  <a:pt x="6666238" y="310053"/>
                </a:cubicBezTo>
                <a:cubicBezTo>
                  <a:pt x="6666238" y="403121"/>
                  <a:pt x="6705665" y="496445"/>
                  <a:pt x="6810030" y="609308"/>
                </a:cubicBezTo>
                <a:lnTo>
                  <a:pt x="6811834" y="612908"/>
                </a:lnTo>
                <a:cubicBezTo>
                  <a:pt x="6635829" y="697234"/>
                  <a:pt x="6554914" y="833493"/>
                  <a:pt x="6554914" y="973094"/>
                </a:cubicBezTo>
                <a:cubicBezTo>
                  <a:pt x="6554914" y="1157686"/>
                  <a:pt x="6696903" y="1311941"/>
                  <a:pt x="6915941" y="1311941"/>
                </a:cubicBezTo>
                <a:cubicBezTo>
                  <a:pt x="7041694" y="1311941"/>
                  <a:pt x="7189094" y="1260009"/>
                  <a:pt x="7322064" y="1166684"/>
                </a:cubicBezTo>
                <a:lnTo>
                  <a:pt x="7429780" y="1283147"/>
                </a:lnTo>
                <a:lnTo>
                  <a:pt x="7711952" y="1283147"/>
                </a:lnTo>
                <a:lnTo>
                  <a:pt x="7711952" y="1274406"/>
                </a:lnTo>
                <a:lnTo>
                  <a:pt x="7482091" y="1021684"/>
                </a:lnTo>
                <a:cubicBezTo>
                  <a:pt x="7579241" y="907021"/>
                  <a:pt x="7634902" y="781560"/>
                  <a:pt x="7634902" y="672039"/>
                </a:cubicBezTo>
                <a:cubicBezTo>
                  <a:pt x="7634902" y="535780"/>
                  <a:pt x="7543164" y="444512"/>
                  <a:pt x="7399629" y="444512"/>
                </a:cubicBezTo>
                <a:cubicBezTo>
                  <a:pt x="7324126" y="444512"/>
                  <a:pt x="7239603" y="466108"/>
                  <a:pt x="7183941" y="487447"/>
                </a:cubicBezTo>
                <a:lnTo>
                  <a:pt x="7180333" y="480248"/>
                </a:lnTo>
                <a:cubicBezTo>
                  <a:pt x="7316910" y="406720"/>
                  <a:pt x="7374375" y="338590"/>
                  <a:pt x="7374375" y="243723"/>
                </a:cubicBezTo>
                <a:cubicBezTo>
                  <a:pt x="7374118" y="107722"/>
                  <a:pt x="7251971" y="0"/>
                  <a:pt x="7036283" y="0"/>
                </a:cubicBezTo>
                <a:moveTo>
                  <a:pt x="3908932" y="1917394"/>
                </a:moveTo>
                <a:lnTo>
                  <a:pt x="3756120" y="1917394"/>
                </a:lnTo>
                <a:lnTo>
                  <a:pt x="3526259" y="2641622"/>
                </a:lnTo>
                <a:lnTo>
                  <a:pt x="3294594" y="1917394"/>
                </a:lnTo>
                <a:lnTo>
                  <a:pt x="3136371" y="1917394"/>
                </a:lnTo>
                <a:lnTo>
                  <a:pt x="3429109" y="2813617"/>
                </a:lnTo>
                <a:lnTo>
                  <a:pt x="3615936" y="2813617"/>
                </a:lnTo>
                <a:lnTo>
                  <a:pt x="3908932" y="1917394"/>
                </a:lnTo>
                <a:moveTo>
                  <a:pt x="5785961" y="1917394"/>
                </a:moveTo>
                <a:lnTo>
                  <a:pt x="5636757" y="1917394"/>
                </a:lnTo>
                <a:lnTo>
                  <a:pt x="5636757" y="2813617"/>
                </a:lnTo>
                <a:lnTo>
                  <a:pt x="5785961" y="2813617"/>
                </a:lnTo>
                <a:lnTo>
                  <a:pt x="5785961" y="1917394"/>
                </a:lnTo>
                <a:close/>
                <a:moveTo>
                  <a:pt x="6702056" y="1917394"/>
                </a:moveTo>
                <a:lnTo>
                  <a:pt x="6549245" y="1917394"/>
                </a:lnTo>
                <a:lnTo>
                  <a:pt x="6319384" y="2641622"/>
                </a:lnTo>
                <a:lnTo>
                  <a:pt x="6087719" y="1917394"/>
                </a:lnTo>
                <a:lnTo>
                  <a:pt x="5929754" y="1917394"/>
                </a:lnTo>
                <a:lnTo>
                  <a:pt x="6222492" y="2813617"/>
                </a:lnTo>
                <a:lnTo>
                  <a:pt x="6409319" y="2813617"/>
                </a:lnTo>
                <a:lnTo>
                  <a:pt x="6702056" y="1917394"/>
                </a:lnTo>
                <a:moveTo>
                  <a:pt x="11697676" y="1917394"/>
                </a:moveTo>
                <a:lnTo>
                  <a:pt x="11548472" y="1917394"/>
                </a:lnTo>
                <a:lnTo>
                  <a:pt x="11548472" y="2813617"/>
                </a:lnTo>
                <a:lnTo>
                  <a:pt x="11697676" y="2813617"/>
                </a:lnTo>
                <a:lnTo>
                  <a:pt x="11697676" y="1917394"/>
                </a:lnTo>
                <a:close/>
                <a:moveTo>
                  <a:pt x="12980209" y="1917394"/>
                </a:moveTo>
                <a:lnTo>
                  <a:pt x="12831005" y="1917394"/>
                </a:lnTo>
                <a:lnTo>
                  <a:pt x="12831005" y="2813617"/>
                </a:lnTo>
                <a:lnTo>
                  <a:pt x="12980209" y="2813617"/>
                </a:lnTo>
                <a:lnTo>
                  <a:pt x="12980209" y="1917394"/>
                </a:lnTo>
                <a:close/>
                <a:moveTo>
                  <a:pt x="853219" y="1899397"/>
                </a:moveTo>
                <a:cubicBezTo>
                  <a:pt x="725661" y="1899397"/>
                  <a:pt x="637530" y="1960328"/>
                  <a:pt x="601711" y="2055452"/>
                </a:cubicBezTo>
                <a:lnTo>
                  <a:pt x="601711" y="1917394"/>
                </a:lnTo>
                <a:lnTo>
                  <a:pt x="452507" y="1917394"/>
                </a:lnTo>
                <a:lnTo>
                  <a:pt x="452507" y="2813617"/>
                </a:lnTo>
                <a:lnTo>
                  <a:pt x="601711" y="2813617"/>
                </a:lnTo>
                <a:lnTo>
                  <a:pt x="601711" y="2223847"/>
                </a:lnTo>
                <a:cubicBezTo>
                  <a:pt x="601711" y="2098386"/>
                  <a:pt x="664588" y="2014060"/>
                  <a:pt x="797557" y="2014060"/>
                </a:cubicBezTo>
                <a:cubicBezTo>
                  <a:pt x="928722" y="2014060"/>
                  <a:pt x="991599" y="2098386"/>
                  <a:pt x="991599" y="2223847"/>
                </a:cubicBezTo>
                <a:lnTo>
                  <a:pt x="991599" y="2813617"/>
                </a:lnTo>
                <a:lnTo>
                  <a:pt x="1140803" y="2813617"/>
                </a:lnTo>
                <a:lnTo>
                  <a:pt x="1140803" y="2193511"/>
                </a:lnTo>
                <a:cubicBezTo>
                  <a:pt x="1140803" y="2024858"/>
                  <a:pt x="1034892" y="1899397"/>
                  <a:pt x="853219" y="1899397"/>
                </a:cubicBezTo>
                <a:moveTo>
                  <a:pt x="1756945" y="1899397"/>
                </a:moveTo>
                <a:cubicBezTo>
                  <a:pt x="1629387" y="1899397"/>
                  <a:pt x="1541257" y="1960328"/>
                  <a:pt x="1505437" y="2055452"/>
                </a:cubicBezTo>
                <a:lnTo>
                  <a:pt x="1505437" y="1917394"/>
                </a:lnTo>
                <a:lnTo>
                  <a:pt x="1356234" y="1917394"/>
                </a:lnTo>
                <a:lnTo>
                  <a:pt x="1356234" y="2813617"/>
                </a:lnTo>
                <a:lnTo>
                  <a:pt x="1505437" y="2813617"/>
                </a:lnTo>
                <a:lnTo>
                  <a:pt x="1505437" y="2223847"/>
                </a:lnTo>
                <a:cubicBezTo>
                  <a:pt x="1505437" y="2098386"/>
                  <a:pt x="1568314" y="2014060"/>
                  <a:pt x="1701283" y="2014060"/>
                </a:cubicBezTo>
                <a:cubicBezTo>
                  <a:pt x="1832449" y="2014060"/>
                  <a:pt x="1895326" y="2098386"/>
                  <a:pt x="1895326" y="2223847"/>
                </a:cubicBezTo>
                <a:lnTo>
                  <a:pt x="1895326" y="2813617"/>
                </a:lnTo>
                <a:lnTo>
                  <a:pt x="2044529" y="2813617"/>
                </a:lnTo>
                <a:lnTo>
                  <a:pt x="2044529" y="2193511"/>
                </a:lnTo>
                <a:cubicBezTo>
                  <a:pt x="2044272" y="2024858"/>
                  <a:pt x="1938360" y="1899397"/>
                  <a:pt x="1756945" y="1899397"/>
                </a:cubicBezTo>
                <a:moveTo>
                  <a:pt x="2644179" y="2704353"/>
                </a:moveTo>
                <a:cubicBezTo>
                  <a:pt x="2493171" y="2704353"/>
                  <a:pt x="2389064" y="2596888"/>
                  <a:pt x="2389064" y="2365505"/>
                </a:cubicBezTo>
                <a:cubicBezTo>
                  <a:pt x="2389064" y="2132580"/>
                  <a:pt x="2491367" y="2026658"/>
                  <a:pt x="2644179" y="2026658"/>
                </a:cubicBezTo>
                <a:cubicBezTo>
                  <a:pt x="2795186" y="2026658"/>
                  <a:pt x="2899294" y="2132323"/>
                  <a:pt x="2899294" y="2365505"/>
                </a:cubicBezTo>
                <a:cubicBezTo>
                  <a:pt x="2899294" y="2596631"/>
                  <a:pt x="2798794" y="2704353"/>
                  <a:pt x="2644179" y="2704353"/>
                </a:cubicBezTo>
                <a:moveTo>
                  <a:pt x="2651394" y="1899397"/>
                </a:moveTo>
                <a:cubicBezTo>
                  <a:pt x="2381848" y="1899397"/>
                  <a:pt x="2232902" y="2096587"/>
                  <a:pt x="2232902" y="2376303"/>
                </a:cubicBezTo>
                <a:cubicBezTo>
                  <a:pt x="2232902" y="2659362"/>
                  <a:pt x="2385714" y="2831613"/>
                  <a:pt x="2637221" y="2831613"/>
                </a:cubicBezTo>
                <a:cubicBezTo>
                  <a:pt x="2908571" y="2831613"/>
                  <a:pt x="3055971" y="2634424"/>
                  <a:pt x="3055971" y="2354707"/>
                </a:cubicBezTo>
                <a:cubicBezTo>
                  <a:pt x="3055713" y="2071392"/>
                  <a:pt x="2904706" y="1899397"/>
                  <a:pt x="2651394" y="1899397"/>
                </a:cubicBezTo>
                <a:moveTo>
                  <a:pt x="4365047" y="2723892"/>
                </a:moveTo>
                <a:cubicBezTo>
                  <a:pt x="4262743" y="2723892"/>
                  <a:pt x="4192651" y="2666560"/>
                  <a:pt x="4192651" y="2566294"/>
                </a:cubicBezTo>
                <a:cubicBezTo>
                  <a:pt x="4192651" y="2481968"/>
                  <a:pt x="4241097" y="2440833"/>
                  <a:pt x="4343659" y="2415638"/>
                </a:cubicBezTo>
                <a:lnTo>
                  <a:pt x="4453178" y="2388644"/>
                </a:lnTo>
                <a:cubicBezTo>
                  <a:pt x="4521466" y="2372447"/>
                  <a:pt x="4559089" y="2361649"/>
                  <a:pt x="4573520" y="2349309"/>
                </a:cubicBezTo>
                <a:lnTo>
                  <a:pt x="4573520" y="2523103"/>
                </a:lnTo>
                <a:cubicBezTo>
                  <a:pt x="4573520" y="2655762"/>
                  <a:pt x="4481782" y="2723892"/>
                  <a:pt x="4365047" y="2723892"/>
                </a:cubicBezTo>
                <a:moveTo>
                  <a:pt x="4411947" y="1899397"/>
                </a:moveTo>
                <a:cubicBezTo>
                  <a:pt x="4194455" y="1899397"/>
                  <a:pt x="4059682" y="2030257"/>
                  <a:pt x="4049116" y="2186312"/>
                </a:cubicBezTo>
                <a:lnTo>
                  <a:pt x="4187497" y="2215106"/>
                </a:lnTo>
                <a:cubicBezTo>
                  <a:pt x="4194713" y="2100443"/>
                  <a:pt x="4264805" y="2014317"/>
                  <a:pt x="4401381" y="2014317"/>
                </a:cubicBezTo>
                <a:cubicBezTo>
                  <a:pt x="4516312" y="2014317"/>
                  <a:pt x="4573777" y="2077048"/>
                  <a:pt x="4573777" y="2180913"/>
                </a:cubicBezTo>
                <a:lnTo>
                  <a:pt x="4573777" y="2186312"/>
                </a:lnTo>
                <a:cubicBezTo>
                  <a:pt x="4573777" y="2229246"/>
                  <a:pt x="4561151" y="2247243"/>
                  <a:pt x="4521724" y="2258041"/>
                </a:cubicBezTo>
                <a:lnTo>
                  <a:pt x="4263001" y="2322571"/>
                </a:lnTo>
                <a:cubicBezTo>
                  <a:pt x="4124620" y="2358564"/>
                  <a:pt x="4043705" y="2449831"/>
                  <a:pt x="4043705" y="2577092"/>
                </a:cubicBezTo>
                <a:cubicBezTo>
                  <a:pt x="4043705" y="2738546"/>
                  <a:pt x="4164047" y="2831613"/>
                  <a:pt x="4324074" y="2831613"/>
                </a:cubicBezTo>
                <a:cubicBezTo>
                  <a:pt x="4458847" y="2831613"/>
                  <a:pt x="4548781" y="2767083"/>
                  <a:pt x="4573777" y="2677358"/>
                </a:cubicBezTo>
                <a:cubicBezTo>
                  <a:pt x="4577385" y="2761684"/>
                  <a:pt x="4584600" y="2797420"/>
                  <a:pt x="4591816" y="2813617"/>
                </a:cubicBezTo>
                <a:lnTo>
                  <a:pt x="4744627" y="2813617"/>
                </a:lnTo>
                <a:cubicBezTo>
                  <a:pt x="4728393" y="2767083"/>
                  <a:pt x="4721177" y="2702553"/>
                  <a:pt x="4721177" y="2627225"/>
                </a:cubicBezTo>
                <a:lnTo>
                  <a:pt x="4721177" y="2171915"/>
                </a:lnTo>
                <a:cubicBezTo>
                  <a:pt x="4720920" y="2003519"/>
                  <a:pt x="4603927" y="1899397"/>
                  <a:pt x="4411947" y="1899397"/>
                </a:cubicBezTo>
                <a:moveTo>
                  <a:pt x="6942741" y="2268581"/>
                </a:moveTo>
                <a:cubicBezTo>
                  <a:pt x="6962584" y="2110984"/>
                  <a:pt x="7043241" y="2021259"/>
                  <a:pt x="7185229" y="2021259"/>
                </a:cubicBezTo>
                <a:cubicBezTo>
                  <a:pt x="7320002" y="2021259"/>
                  <a:pt x="7399114" y="2101986"/>
                  <a:pt x="7402721" y="2268581"/>
                </a:cubicBezTo>
                <a:lnTo>
                  <a:pt x="6942741" y="2268581"/>
                </a:lnTo>
                <a:moveTo>
                  <a:pt x="7185229" y="1899397"/>
                </a:moveTo>
                <a:cubicBezTo>
                  <a:pt x="6948153" y="1899397"/>
                  <a:pt x="6782714" y="2065993"/>
                  <a:pt x="6782714" y="2372704"/>
                </a:cubicBezTo>
                <a:cubicBezTo>
                  <a:pt x="6782714" y="2666560"/>
                  <a:pt x="6935525" y="2831613"/>
                  <a:pt x="7185229" y="2831613"/>
                </a:cubicBezTo>
                <a:cubicBezTo>
                  <a:pt x="7390095" y="2831613"/>
                  <a:pt x="7519456" y="2715151"/>
                  <a:pt x="7551667" y="2539557"/>
                </a:cubicBezTo>
                <a:lnTo>
                  <a:pt x="7415091" y="2503821"/>
                </a:lnTo>
                <a:cubicBezTo>
                  <a:pt x="7391641" y="2654477"/>
                  <a:pt x="7310983" y="2706410"/>
                  <a:pt x="7199403" y="2706410"/>
                </a:cubicBezTo>
                <a:cubicBezTo>
                  <a:pt x="7021595" y="2706410"/>
                  <a:pt x="6942484" y="2575550"/>
                  <a:pt x="6937072" y="2374761"/>
                </a:cubicBezTo>
                <a:lnTo>
                  <a:pt x="7553213" y="2374761"/>
                </a:lnTo>
                <a:lnTo>
                  <a:pt x="7553213" y="2324627"/>
                </a:lnTo>
                <a:cubicBezTo>
                  <a:pt x="7553729" y="2010461"/>
                  <a:pt x="7382879" y="1899397"/>
                  <a:pt x="7185229" y="1899397"/>
                </a:cubicBezTo>
                <a:moveTo>
                  <a:pt x="9777354" y="2268581"/>
                </a:moveTo>
                <a:cubicBezTo>
                  <a:pt x="9797197" y="2110984"/>
                  <a:pt x="9877854" y="2021259"/>
                  <a:pt x="10019842" y="2021259"/>
                </a:cubicBezTo>
                <a:cubicBezTo>
                  <a:pt x="10154615" y="2021259"/>
                  <a:pt x="10233727" y="2101986"/>
                  <a:pt x="10237334" y="2268581"/>
                </a:cubicBezTo>
                <a:lnTo>
                  <a:pt x="9777354" y="2268581"/>
                </a:lnTo>
                <a:moveTo>
                  <a:pt x="10019842" y="1899397"/>
                </a:moveTo>
                <a:cubicBezTo>
                  <a:pt x="9782766" y="1899397"/>
                  <a:pt x="9617327" y="2065993"/>
                  <a:pt x="9617327" y="2372704"/>
                </a:cubicBezTo>
                <a:cubicBezTo>
                  <a:pt x="9617327" y="2666560"/>
                  <a:pt x="9770138" y="2831613"/>
                  <a:pt x="10019842" y="2831613"/>
                </a:cubicBezTo>
                <a:cubicBezTo>
                  <a:pt x="10224708" y="2831613"/>
                  <a:pt x="10354069" y="2715151"/>
                  <a:pt x="10386280" y="2539557"/>
                </a:cubicBezTo>
                <a:lnTo>
                  <a:pt x="10249704" y="2503821"/>
                </a:lnTo>
                <a:cubicBezTo>
                  <a:pt x="10226254" y="2654477"/>
                  <a:pt x="10145596" y="2706410"/>
                  <a:pt x="10034016" y="2706410"/>
                </a:cubicBezTo>
                <a:cubicBezTo>
                  <a:pt x="9856207" y="2706410"/>
                  <a:pt x="9777097" y="2575550"/>
                  <a:pt x="9771684" y="2374761"/>
                </a:cubicBezTo>
                <a:lnTo>
                  <a:pt x="10387826" y="2374761"/>
                </a:lnTo>
                <a:lnTo>
                  <a:pt x="10387826" y="2324627"/>
                </a:lnTo>
                <a:cubicBezTo>
                  <a:pt x="10388342" y="2010461"/>
                  <a:pt x="10217492" y="1899397"/>
                  <a:pt x="10019842" y="1899397"/>
                </a:cubicBezTo>
                <a:moveTo>
                  <a:pt x="12299387" y="1899397"/>
                </a:moveTo>
                <a:cubicBezTo>
                  <a:pt x="12053291" y="1899397"/>
                  <a:pt x="11886049" y="2071392"/>
                  <a:pt x="11886049" y="2374503"/>
                </a:cubicBezTo>
                <a:cubicBezTo>
                  <a:pt x="11886049" y="2671959"/>
                  <a:pt x="12049425" y="2831613"/>
                  <a:pt x="12292171" y="2831613"/>
                </a:cubicBezTo>
                <a:cubicBezTo>
                  <a:pt x="12511467" y="2831613"/>
                  <a:pt x="12635417" y="2697154"/>
                  <a:pt x="12660413" y="2512562"/>
                </a:cubicBezTo>
                <a:lnTo>
                  <a:pt x="12518425" y="2478369"/>
                </a:lnTo>
                <a:cubicBezTo>
                  <a:pt x="12493171" y="2646764"/>
                  <a:pt x="12421533" y="2704353"/>
                  <a:pt x="12302736" y="2704353"/>
                </a:cubicBezTo>
                <a:cubicBezTo>
                  <a:pt x="12130340" y="2704353"/>
                  <a:pt x="12042210" y="2578892"/>
                  <a:pt x="12042210" y="2363706"/>
                </a:cubicBezTo>
                <a:cubicBezTo>
                  <a:pt x="12042210" y="2139778"/>
                  <a:pt x="12135494" y="2026658"/>
                  <a:pt x="12295521" y="2026658"/>
                </a:cubicBezTo>
                <a:cubicBezTo>
                  <a:pt x="12408648" y="2026658"/>
                  <a:pt x="12491367" y="2082189"/>
                  <a:pt x="12518167" y="2241844"/>
                </a:cubicBezTo>
                <a:lnTo>
                  <a:pt x="12660156" y="2207908"/>
                </a:lnTo>
                <a:cubicBezTo>
                  <a:pt x="12635417" y="2024858"/>
                  <a:pt x="12511467" y="1899397"/>
                  <a:pt x="12299387" y="1899397"/>
                </a:cubicBezTo>
                <a:moveTo>
                  <a:pt x="13596350" y="1899397"/>
                </a:moveTo>
                <a:cubicBezTo>
                  <a:pt x="13468794" y="1899397"/>
                  <a:pt x="13380662" y="1960328"/>
                  <a:pt x="13344844" y="2055452"/>
                </a:cubicBezTo>
                <a:lnTo>
                  <a:pt x="13344844" y="1917394"/>
                </a:lnTo>
                <a:lnTo>
                  <a:pt x="13195639" y="1917394"/>
                </a:lnTo>
                <a:lnTo>
                  <a:pt x="13195639" y="2813617"/>
                </a:lnTo>
                <a:lnTo>
                  <a:pt x="13344844" y="2813617"/>
                </a:lnTo>
                <a:lnTo>
                  <a:pt x="13344844" y="2223847"/>
                </a:lnTo>
                <a:cubicBezTo>
                  <a:pt x="13344844" y="2098386"/>
                  <a:pt x="13407721" y="2014060"/>
                  <a:pt x="13540690" y="2014060"/>
                </a:cubicBezTo>
                <a:cubicBezTo>
                  <a:pt x="13671856" y="2014060"/>
                  <a:pt x="13734732" y="2098386"/>
                  <a:pt x="13734732" y="2223847"/>
                </a:cubicBezTo>
                <a:lnTo>
                  <a:pt x="13734732" y="2813617"/>
                </a:lnTo>
                <a:lnTo>
                  <a:pt x="13883936" y="2813617"/>
                </a:lnTo>
                <a:lnTo>
                  <a:pt x="13883936" y="2193511"/>
                </a:lnTo>
                <a:cubicBezTo>
                  <a:pt x="13883936" y="2024858"/>
                  <a:pt x="13777767" y="1899397"/>
                  <a:pt x="13596350" y="1899397"/>
                </a:cubicBezTo>
                <a:moveTo>
                  <a:pt x="14232336" y="2268581"/>
                </a:moveTo>
                <a:cubicBezTo>
                  <a:pt x="14252177" y="2110984"/>
                  <a:pt x="14332835" y="2021259"/>
                  <a:pt x="14474823" y="2021259"/>
                </a:cubicBezTo>
                <a:cubicBezTo>
                  <a:pt x="14609596" y="2021259"/>
                  <a:pt x="14688708" y="2101986"/>
                  <a:pt x="14692316" y="2268581"/>
                </a:cubicBezTo>
                <a:lnTo>
                  <a:pt x="14232336" y="2268581"/>
                </a:lnTo>
                <a:moveTo>
                  <a:pt x="14474823" y="1899397"/>
                </a:moveTo>
                <a:cubicBezTo>
                  <a:pt x="14237746" y="1899397"/>
                  <a:pt x="14072308" y="2065993"/>
                  <a:pt x="14072308" y="2372704"/>
                </a:cubicBezTo>
                <a:cubicBezTo>
                  <a:pt x="14072308" y="2666560"/>
                  <a:pt x="14225120" y="2831613"/>
                  <a:pt x="14474823" y="2831613"/>
                </a:cubicBezTo>
                <a:cubicBezTo>
                  <a:pt x="14679689" y="2831613"/>
                  <a:pt x="14809051" y="2715151"/>
                  <a:pt x="14841262" y="2539557"/>
                </a:cubicBezTo>
                <a:lnTo>
                  <a:pt x="14704684" y="2503821"/>
                </a:lnTo>
                <a:cubicBezTo>
                  <a:pt x="14681235" y="2654477"/>
                  <a:pt x="14600577" y="2706410"/>
                  <a:pt x="14488996" y="2706410"/>
                </a:cubicBezTo>
                <a:cubicBezTo>
                  <a:pt x="14311190" y="2706410"/>
                  <a:pt x="14232078" y="2575550"/>
                  <a:pt x="14226666" y="2374761"/>
                </a:cubicBezTo>
                <a:lnTo>
                  <a:pt x="14842809" y="2374761"/>
                </a:lnTo>
                <a:lnTo>
                  <a:pt x="14842809" y="2324627"/>
                </a:lnTo>
                <a:cubicBezTo>
                  <a:pt x="14843065" y="2010461"/>
                  <a:pt x="14672473" y="1899397"/>
                  <a:pt x="14474823" y="1899397"/>
                </a:cubicBezTo>
                <a:moveTo>
                  <a:pt x="5204092" y="1666471"/>
                </a:moveTo>
                <a:lnTo>
                  <a:pt x="5054889" y="1702207"/>
                </a:lnTo>
                <a:lnTo>
                  <a:pt x="5054889" y="1917394"/>
                </a:lnTo>
                <a:lnTo>
                  <a:pt x="4882493" y="1917394"/>
                </a:lnTo>
                <a:lnTo>
                  <a:pt x="4882493" y="2032057"/>
                </a:lnTo>
                <a:lnTo>
                  <a:pt x="5054889" y="2032057"/>
                </a:lnTo>
                <a:lnTo>
                  <a:pt x="5054889" y="2580434"/>
                </a:lnTo>
                <a:cubicBezTo>
                  <a:pt x="5054889" y="2727491"/>
                  <a:pt x="5124981" y="2831356"/>
                  <a:pt x="5300985" y="2831356"/>
                </a:cubicBezTo>
                <a:cubicBezTo>
                  <a:pt x="5389115" y="2831356"/>
                  <a:pt x="5464361" y="2802562"/>
                  <a:pt x="5493223" y="2775824"/>
                </a:cubicBezTo>
                <a:lnTo>
                  <a:pt x="5451992" y="2668360"/>
                </a:lnTo>
                <a:cubicBezTo>
                  <a:pt x="5451992" y="2668360"/>
                  <a:pt x="5398135" y="2705895"/>
                  <a:pt x="5320827" y="2705895"/>
                </a:cubicBezTo>
                <a:cubicBezTo>
                  <a:pt x="5239912" y="2705895"/>
                  <a:pt x="5204092" y="2657562"/>
                  <a:pt x="5204092" y="2557039"/>
                </a:cubicBezTo>
                <a:lnTo>
                  <a:pt x="5204092" y="2032057"/>
                </a:lnTo>
                <a:lnTo>
                  <a:pt x="5470031" y="2032057"/>
                </a:lnTo>
                <a:lnTo>
                  <a:pt x="5470031" y="1917394"/>
                </a:lnTo>
                <a:lnTo>
                  <a:pt x="5204092" y="1917394"/>
                </a:lnTo>
                <a:lnTo>
                  <a:pt x="5204092" y="1666471"/>
                </a:lnTo>
                <a:moveTo>
                  <a:pt x="219296" y="1558750"/>
                </a:moveTo>
                <a:lnTo>
                  <a:pt x="62877" y="1558750"/>
                </a:lnTo>
                <a:lnTo>
                  <a:pt x="62877" y="2813360"/>
                </a:lnTo>
                <a:lnTo>
                  <a:pt x="219296" y="2813360"/>
                </a:lnTo>
                <a:lnTo>
                  <a:pt x="219296" y="1558750"/>
                </a:lnTo>
                <a:close/>
                <a:moveTo>
                  <a:pt x="9411173" y="1558750"/>
                </a:moveTo>
                <a:lnTo>
                  <a:pt x="9174096" y="1558750"/>
                </a:lnTo>
                <a:lnTo>
                  <a:pt x="8802247" y="2569636"/>
                </a:lnTo>
                <a:lnTo>
                  <a:pt x="8428593" y="1558750"/>
                </a:lnTo>
                <a:lnTo>
                  <a:pt x="8180694" y="1558750"/>
                </a:lnTo>
                <a:lnTo>
                  <a:pt x="8180694" y="2813360"/>
                </a:lnTo>
                <a:lnTo>
                  <a:pt x="8337113" y="2813360"/>
                </a:lnTo>
                <a:lnTo>
                  <a:pt x="8337113" y="1732801"/>
                </a:lnTo>
                <a:lnTo>
                  <a:pt x="8737824" y="2813617"/>
                </a:lnTo>
                <a:lnTo>
                  <a:pt x="8858166" y="2813617"/>
                </a:lnTo>
                <a:lnTo>
                  <a:pt x="9255270" y="1731002"/>
                </a:lnTo>
                <a:lnTo>
                  <a:pt x="9255270" y="2813617"/>
                </a:lnTo>
                <a:lnTo>
                  <a:pt x="9411431" y="2813617"/>
                </a:lnTo>
                <a:lnTo>
                  <a:pt x="9411431" y="1558750"/>
                </a:lnTo>
                <a:moveTo>
                  <a:pt x="10941349" y="2704353"/>
                </a:moveTo>
                <a:cubicBezTo>
                  <a:pt x="10793949" y="2704353"/>
                  <a:pt x="10695254" y="2598688"/>
                  <a:pt x="10695254" y="2365505"/>
                </a:cubicBezTo>
                <a:cubicBezTo>
                  <a:pt x="10695254" y="2130780"/>
                  <a:pt x="10794207" y="2026658"/>
                  <a:pt x="10941349" y="2026658"/>
                </a:cubicBezTo>
                <a:cubicBezTo>
                  <a:pt x="11088749" y="2026658"/>
                  <a:pt x="11187445" y="2130523"/>
                  <a:pt x="11187445" y="2365505"/>
                </a:cubicBezTo>
                <a:cubicBezTo>
                  <a:pt x="11187445" y="2598431"/>
                  <a:pt x="11088749" y="2704353"/>
                  <a:pt x="10941349" y="2704353"/>
                </a:cubicBezTo>
                <a:moveTo>
                  <a:pt x="11333042" y="1558750"/>
                </a:moveTo>
                <a:lnTo>
                  <a:pt x="11183838" y="1558750"/>
                </a:lnTo>
                <a:lnTo>
                  <a:pt x="11183838" y="2089388"/>
                </a:lnTo>
                <a:cubicBezTo>
                  <a:pt x="11151368" y="1990665"/>
                  <a:pt x="11072515" y="1899397"/>
                  <a:pt x="10916095" y="1899397"/>
                </a:cubicBezTo>
                <a:cubicBezTo>
                  <a:pt x="10714838" y="1899397"/>
                  <a:pt x="10538834" y="2057252"/>
                  <a:pt x="10538834" y="2370904"/>
                </a:cubicBezTo>
                <a:cubicBezTo>
                  <a:pt x="10538834" y="2688156"/>
                  <a:pt x="10714838" y="2831613"/>
                  <a:pt x="10903469" y="2831613"/>
                </a:cubicBezTo>
                <a:cubicBezTo>
                  <a:pt x="11045457" y="2831613"/>
                  <a:pt x="11149564" y="2749087"/>
                  <a:pt x="11183838" y="2632624"/>
                </a:cubicBezTo>
                <a:lnTo>
                  <a:pt x="11183838" y="2700753"/>
                </a:lnTo>
                <a:cubicBezTo>
                  <a:pt x="11183838" y="2741888"/>
                  <a:pt x="11187445" y="2786879"/>
                  <a:pt x="11192857" y="2813617"/>
                </a:cubicBezTo>
                <a:lnTo>
                  <a:pt x="11343864" y="2813617"/>
                </a:lnTo>
                <a:cubicBezTo>
                  <a:pt x="11336649" y="2770683"/>
                  <a:pt x="11333042" y="2707952"/>
                  <a:pt x="11333042" y="2627225"/>
                </a:cubicBezTo>
                <a:lnTo>
                  <a:pt x="11333042" y="1558750"/>
                </a:lnTo>
                <a:moveTo>
                  <a:pt x="5712261" y="1532012"/>
                </a:moveTo>
                <a:cubicBezTo>
                  <a:pt x="5652992" y="1532012"/>
                  <a:pt x="5606350" y="1578546"/>
                  <a:pt x="5606350" y="1637677"/>
                </a:cubicBezTo>
                <a:cubicBezTo>
                  <a:pt x="5606350" y="1696808"/>
                  <a:pt x="5652992" y="1741542"/>
                  <a:pt x="5712261" y="1741542"/>
                </a:cubicBezTo>
                <a:cubicBezTo>
                  <a:pt x="5771531" y="1741542"/>
                  <a:pt x="5816369" y="1696808"/>
                  <a:pt x="5816369" y="1637677"/>
                </a:cubicBezTo>
                <a:cubicBezTo>
                  <a:pt x="5816627" y="1578546"/>
                  <a:pt x="5771531" y="1532012"/>
                  <a:pt x="5712261" y="1532012"/>
                </a:cubicBezTo>
                <a:moveTo>
                  <a:pt x="11623976" y="1532012"/>
                </a:moveTo>
                <a:cubicBezTo>
                  <a:pt x="11564707" y="1532012"/>
                  <a:pt x="11518064" y="1578546"/>
                  <a:pt x="11518064" y="1637677"/>
                </a:cubicBezTo>
                <a:cubicBezTo>
                  <a:pt x="11518064" y="1696808"/>
                  <a:pt x="11564707" y="1741542"/>
                  <a:pt x="11623976" y="1741542"/>
                </a:cubicBezTo>
                <a:cubicBezTo>
                  <a:pt x="11683245" y="1741542"/>
                  <a:pt x="11728083" y="1696808"/>
                  <a:pt x="11728083" y="1637677"/>
                </a:cubicBezTo>
                <a:cubicBezTo>
                  <a:pt x="11728341" y="1578546"/>
                  <a:pt x="11683245" y="1532012"/>
                  <a:pt x="11623976" y="1532012"/>
                </a:cubicBezTo>
                <a:moveTo>
                  <a:pt x="12906510" y="1532012"/>
                </a:moveTo>
                <a:cubicBezTo>
                  <a:pt x="12847240" y="1532012"/>
                  <a:pt x="12800598" y="1578546"/>
                  <a:pt x="12800598" y="1637677"/>
                </a:cubicBezTo>
                <a:cubicBezTo>
                  <a:pt x="12800598" y="1696808"/>
                  <a:pt x="12847240" y="1741542"/>
                  <a:pt x="12906510" y="1741542"/>
                </a:cubicBezTo>
                <a:cubicBezTo>
                  <a:pt x="12965779" y="1741542"/>
                  <a:pt x="13010617" y="1696808"/>
                  <a:pt x="13010617" y="1637677"/>
                </a:cubicBezTo>
                <a:cubicBezTo>
                  <a:pt x="13010875" y="1578546"/>
                  <a:pt x="12965779" y="1532012"/>
                  <a:pt x="12906510" y="1532012"/>
                </a:cubicBezTo>
              </a:path>
            </a:pathLst>
          </a:custGeom>
          <a:solidFill>
            <a:schemeClr val="bg1"/>
          </a:solidFill>
          <a:ln w="25765" cap="flat">
            <a:noFill/>
            <a:prstDash val="solid"/>
            <a:miter/>
          </a:ln>
        </p:spPr>
        <p:txBody>
          <a:bodyPr rtlCol="0" anchor="ctr"/>
          <a:lstStyle/>
          <a:p>
            <a:endParaRPr lang="en-GB"/>
          </a:p>
        </p:txBody>
      </p:sp>
      <p:sp>
        <p:nvSpPr>
          <p:cNvPr id="6" name="Picture Placeholder 7">
            <a:extLst>
              <a:ext uri="{FF2B5EF4-FFF2-40B4-BE49-F238E27FC236}">
                <a16:creationId xmlns:a16="http://schemas.microsoft.com/office/drawing/2014/main" id="{47BE5193-E0B2-BBB1-8929-CAF48948727D}"/>
              </a:ext>
            </a:extLst>
          </p:cNvPr>
          <p:cNvSpPr>
            <a:spLocks noGrp="1"/>
          </p:cNvSpPr>
          <p:nvPr>
            <p:ph type="pic" sz="quarter" idx="12" hasCustomPrompt="1"/>
          </p:nvPr>
        </p:nvSpPr>
        <p:spPr>
          <a:xfrm>
            <a:off x="8559799" y="3340100"/>
            <a:ext cx="3041422" cy="3424233"/>
          </a:xfrm>
          <a:solidFill>
            <a:schemeClr val="bg1"/>
          </a:solidFill>
        </p:spPr>
        <p:txBody>
          <a:bodyPr lIns="108000" tIns="72000" rIns="72000" bIns="72000"/>
          <a:lstStyle/>
          <a:p>
            <a:pPr marL="0" marR="0" lvl="0" indent="0" algn="l" defTabSz="914400" rtl="0" eaLnBrk="1" fontAlgn="auto" latinLnBrk="0" hangingPunct="1">
              <a:lnSpc>
                <a:spcPct val="110000"/>
              </a:lnSpc>
              <a:spcBef>
                <a:spcPts val="600"/>
              </a:spcBef>
              <a:spcAft>
                <a:spcPts val="600"/>
              </a:spcAft>
              <a:buClrTx/>
              <a:buSzTx/>
              <a:buFont typeface="Arial" panose="020B0604020202020204" pitchFamily="34" charset="0"/>
              <a:buNone/>
              <a:tabLst/>
              <a:defRPr/>
            </a:pPr>
            <a:r>
              <a:rPr lang="en-US" dirty="0"/>
              <a:t>Click the icon to add a photo or illustration. Double click the image to adjust crop and scale.</a:t>
            </a:r>
          </a:p>
        </p:txBody>
      </p:sp>
    </p:spTree>
    <p:extLst>
      <p:ext uri="{BB962C8B-B14F-4D97-AF65-F5344CB8AC3E}">
        <p14:creationId xmlns:p14="http://schemas.microsoft.com/office/powerpoint/2010/main" val="41240563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4D7FB2-B0CA-4C96-0E9E-CB4BA9057AF8}"/>
              </a:ext>
            </a:extLst>
          </p:cNvPr>
          <p:cNvSpPr>
            <a:spLocks noGrp="1"/>
          </p:cNvSpPr>
          <p:nvPr>
            <p:ph type="title"/>
          </p:nvPr>
        </p:nvSpPr>
        <p:spPr>
          <a:xfrm>
            <a:off x="288303" y="262267"/>
            <a:ext cx="6713538" cy="457818"/>
          </a:xfrm>
        </p:spPr>
        <p:txBody>
          <a:bodyPr/>
          <a:lstStyle/>
          <a:p>
            <a:r>
              <a:rPr lang="en-US"/>
              <a:t>Click to edit Master title style</a:t>
            </a:r>
            <a:endParaRPr lang="en-GB" dirty="0"/>
          </a:p>
        </p:txBody>
      </p:sp>
      <p:sp>
        <p:nvSpPr>
          <p:cNvPr id="8" name="Content Placeholder 2">
            <a:extLst>
              <a:ext uri="{FF2B5EF4-FFF2-40B4-BE49-F238E27FC236}">
                <a16:creationId xmlns:a16="http://schemas.microsoft.com/office/drawing/2014/main" id="{56A9A479-5865-E7E2-91F8-228379565FE9}"/>
              </a:ext>
            </a:extLst>
          </p:cNvPr>
          <p:cNvSpPr>
            <a:spLocks noGrp="1"/>
          </p:cNvSpPr>
          <p:nvPr>
            <p:ph idx="1"/>
          </p:nvPr>
        </p:nvSpPr>
        <p:spPr>
          <a:xfrm>
            <a:off x="289384" y="1822449"/>
            <a:ext cx="5732003" cy="3943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2">
            <a:extLst>
              <a:ext uri="{FF2B5EF4-FFF2-40B4-BE49-F238E27FC236}">
                <a16:creationId xmlns:a16="http://schemas.microsoft.com/office/drawing/2014/main" id="{C843A736-3CCC-0374-4B82-29356E6E54DC}"/>
              </a:ext>
            </a:extLst>
          </p:cNvPr>
          <p:cNvSpPr>
            <a:spLocks noGrp="1"/>
          </p:cNvSpPr>
          <p:nvPr>
            <p:ph idx="13"/>
          </p:nvPr>
        </p:nvSpPr>
        <p:spPr>
          <a:xfrm>
            <a:off x="6165851" y="1822450"/>
            <a:ext cx="5734049"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7">
            <a:extLst>
              <a:ext uri="{FF2B5EF4-FFF2-40B4-BE49-F238E27FC236}">
                <a16:creationId xmlns:a16="http://schemas.microsoft.com/office/drawing/2014/main" id="{F80BC13B-177D-A0D3-7A97-8F3C3A8E7391}"/>
              </a:ext>
            </a:extLst>
          </p:cNvPr>
          <p:cNvSpPr>
            <a:spLocks noGrp="1"/>
          </p:cNvSpPr>
          <p:nvPr>
            <p:ph type="body" sz="quarter" idx="14" hasCustomPrompt="1"/>
          </p:nvPr>
        </p:nvSpPr>
        <p:spPr>
          <a:xfrm>
            <a:off x="8124825" y="295200"/>
            <a:ext cx="3778250" cy="876375"/>
          </a:xfrm>
        </p:spPr>
        <p:txBody>
          <a:bodyPr/>
          <a:lstStyle>
            <a:lvl1pPr>
              <a:defRPr sz="1400"/>
            </a:lvl1pPr>
            <a:lvl2pPr>
              <a:defRPr sz="1400"/>
            </a:lvl2pPr>
            <a:lvl3pPr>
              <a:defRPr sz="1200"/>
            </a:lvl3pPr>
          </a:lstStyle>
          <a:p>
            <a:pPr lvl="0"/>
            <a:r>
              <a:rPr lang="en-GB" dirty="0"/>
              <a:t>Click to add text. Delete if not required.</a:t>
            </a:r>
          </a:p>
          <a:p>
            <a:pPr lvl="1"/>
            <a:r>
              <a:rPr lang="en-GB" dirty="0"/>
              <a:t>Second level</a:t>
            </a:r>
          </a:p>
          <a:p>
            <a:pPr lvl="2"/>
            <a:r>
              <a:rPr lang="en-GB" dirty="0"/>
              <a:t>Third level</a:t>
            </a:r>
          </a:p>
        </p:txBody>
      </p:sp>
      <p:sp>
        <p:nvSpPr>
          <p:cNvPr id="7" name="Slide Number Placeholder 6">
            <a:extLst>
              <a:ext uri="{FF2B5EF4-FFF2-40B4-BE49-F238E27FC236}">
                <a16:creationId xmlns:a16="http://schemas.microsoft.com/office/drawing/2014/main" id="{A9C02CF3-9045-EF62-4E25-544B1DCA8AEF}"/>
              </a:ext>
            </a:extLst>
          </p:cNvPr>
          <p:cNvSpPr>
            <a:spLocks noGrp="1"/>
          </p:cNvSpPr>
          <p:nvPr>
            <p:ph type="sldNum" sz="quarter" idx="12"/>
          </p:nvPr>
        </p:nvSpPr>
        <p:spPr/>
        <p:txBody>
          <a:bodyPr/>
          <a:lstStyle/>
          <a:p>
            <a:fld id="{AEC8D767-5246-2244-A4A3-B8AFB218393C}" type="slidenum">
              <a:rPr lang="en-GB" smtClean="0"/>
              <a:t>‹#›</a:t>
            </a:fld>
            <a:endParaRPr lang="en-GB"/>
          </a:p>
        </p:txBody>
      </p:sp>
      <p:sp>
        <p:nvSpPr>
          <p:cNvPr id="2" name="Subtitle 2">
            <a:extLst>
              <a:ext uri="{FF2B5EF4-FFF2-40B4-BE49-F238E27FC236}">
                <a16:creationId xmlns:a16="http://schemas.microsoft.com/office/drawing/2014/main" id="{56361D27-85D4-45EB-31D3-6D805D2E106E}"/>
              </a:ext>
            </a:extLst>
          </p:cNvPr>
          <p:cNvSpPr>
            <a:spLocks noGrp="1"/>
          </p:cNvSpPr>
          <p:nvPr>
            <p:ph type="subTitle" idx="15" hasCustomPrompt="1"/>
          </p:nvPr>
        </p:nvSpPr>
        <p:spPr>
          <a:xfrm>
            <a:off x="288302" y="713620"/>
            <a:ext cx="6713538" cy="292965"/>
          </a:xfrm>
        </p:spPr>
        <p:txBody>
          <a:bodyPr vert="horz" wrap="square" lIns="0" tIns="0" rIns="0" bIns="0" rtlCol="0" anchor="t">
            <a:spAutoFit/>
          </a:bodyPr>
          <a:lstStyle>
            <a:lvl1pPr>
              <a:defRPr lang="en-GB" b="1" dirty="0"/>
            </a:lvl1pPr>
          </a:lstStyle>
          <a:p>
            <a:pPr lvl="0"/>
            <a:r>
              <a:rPr lang="en-GB" dirty="0"/>
              <a:t>Subtitle. Delete if not required.</a:t>
            </a:r>
          </a:p>
        </p:txBody>
      </p:sp>
      <p:sp>
        <p:nvSpPr>
          <p:cNvPr id="5" name="Footer Placeholder 4">
            <a:extLst>
              <a:ext uri="{FF2B5EF4-FFF2-40B4-BE49-F238E27FC236}">
                <a16:creationId xmlns:a16="http://schemas.microsoft.com/office/drawing/2014/main" id="{22BA91C6-E980-9240-DC55-BBA4867CB9FE}"/>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r>
              <a:rPr lang="en-US" b="0" i="0" dirty="0">
                <a:effectLst/>
              </a:rPr>
              <a:t>Slide legal disclaimer goes here if required
Slide footer goes here if required. Turn off globally using the Header/Footer function (under the Insert menu).</a:t>
            </a:r>
          </a:p>
        </p:txBody>
      </p:sp>
    </p:spTree>
    <p:extLst>
      <p:ext uri="{BB962C8B-B14F-4D97-AF65-F5344CB8AC3E}">
        <p14:creationId xmlns:p14="http://schemas.microsoft.com/office/powerpoint/2010/main" val="1879708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8" Type="http://schemas.openxmlformats.org/officeDocument/2006/relationships/theme" Target="../theme/theme2.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slideLayout" Target="../slideLayouts/slideLayout6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6.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3.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81.xml"/><Relationship Id="rId1" Type="http://schemas.openxmlformats.org/officeDocument/2006/relationships/slideLayout" Target="../slideLayouts/slideLayout80.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229B00-8F27-25B0-E7A0-34BE6A3D4C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575809-3D40-1284-A2FD-F475B76727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14FAF4-EC20-FABF-B53D-58E3A34281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A4EDEC-83C5-4FD1-B4C6-B0AB6175F01F}" type="datetimeFigureOut">
              <a:rPr lang="en-US" smtClean="0"/>
              <a:t>10/20/2025</a:t>
            </a:fld>
            <a:endParaRPr lang="en-US"/>
          </a:p>
        </p:txBody>
      </p:sp>
      <p:sp>
        <p:nvSpPr>
          <p:cNvPr id="5" name="Footer Placeholder 4">
            <a:extLst>
              <a:ext uri="{FF2B5EF4-FFF2-40B4-BE49-F238E27FC236}">
                <a16:creationId xmlns:a16="http://schemas.microsoft.com/office/drawing/2014/main" id="{51F8118F-753E-489C-E7D2-1C5336037D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86027BE-DCDD-7D50-BB41-292C1652E9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BF5472-8D93-4A90-A2A5-629ECA2C2464}" type="slidenum">
              <a:rPr lang="en-US" smtClean="0"/>
              <a:t>‹#›</a:t>
            </a:fld>
            <a:endParaRPr lang="en-US"/>
          </a:p>
        </p:txBody>
      </p:sp>
    </p:spTree>
    <p:extLst>
      <p:ext uri="{BB962C8B-B14F-4D97-AF65-F5344CB8AC3E}">
        <p14:creationId xmlns:p14="http://schemas.microsoft.com/office/powerpoint/2010/main" val="1140602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D3AC25-83CD-60B4-726C-FF80D1E34156}"/>
              </a:ext>
            </a:extLst>
          </p:cNvPr>
          <p:cNvSpPr>
            <a:spLocks noGrp="1"/>
          </p:cNvSpPr>
          <p:nvPr>
            <p:ph type="title"/>
          </p:nvPr>
        </p:nvSpPr>
        <p:spPr>
          <a:xfrm>
            <a:off x="288303" y="262267"/>
            <a:ext cx="9649446" cy="468590"/>
          </a:xfrm>
          <a:prstGeom prst="rect">
            <a:avLst/>
          </a:prstGeom>
        </p:spPr>
        <p:txBody>
          <a:bodyPr vert="horz" wrap="square" lIns="0" tIns="0" rIns="0" bIns="0" rtlCol="0" anchor="t">
            <a:sp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FB6C014F-3AB8-1D05-B6D7-A26746AAF1A0}"/>
              </a:ext>
            </a:extLst>
          </p:cNvPr>
          <p:cNvSpPr>
            <a:spLocks noGrp="1"/>
          </p:cNvSpPr>
          <p:nvPr>
            <p:ph type="body" idx="1"/>
          </p:nvPr>
        </p:nvSpPr>
        <p:spPr>
          <a:xfrm>
            <a:off x="289384" y="1822451"/>
            <a:ext cx="11610516" cy="394334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C2DB68EF-BA48-F4BC-BE79-97134696D633}"/>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endParaRPr lang="nl-BE"/>
          </a:p>
        </p:txBody>
      </p:sp>
      <p:sp>
        <p:nvSpPr>
          <p:cNvPr id="6" name="Slide Number Placeholder 5">
            <a:extLst>
              <a:ext uri="{FF2B5EF4-FFF2-40B4-BE49-F238E27FC236}">
                <a16:creationId xmlns:a16="http://schemas.microsoft.com/office/drawing/2014/main" id="{150AF38A-4788-8D76-5A2D-056814C2D2C7}"/>
              </a:ext>
            </a:extLst>
          </p:cNvPr>
          <p:cNvSpPr>
            <a:spLocks noGrp="1"/>
          </p:cNvSpPr>
          <p:nvPr>
            <p:ph type="sldNum" sz="quarter" idx="4"/>
          </p:nvPr>
        </p:nvSpPr>
        <p:spPr>
          <a:xfrm>
            <a:off x="11581942" y="6433878"/>
            <a:ext cx="320674" cy="153463"/>
          </a:xfrm>
          <a:prstGeom prst="rect">
            <a:avLst/>
          </a:prstGeom>
        </p:spPr>
        <p:txBody>
          <a:bodyPr vert="horz" lIns="0" tIns="0" rIns="0" bIns="0" rtlCol="0" anchor="ctr"/>
          <a:lstStyle>
            <a:lvl1pPr algn="r">
              <a:lnSpc>
                <a:spcPct val="110000"/>
              </a:lnSpc>
              <a:spcBef>
                <a:spcPts val="600"/>
              </a:spcBef>
              <a:spcAft>
                <a:spcPts val="600"/>
              </a:spcAft>
              <a:defRPr sz="900" b="0" i="0">
                <a:solidFill>
                  <a:schemeClr val="tx1"/>
                </a:solidFill>
                <a:latin typeface="+mn-lt"/>
              </a:defRPr>
            </a:lvl1pPr>
          </a:lstStyle>
          <a:p>
            <a:fld id="{65569C3B-1039-4A9F-828A-36D6AB311FF8}" type="slidenum">
              <a:rPr lang="nl-BE" smtClean="0"/>
              <a:t>‹#›</a:t>
            </a:fld>
            <a:endParaRPr lang="nl-BE"/>
          </a:p>
        </p:txBody>
      </p:sp>
      <p:sp>
        <p:nvSpPr>
          <p:cNvPr id="7" name="Graphic 8">
            <a:extLst>
              <a:ext uri="{FF2B5EF4-FFF2-40B4-BE49-F238E27FC236}">
                <a16:creationId xmlns:a16="http://schemas.microsoft.com/office/drawing/2014/main" id="{71D9F931-ED36-50EC-E2EC-55287206CF4F}"/>
              </a:ext>
            </a:extLst>
          </p:cNvPr>
          <p:cNvSpPr>
            <a:spLocks noChangeAspect="1"/>
          </p:cNvSpPr>
          <p:nvPr/>
        </p:nvSpPr>
        <p:spPr>
          <a:xfrm>
            <a:off x="287338" y="6416675"/>
            <a:ext cx="352800" cy="149403"/>
          </a:xfrm>
          <a:custGeom>
            <a:avLst/>
            <a:gdLst>
              <a:gd name="connsiteX0" fmla="*/ 5699846 w 6586631"/>
              <a:gd name="connsiteY0" fmla="*/ 2789294 h 2789293"/>
              <a:gd name="connsiteX1" fmla="*/ 6586632 w 6586631"/>
              <a:gd name="connsiteY1" fmla="*/ 1909153 h 2789293"/>
              <a:gd name="connsiteX2" fmla="*/ 6586632 w 6586631"/>
              <a:gd name="connsiteY2" fmla="*/ 60980 h 2789293"/>
              <a:gd name="connsiteX3" fmla="*/ 6112656 w 6586631"/>
              <a:gd name="connsiteY3" fmla="*/ 60980 h 2789293"/>
              <a:gd name="connsiteX4" fmla="*/ 6112656 w 6586631"/>
              <a:gd name="connsiteY4" fmla="*/ 2031114 h 2789293"/>
              <a:gd name="connsiteX5" fmla="*/ 5699846 w 6586631"/>
              <a:gd name="connsiteY5" fmla="*/ 2541669 h 2789293"/>
              <a:gd name="connsiteX6" fmla="*/ 5287036 w 6586631"/>
              <a:gd name="connsiteY6" fmla="*/ 1992847 h 2789293"/>
              <a:gd name="connsiteX7" fmla="*/ 5287036 w 6586631"/>
              <a:gd name="connsiteY7" fmla="*/ 1627212 h 2789293"/>
              <a:gd name="connsiteX8" fmla="*/ 4813060 w 6586631"/>
              <a:gd name="connsiteY8" fmla="*/ 1745222 h 2789293"/>
              <a:gd name="connsiteX9" fmla="*/ 4813060 w 6586631"/>
              <a:gd name="connsiteY9" fmla="*/ 1909153 h 2789293"/>
              <a:gd name="connsiteX10" fmla="*/ 5699846 w 6586631"/>
              <a:gd name="connsiteY10" fmla="*/ 2789294 h 2789293"/>
              <a:gd name="connsiteX11" fmla="*/ 3177175 w 6586631"/>
              <a:gd name="connsiteY11" fmla="*/ 2511056 h 2789293"/>
              <a:gd name="connsiteX12" fmla="*/ 2584828 w 6586631"/>
              <a:gd name="connsiteY12" fmla="*/ 1897549 h 2789293"/>
              <a:gd name="connsiteX13" fmla="*/ 2817854 w 6586631"/>
              <a:gd name="connsiteY13" fmla="*/ 1413657 h 2789293"/>
              <a:gd name="connsiteX14" fmla="*/ 3681610 w 6586631"/>
              <a:gd name="connsiteY14" fmla="*/ 2354778 h 2789293"/>
              <a:gd name="connsiteX15" fmla="*/ 3177175 w 6586631"/>
              <a:gd name="connsiteY15" fmla="*/ 2511056 h 2789293"/>
              <a:gd name="connsiteX16" fmla="*/ 3639512 w 6586631"/>
              <a:gd name="connsiteY16" fmla="*/ 1147022 h 2789293"/>
              <a:gd name="connsiteX17" fmla="*/ 4140232 w 6586631"/>
              <a:gd name="connsiteY17" fmla="*/ 1634865 h 2789293"/>
              <a:gd name="connsiteX18" fmla="*/ 4017900 w 6586631"/>
              <a:gd name="connsiteY18" fmla="*/ 2042717 h 2789293"/>
              <a:gd name="connsiteX19" fmla="*/ 3268800 w 6586631"/>
              <a:gd name="connsiteY19" fmla="*/ 1219359 h 2789293"/>
              <a:gd name="connsiteX20" fmla="*/ 3639512 w 6586631"/>
              <a:gd name="connsiteY20" fmla="*/ 1147022 h 2789293"/>
              <a:gd name="connsiteX21" fmla="*/ 3177175 w 6586631"/>
              <a:gd name="connsiteY21" fmla="*/ 201951 h 2789293"/>
              <a:gd name="connsiteX22" fmla="*/ 3536495 w 6586631"/>
              <a:gd name="connsiteY22" fmla="*/ 567833 h 2789293"/>
              <a:gd name="connsiteX23" fmla="*/ 3165783 w 6586631"/>
              <a:gd name="connsiteY23" fmla="*/ 1109002 h 2789293"/>
              <a:gd name="connsiteX24" fmla="*/ 3001353 w 6586631"/>
              <a:gd name="connsiteY24" fmla="*/ 926061 h 2789293"/>
              <a:gd name="connsiteX25" fmla="*/ 2814140 w 6586631"/>
              <a:gd name="connsiteY25" fmla="*/ 548823 h 2789293"/>
              <a:gd name="connsiteX26" fmla="*/ 3177175 w 6586631"/>
              <a:gd name="connsiteY26" fmla="*/ 201951 h 2789293"/>
              <a:gd name="connsiteX27" fmla="*/ 4136518 w 6586631"/>
              <a:gd name="connsiteY27" fmla="*/ 2172084 h 2789293"/>
              <a:gd name="connsiteX28" fmla="*/ 4461417 w 6586631"/>
              <a:gd name="connsiteY28" fmla="*/ 1428964 h 2789293"/>
              <a:gd name="connsiteX29" fmla="*/ 3960696 w 6586631"/>
              <a:gd name="connsiteY29" fmla="*/ 945071 h 2789293"/>
              <a:gd name="connsiteX30" fmla="*/ 3502073 w 6586631"/>
              <a:gd name="connsiteY30" fmla="*/ 1036418 h 2789293"/>
              <a:gd name="connsiteX31" fmla="*/ 3494397 w 6586631"/>
              <a:gd name="connsiteY31" fmla="*/ 1021112 h 2789293"/>
              <a:gd name="connsiteX32" fmla="*/ 3907206 w 6586631"/>
              <a:gd name="connsiteY32" fmla="*/ 518209 h 2789293"/>
              <a:gd name="connsiteX33" fmla="*/ 3188566 w 6586631"/>
              <a:gd name="connsiteY33" fmla="*/ 0 h 2789293"/>
              <a:gd name="connsiteX34" fmla="*/ 2401082 w 6586631"/>
              <a:gd name="connsiteY34" fmla="*/ 659180 h 2789293"/>
              <a:gd name="connsiteX35" fmla="*/ 2706913 w 6586631"/>
              <a:gd name="connsiteY35" fmla="*/ 1295646 h 2789293"/>
              <a:gd name="connsiteX36" fmla="*/ 2710628 w 6586631"/>
              <a:gd name="connsiteY36" fmla="*/ 1303300 h 2789293"/>
              <a:gd name="connsiteX37" fmla="*/ 2164094 w 6586631"/>
              <a:gd name="connsiteY37" fmla="*/ 2069134 h 2789293"/>
              <a:gd name="connsiteX38" fmla="*/ 2932262 w 6586631"/>
              <a:gd name="connsiteY38" fmla="*/ 2789294 h 2789293"/>
              <a:gd name="connsiteX39" fmla="*/ 3796018 w 6586631"/>
              <a:gd name="connsiteY39" fmla="*/ 2480689 h 2789293"/>
              <a:gd name="connsiteX40" fmla="*/ 4025329 w 6586631"/>
              <a:gd name="connsiteY40" fmla="*/ 2728314 h 2789293"/>
              <a:gd name="connsiteX41" fmla="*/ 4625352 w 6586631"/>
              <a:gd name="connsiteY41" fmla="*/ 2728314 h 2789293"/>
              <a:gd name="connsiteX42" fmla="*/ 4625352 w 6586631"/>
              <a:gd name="connsiteY42" fmla="*/ 2709303 h 2789293"/>
              <a:gd name="connsiteX43" fmla="*/ 4136518 w 6586631"/>
              <a:gd name="connsiteY43" fmla="*/ 2172084 h 2789293"/>
              <a:gd name="connsiteX44" fmla="*/ 886786 w 6586631"/>
              <a:gd name="connsiteY44" fmla="*/ 2789294 h 2789293"/>
              <a:gd name="connsiteX45" fmla="*/ 1773572 w 6586631"/>
              <a:gd name="connsiteY45" fmla="*/ 1909153 h 2789293"/>
              <a:gd name="connsiteX46" fmla="*/ 1773572 w 6586631"/>
              <a:gd name="connsiteY46" fmla="*/ 60980 h 2789293"/>
              <a:gd name="connsiteX47" fmla="*/ 1299596 w 6586631"/>
              <a:gd name="connsiteY47" fmla="*/ 60980 h 2789293"/>
              <a:gd name="connsiteX48" fmla="*/ 1299596 w 6586631"/>
              <a:gd name="connsiteY48" fmla="*/ 2031114 h 2789293"/>
              <a:gd name="connsiteX49" fmla="*/ 886786 w 6586631"/>
              <a:gd name="connsiteY49" fmla="*/ 2541669 h 2789293"/>
              <a:gd name="connsiteX50" fmla="*/ 473976 w 6586631"/>
              <a:gd name="connsiteY50" fmla="*/ 1992847 h 2789293"/>
              <a:gd name="connsiteX51" fmla="*/ 473976 w 6586631"/>
              <a:gd name="connsiteY51" fmla="*/ 1627212 h 2789293"/>
              <a:gd name="connsiteX52" fmla="*/ 0 w 6586631"/>
              <a:gd name="connsiteY52" fmla="*/ 1745222 h 2789293"/>
              <a:gd name="connsiteX53" fmla="*/ 0 w 6586631"/>
              <a:gd name="connsiteY53" fmla="*/ 1909153 h 2789293"/>
              <a:gd name="connsiteX54" fmla="*/ 886786 w 6586631"/>
              <a:gd name="connsiteY54" fmla="*/ 2789294 h 2789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586631" h="2789293">
                <a:moveTo>
                  <a:pt x="5699846" y="2789294"/>
                </a:moveTo>
                <a:cubicBezTo>
                  <a:pt x="6338253" y="2789294"/>
                  <a:pt x="6586632" y="2408105"/>
                  <a:pt x="6586632" y="1909153"/>
                </a:cubicBezTo>
                <a:lnTo>
                  <a:pt x="6586632" y="60980"/>
                </a:lnTo>
                <a:lnTo>
                  <a:pt x="6112656" y="60980"/>
                </a:lnTo>
                <a:lnTo>
                  <a:pt x="6112656" y="2031114"/>
                </a:lnTo>
                <a:cubicBezTo>
                  <a:pt x="6112656" y="2351075"/>
                  <a:pt x="5990324" y="2541669"/>
                  <a:pt x="5699846" y="2541669"/>
                </a:cubicBezTo>
                <a:cubicBezTo>
                  <a:pt x="5413083" y="2541669"/>
                  <a:pt x="5287036" y="2339718"/>
                  <a:pt x="5287036" y="1992847"/>
                </a:cubicBezTo>
                <a:lnTo>
                  <a:pt x="5287036" y="1627212"/>
                </a:lnTo>
                <a:lnTo>
                  <a:pt x="4813060" y="1745222"/>
                </a:lnTo>
                <a:lnTo>
                  <a:pt x="4813060" y="1909153"/>
                </a:lnTo>
                <a:cubicBezTo>
                  <a:pt x="4813060" y="2408352"/>
                  <a:pt x="5061440" y="2789294"/>
                  <a:pt x="5699846" y="2789294"/>
                </a:cubicBezTo>
                <a:moveTo>
                  <a:pt x="3177175" y="2511056"/>
                </a:moveTo>
                <a:cubicBezTo>
                  <a:pt x="2810177" y="2511056"/>
                  <a:pt x="2584828" y="2213808"/>
                  <a:pt x="2584828" y="1897549"/>
                </a:cubicBezTo>
                <a:cubicBezTo>
                  <a:pt x="2584828" y="1699302"/>
                  <a:pt x="2672739" y="1516361"/>
                  <a:pt x="2817854" y="1413657"/>
                </a:cubicBezTo>
                <a:lnTo>
                  <a:pt x="3681610" y="2354778"/>
                </a:lnTo>
                <a:cubicBezTo>
                  <a:pt x="3521141" y="2450075"/>
                  <a:pt x="3341358" y="2511056"/>
                  <a:pt x="3177175" y="2511056"/>
                </a:cubicBezTo>
                <a:moveTo>
                  <a:pt x="3639512" y="1147022"/>
                </a:moveTo>
                <a:cubicBezTo>
                  <a:pt x="3949057" y="1147022"/>
                  <a:pt x="4140232" y="1326013"/>
                  <a:pt x="4140232" y="1634865"/>
                </a:cubicBezTo>
                <a:cubicBezTo>
                  <a:pt x="4140232" y="1772132"/>
                  <a:pt x="4102096" y="1913103"/>
                  <a:pt x="4017900" y="2042717"/>
                </a:cubicBezTo>
                <a:lnTo>
                  <a:pt x="3268800" y="1219359"/>
                </a:lnTo>
                <a:cubicBezTo>
                  <a:pt x="3402524" y="1166032"/>
                  <a:pt x="3532533" y="1147022"/>
                  <a:pt x="3639512" y="1147022"/>
                </a:cubicBezTo>
                <a:moveTo>
                  <a:pt x="3177175" y="201951"/>
                </a:moveTo>
                <a:cubicBezTo>
                  <a:pt x="3402771" y="201951"/>
                  <a:pt x="3536495" y="331565"/>
                  <a:pt x="3536495" y="567833"/>
                </a:cubicBezTo>
                <a:cubicBezTo>
                  <a:pt x="3536495" y="785091"/>
                  <a:pt x="3429516" y="990745"/>
                  <a:pt x="3165783" y="1109002"/>
                </a:cubicBezTo>
                <a:lnTo>
                  <a:pt x="3001353" y="926061"/>
                </a:lnTo>
                <a:cubicBezTo>
                  <a:pt x="2855990" y="766081"/>
                  <a:pt x="2814140" y="666833"/>
                  <a:pt x="2814140" y="548823"/>
                </a:cubicBezTo>
                <a:cubicBezTo>
                  <a:pt x="2813892" y="327615"/>
                  <a:pt x="2955292" y="201951"/>
                  <a:pt x="3177175" y="201951"/>
                </a:cubicBezTo>
                <a:moveTo>
                  <a:pt x="4136518" y="2172084"/>
                </a:moveTo>
                <a:cubicBezTo>
                  <a:pt x="4343047" y="1928163"/>
                  <a:pt x="4461417" y="1661528"/>
                  <a:pt x="4461417" y="1428964"/>
                </a:cubicBezTo>
                <a:cubicBezTo>
                  <a:pt x="4461417" y="1139369"/>
                  <a:pt x="4266527" y="945071"/>
                  <a:pt x="3960696" y="945071"/>
                </a:cubicBezTo>
                <a:cubicBezTo>
                  <a:pt x="3800228" y="945071"/>
                  <a:pt x="3620443" y="990745"/>
                  <a:pt x="3502073" y="1036418"/>
                </a:cubicBezTo>
                <a:lnTo>
                  <a:pt x="3494397" y="1021112"/>
                </a:lnTo>
                <a:cubicBezTo>
                  <a:pt x="3784874" y="864834"/>
                  <a:pt x="3907206" y="720160"/>
                  <a:pt x="3907206" y="518209"/>
                </a:cubicBezTo>
                <a:cubicBezTo>
                  <a:pt x="3907206" y="228614"/>
                  <a:pt x="3647188" y="0"/>
                  <a:pt x="3188566" y="0"/>
                </a:cubicBezTo>
                <a:cubicBezTo>
                  <a:pt x="2661100" y="0"/>
                  <a:pt x="2401082" y="293545"/>
                  <a:pt x="2401082" y="659180"/>
                </a:cubicBezTo>
                <a:cubicBezTo>
                  <a:pt x="2401082" y="857428"/>
                  <a:pt x="2485278" y="1055429"/>
                  <a:pt x="2706913" y="1295646"/>
                </a:cubicBezTo>
                <a:lnTo>
                  <a:pt x="2710628" y="1303300"/>
                </a:lnTo>
                <a:cubicBezTo>
                  <a:pt x="2336201" y="1482291"/>
                  <a:pt x="2164094" y="1771886"/>
                  <a:pt x="2164094" y="2069134"/>
                </a:cubicBezTo>
                <a:cubicBezTo>
                  <a:pt x="2164094" y="2461679"/>
                  <a:pt x="2465963" y="2789294"/>
                  <a:pt x="2932262" y="2789294"/>
                </a:cubicBezTo>
                <a:cubicBezTo>
                  <a:pt x="3199710" y="2789294"/>
                  <a:pt x="3513217" y="2678690"/>
                  <a:pt x="3796018" y="2480689"/>
                </a:cubicBezTo>
                <a:lnTo>
                  <a:pt x="4025329" y="2728314"/>
                </a:lnTo>
                <a:lnTo>
                  <a:pt x="4625352" y="2728314"/>
                </a:lnTo>
                <a:lnTo>
                  <a:pt x="4625352" y="2709303"/>
                </a:lnTo>
                <a:lnTo>
                  <a:pt x="4136518" y="2172084"/>
                </a:lnTo>
                <a:close/>
                <a:moveTo>
                  <a:pt x="886786" y="2789294"/>
                </a:moveTo>
                <a:cubicBezTo>
                  <a:pt x="1525192" y="2789294"/>
                  <a:pt x="1773572" y="2408105"/>
                  <a:pt x="1773572" y="1909153"/>
                </a:cubicBezTo>
                <a:lnTo>
                  <a:pt x="1773572" y="60980"/>
                </a:lnTo>
                <a:lnTo>
                  <a:pt x="1299596" y="60980"/>
                </a:lnTo>
                <a:lnTo>
                  <a:pt x="1299596" y="2031114"/>
                </a:lnTo>
                <a:cubicBezTo>
                  <a:pt x="1299596" y="2351075"/>
                  <a:pt x="1177263" y="2541669"/>
                  <a:pt x="886786" y="2541669"/>
                </a:cubicBezTo>
                <a:cubicBezTo>
                  <a:pt x="600023" y="2541669"/>
                  <a:pt x="473976" y="2339718"/>
                  <a:pt x="473976" y="1992847"/>
                </a:cubicBezTo>
                <a:lnTo>
                  <a:pt x="473976" y="1627212"/>
                </a:lnTo>
                <a:lnTo>
                  <a:pt x="0" y="1745222"/>
                </a:lnTo>
                <a:lnTo>
                  <a:pt x="0" y="1909153"/>
                </a:lnTo>
                <a:cubicBezTo>
                  <a:pt x="0" y="2408352"/>
                  <a:pt x="248379" y="2789294"/>
                  <a:pt x="886786" y="2789294"/>
                </a:cubicBezTo>
              </a:path>
            </a:pathLst>
          </a:custGeom>
          <a:solidFill>
            <a:schemeClr val="accent1"/>
          </a:solidFill>
          <a:ln w="24751" cap="flat">
            <a:noFill/>
            <a:prstDash val="solid"/>
            <a:miter/>
          </a:ln>
        </p:spPr>
        <p:txBody>
          <a:bodyPr rtlCol="0" anchor="ctr"/>
          <a:lstStyle/>
          <a:p>
            <a:endParaRPr lang="en-GB"/>
          </a:p>
        </p:txBody>
      </p:sp>
      <p:sp>
        <p:nvSpPr>
          <p:cNvPr id="4" name="TextBox 3">
            <a:extLst>
              <a:ext uri="{FF2B5EF4-FFF2-40B4-BE49-F238E27FC236}">
                <a16:creationId xmlns:a16="http://schemas.microsoft.com/office/drawing/2014/main" id="{CF5886F1-17DD-FBEB-EE71-541D30F4C7A0}"/>
              </a:ext>
            </a:extLst>
          </p:cNvPr>
          <p:cNvSpPr txBox="1"/>
          <p:nvPr/>
        </p:nvSpPr>
        <p:spPr>
          <a:xfrm>
            <a:off x="8124825" y="6449779"/>
            <a:ext cx="3260725" cy="153464"/>
          </a:xfrm>
          <a:prstGeom prst="rect">
            <a:avLst/>
          </a:prstGeom>
          <a:noFill/>
        </p:spPr>
        <p:txBody>
          <a:bodyPr wrap="square" lIns="0" tIns="0" rIns="0" bIns="0" rtlCol="0" anchor="b" anchorCtr="0">
            <a:noAutofit/>
          </a:bodyPr>
          <a:lstStyle/>
          <a:p>
            <a:pPr algn="r"/>
            <a:r>
              <a:rPr lang="en-US" sz="1100" kern="1200" dirty="0">
                <a:solidFill>
                  <a:schemeClr val="accent1"/>
                </a:solidFill>
                <a:latin typeface="+mn-lt"/>
                <a:ea typeface="+mn-ea"/>
                <a:cs typeface="+mn-cs"/>
              </a:rPr>
              <a:t>Core program name</a:t>
            </a:r>
          </a:p>
        </p:txBody>
      </p:sp>
    </p:spTree>
    <p:extLst>
      <p:ext uri="{BB962C8B-B14F-4D97-AF65-F5344CB8AC3E}">
        <p14:creationId xmlns:p14="http://schemas.microsoft.com/office/powerpoint/2010/main" val="40773503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741" r:id="rId5"/>
    <p:sldLayoutId id="2147483677" r:id="rId6"/>
    <p:sldLayoutId id="2147483678" r:id="rId7"/>
    <p:sldLayoutId id="2147483747" r:id="rId8"/>
    <p:sldLayoutId id="2147483680" r:id="rId9"/>
    <p:sldLayoutId id="2147483681" r:id="rId10"/>
    <p:sldLayoutId id="2147483682" r:id="rId11"/>
    <p:sldLayoutId id="2147483750" r:id="rId12"/>
    <p:sldLayoutId id="2147483684" r:id="rId13"/>
    <p:sldLayoutId id="2147483685" r:id="rId14"/>
    <p:sldLayoutId id="2147483686" r:id="rId15"/>
    <p:sldLayoutId id="2147483687" r:id="rId16"/>
    <p:sldLayoutId id="2147483688" r:id="rId17"/>
    <p:sldLayoutId id="2147483689" r:id="rId18"/>
    <p:sldLayoutId id="2147483690" r:id="rId19"/>
    <p:sldLayoutId id="2147483748" r:id="rId20"/>
    <p:sldLayoutId id="2147483692" r:id="rId21"/>
    <p:sldLayoutId id="2147483693" r:id="rId22"/>
    <p:sldLayoutId id="2147483694" r:id="rId23"/>
    <p:sldLayoutId id="2147483695" r:id="rId24"/>
    <p:sldLayoutId id="2147483696" r:id="rId25"/>
    <p:sldLayoutId id="2147483697" r:id="rId26"/>
    <p:sldLayoutId id="2147483698" r:id="rId27"/>
    <p:sldLayoutId id="2147483699" r:id="rId28"/>
    <p:sldLayoutId id="2147483700" r:id="rId29"/>
    <p:sldLayoutId id="2147483701" r:id="rId30"/>
    <p:sldLayoutId id="2147483702" r:id="rId31"/>
    <p:sldLayoutId id="2147483703" r:id="rId32"/>
    <p:sldLayoutId id="2147483704" r:id="rId33"/>
    <p:sldLayoutId id="2147483705" r:id="rId34"/>
    <p:sldLayoutId id="2147483706" r:id="rId35"/>
    <p:sldLayoutId id="2147483707" r:id="rId36"/>
    <p:sldLayoutId id="2147483708" r:id="rId37"/>
    <p:sldLayoutId id="2147483709" r:id="rId38"/>
    <p:sldLayoutId id="2147483710" r:id="rId39"/>
    <p:sldLayoutId id="2147483711" r:id="rId40"/>
    <p:sldLayoutId id="2147483712" r:id="rId41"/>
    <p:sldLayoutId id="2147483713" r:id="rId42"/>
    <p:sldLayoutId id="2147483714" r:id="rId43"/>
    <p:sldLayoutId id="2147483715" r:id="rId44"/>
    <p:sldLayoutId id="2147483716" r:id="rId45"/>
    <p:sldLayoutId id="2147483717" r:id="rId46"/>
    <p:sldLayoutId id="2147483718" r:id="rId47"/>
    <p:sldLayoutId id="2147483719" r:id="rId48"/>
    <p:sldLayoutId id="2147483720" r:id="rId49"/>
    <p:sldLayoutId id="2147483721" r:id="rId50"/>
    <p:sldLayoutId id="2147483722" r:id="rId51"/>
    <p:sldLayoutId id="2147483723" r:id="rId52"/>
    <p:sldLayoutId id="2147483724" r:id="rId53"/>
    <p:sldLayoutId id="2147483725" r:id="rId54"/>
    <p:sldLayoutId id="2147483726" r:id="rId55"/>
    <p:sldLayoutId id="2147483727" r:id="rId56"/>
    <p:sldLayoutId id="2147483728" r:id="rId57"/>
  </p:sldLayoutIdLst>
  <p:txStyles>
    <p:titleStyle>
      <a:lvl1pPr algn="l" defTabSz="914400" rtl="0" eaLnBrk="1" latinLnBrk="0" hangingPunct="1">
        <a:lnSpc>
          <a:spcPct val="85000"/>
        </a:lnSpc>
        <a:spcBef>
          <a:spcPts val="600"/>
        </a:spcBef>
        <a:spcAft>
          <a:spcPts val="600"/>
        </a:spcAft>
        <a:buNone/>
        <a:defRPr sz="3500" b="0" i="0" kern="1200" spc="0" baseline="0">
          <a:solidFill>
            <a:schemeClr val="accent1"/>
          </a:solidFill>
          <a:latin typeface="+mj-lt"/>
          <a:ea typeface="+mj-ea"/>
          <a:cs typeface="+mj-cs"/>
        </a:defRPr>
      </a:lvl1pPr>
    </p:titleStyle>
    <p:bodyStyle>
      <a:lvl1pPr marL="0" indent="0" algn="l" defTabSz="914400" rtl="0" eaLnBrk="1" latinLnBrk="0" hangingPunct="1">
        <a:lnSpc>
          <a:spcPct val="110000"/>
        </a:lnSpc>
        <a:spcBef>
          <a:spcPts val="600"/>
        </a:spcBef>
        <a:spcAft>
          <a:spcPts val="600"/>
        </a:spcAft>
        <a:buFont typeface="Arial" panose="020B0604020202020204" pitchFamily="34" charset="0"/>
        <a:buNone/>
        <a:tabLst/>
        <a:defRPr sz="1800" b="0" i="0" kern="1200">
          <a:solidFill>
            <a:schemeClr val="tx1"/>
          </a:solidFill>
          <a:latin typeface="+mn-lt"/>
          <a:ea typeface="+mn-ea"/>
          <a:cs typeface="+mn-cs"/>
        </a:defRPr>
      </a:lvl1pPr>
      <a:lvl2pPr marL="285750" indent="-285750" algn="l" defTabSz="914400" rtl="0" eaLnBrk="1" latinLnBrk="0" hangingPunct="1">
        <a:lnSpc>
          <a:spcPct val="110000"/>
        </a:lnSpc>
        <a:spcBef>
          <a:spcPts val="0"/>
        </a:spcBef>
        <a:spcAft>
          <a:spcPts val="600"/>
        </a:spcAft>
        <a:buFont typeface="Arial" panose="020B0604020202020204" pitchFamily="34" charset="0"/>
        <a:buChar char="•"/>
        <a:tabLst/>
        <a:defRPr sz="1800" b="0" i="0" kern="1200">
          <a:solidFill>
            <a:schemeClr val="tx1"/>
          </a:solidFill>
          <a:latin typeface="+mn-lt"/>
          <a:ea typeface="+mn-ea"/>
          <a:cs typeface="+mn-cs"/>
        </a:defRPr>
      </a:lvl2pPr>
      <a:lvl3pPr marL="571500" indent="-285750" algn="l" defTabSz="914400" rtl="0" eaLnBrk="1" latinLnBrk="0" hangingPunct="1">
        <a:lnSpc>
          <a:spcPct val="110000"/>
        </a:lnSpc>
        <a:spcBef>
          <a:spcPts val="0"/>
        </a:spcBef>
        <a:spcAft>
          <a:spcPts val="600"/>
        </a:spcAft>
        <a:buFont typeface="Arial" panose="020B0604020202020204" pitchFamily="34" charset="0"/>
        <a:buChar char="•"/>
        <a:tabLst/>
        <a:defRPr sz="1600" b="0" i="0" kern="1200">
          <a:solidFill>
            <a:schemeClr val="tx1"/>
          </a:solidFill>
          <a:latin typeface="+mn-lt"/>
          <a:ea typeface="+mn-ea"/>
          <a:cs typeface="+mn-cs"/>
        </a:defRPr>
      </a:lvl3pPr>
      <a:lvl4pPr marL="856800" indent="-285750" algn="l" defTabSz="914400" rtl="0" eaLnBrk="1" latinLnBrk="0" hangingPunct="1">
        <a:lnSpc>
          <a:spcPct val="110000"/>
        </a:lnSpc>
        <a:spcBef>
          <a:spcPts val="0"/>
        </a:spcBef>
        <a:spcAft>
          <a:spcPts val="600"/>
        </a:spcAft>
        <a:buFont typeface="Arial" panose="020B0604020202020204" pitchFamily="34" charset="0"/>
        <a:buChar char="•"/>
        <a:tabLst/>
        <a:defRPr sz="1600" b="0" i="0" kern="1200">
          <a:solidFill>
            <a:schemeClr val="tx1"/>
          </a:solidFill>
          <a:latin typeface="+mn-lt"/>
          <a:ea typeface="+mn-ea"/>
          <a:cs typeface="+mn-cs"/>
        </a:defRPr>
      </a:lvl4pPr>
      <a:lvl5pPr marL="0" indent="0" algn="l" defTabSz="914400" rtl="0" eaLnBrk="1" latinLnBrk="0" hangingPunct="1">
        <a:lnSpc>
          <a:spcPct val="110000"/>
        </a:lnSpc>
        <a:spcBef>
          <a:spcPts val="600"/>
        </a:spcBef>
        <a:spcAft>
          <a:spcPts val="600"/>
        </a:spcAft>
        <a:buFont typeface="Arial" panose="020B0604020202020204" pitchFamily="34" charset="0"/>
        <a:buNone/>
        <a:tabLst/>
        <a:defRPr sz="800" b="0" i="0" kern="1200">
          <a:solidFill>
            <a:schemeClr val="tx1"/>
          </a:solidFill>
          <a:latin typeface="+mn-lt"/>
          <a:ea typeface="+mn-ea"/>
          <a:cs typeface="+mn-cs"/>
        </a:defRPr>
      </a:lvl5pPr>
      <a:lvl6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smtClean="0">
          <a:solidFill>
            <a:schemeClr val="tx1"/>
          </a:solidFill>
          <a:latin typeface="+mn-lt"/>
          <a:ea typeface="+mn-ea"/>
          <a:cs typeface="+mn-cs"/>
        </a:defRPr>
      </a:lvl6pPr>
      <a:lvl7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smtClean="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800" b="0" i="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8">
          <p15:clr>
            <a:srgbClr val="FDE53C"/>
          </p15:clr>
        </p15:guide>
        <p15:guide id="2" pos="181">
          <p15:clr>
            <a:srgbClr val="FDE53C"/>
          </p15:clr>
        </p15:guide>
        <p15:guide id="3" pos="708">
          <p15:clr>
            <a:srgbClr val="FDE53C"/>
          </p15:clr>
        </p15:guide>
        <p15:guide id="4" pos="798">
          <p15:clr>
            <a:srgbClr val="FDE53C"/>
          </p15:clr>
        </p15:guide>
        <p15:guide id="5" pos="1325">
          <p15:clr>
            <a:srgbClr val="FDE53C"/>
          </p15:clr>
        </p15:guide>
        <p15:guide id="6" pos="1416">
          <p15:clr>
            <a:srgbClr val="FDE53C"/>
          </p15:clr>
        </p15:guide>
        <p15:guide id="7" pos="1942">
          <p15:clr>
            <a:srgbClr val="FDE53C"/>
          </p15:clr>
        </p15:guide>
        <p15:guide id="8" pos="2032">
          <p15:clr>
            <a:srgbClr val="FDE53C"/>
          </p15:clr>
        </p15:guide>
        <p15:guide id="9" pos="2559">
          <p15:clr>
            <a:srgbClr val="FDE53C"/>
          </p15:clr>
        </p15:guide>
        <p15:guide id="10" pos="2650">
          <p15:clr>
            <a:srgbClr val="FDE53C"/>
          </p15:clr>
        </p15:guide>
        <p15:guide id="11" pos="3176">
          <p15:clr>
            <a:srgbClr val="FDE53C"/>
          </p15:clr>
        </p15:guide>
        <p15:guide id="12" pos="3264">
          <p15:clr>
            <a:srgbClr val="FDE53C"/>
          </p15:clr>
        </p15:guide>
        <p15:guide id="13" pos="3793">
          <p15:clr>
            <a:srgbClr val="FDE53C"/>
          </p15:clr>
        </p15:guide>
        <p15:guide id="14" pos="3884">
          <p15:clr>
            <a:srgbClr val="FDE53C"/>
          </p15:clr>
        </p15:guide>
        <p15:guide id="15" pos="4411">
          <p15:clr>
            <a:srgbClr val="FDE53C"/>
          </p15:clr>
        </p15:guide>
        <p15:guide id="16" pos="4501">
          <p15:clr>
            <a:srgbClr val="FDE53C"/>
          </p15:clr>
        </p15:guide>
        <p15:guide id="17" pos="5028">
          <p15:clr>
            <a:srgbClr val="FDE53C"/>
          </p15:clr>
        </p15:guide>
        <p15:guide id="18" pos="5118">
          <p15:clr>
            <a:srgbClr val="FDE53C"/>
          </p15:clr>
        </p15:guide>
        <p15:guide id="19" pos="5645">
          <p15:clr>
            <a:srgbClr val="FDE53C"/>
          </p15:clr>
        </p15:guide>
        <p15:guide id="20" pos="5735">
          <p15:clr>
            <a:srgbClr val="FDE53C"/>
          </p15:clr>
        </p15:guide>
        <p15:guide id="21" pos="6262">
          <p15:clr>
            <a:srgbClr val="FDE53C"/>
          </p15:clr>
        </p15:guide>
        <p15:guide id="22" pos="6352">
          <p15:clr>
            <a:srgbClr val="FDE53C"/>
          </p15:clr>
        </p15:guide>
        <p15:guide id="23" pos="6879">
          <p15:clr>
            <a:srgbClr val="FDE53C"/>
          </p15:clr>
        </p15:guide>
        <p15:guide id="24" pos="6970">
          <p15:clr>
            <a:srgbClr val="FDE53C"/>
          </p15:clr>
        </p15:guide>
        <p15:guide id="25" pos="7496">
          <p15:clr>
            <a:srgbClr val="FDE53C"/>
          </p15:clr>
        </p15:guide>
        <p15:guide id="28" orient="horz" pos="1382">
          <p15:clr>
            <a:srgbClr val="FDE53C"/>
          </p15:clr>
        </p15:guide>
        <p15:guide id="29" orient="horz" pos="1473">
          <p15:clr>
            <a:srgbClr val="FDE53C"/>
          </p15:clr>
        </p15:guide>
        <p15:guide id="30" orient="horz" pos="2024">
          <p15:clr>
            <a:srgbClr val="FDE53C"/>
          </p15:clr>
        </p15:guide>
        <p15:guide id="31" orient="horz" pos="2115">
          <p15:clr>
            <a:srgbClr val="FDE53C"/>
          </p15:clr>
        </p15:guide>
        <p15:guide id="32" orient="horz" pos="2666">
          <p15:clr>
            <a:srgbClr val="FDE53C"/>
          </p15:clr>
        </p15:guide>
        <p15:guide id="33" orient="horz" pos="2757">
          <p15:clr>
            <a:srgbClr val="FDE53C"/>
          </p15:clr>
        </p15:guide>
        <p15:guide id="34" orient="horz" pos="3308">
          <p15:clr>
            <a:srgbClr val="FDE53C"/>
          </p15:clr>
        </p15:guide>
        <p15:guide id="35" orient="horz" pos="3398">
          <p15:clr>
            <a:srgbClr val="FDE53C"/>
          </p15:clr>
        </p15:guide>
        <p15:guide id="36" orient="horz" pos="3954">
          <p15:clr>
            <a:srgbClr val="FDE53C"/>
          </p15:clr>
        </p15:guide>
        <p15:guide id="37" orient="horz" pos="4044">
          <p15:clr>
            <a:srgbClr val="FDE53C"/>
          </p15:clr>
        </p15:guide>
        <p15:guide id="38" orient="horz" pos="4131">
          <p15:clr>
            <a:srgbClr val="FDE53C"/>
          </p15:clr>
        </p15:guide>
        <p15:guide id="39" orient="horz" pos="738">
          <p15:clr>
            <a:srgbClr val="FDE53C"/>
          </p15:clr>
        </p15:guide>
        <p15:guide id="40" orient="horz" pos="828">
          <p15:clr>
            <a:srgbClr val="FDE53C"/>
          </p15:clr>
        </p15:guide>
        <p15:guide id="41" orient="horz" pos="1060">
          <p15:clr>
            <a:srgbClr val="FDE53C"/>
          </p15:clr>
        </p15:guide>
        <p15:guide id="42" orient="horz" pos="1148">
          <p15:clr>
            <a:srgbClr val="FDE53C"/>
          </p15:clr>
        </p15:guide>
        <p15:guide id="43" orient="horz" pos="1702">
          <p15:clr>
            <a:srgbClr val="FDE53C"/>
          </p15:clr>
        </p15:guide>
        <p15:guide id="44" orient="horz" pos="1794">
          <p15:clr>
            <a:srgbClr val="FDE53C"/>
          </p15:clr>
        </p15:guide>
        <p15:guide id="45" orient="horz" pos="2346">
          <p15:clr>
            <a:srgbClr val="FDE53C"/>
          </p15:clr>
        </p15:guide>
        <p15:guide id="46" orient="horz" pos="2436">
          <p15:clr>
            <a:srgbClr val="FDE53C"/>
          </p15:clr>
        </p15:guide>
        <p15:guide id="47" orient="horz" pos="2990">
          <p15:clr>
            <a:srgbClr val="FDE53C"/>
          </p15:clr>
        </p15:guide>
        <p15:guide id="48" orient="horz" pos="3080">
          <p15:clr>
            <a:srgbClr val="FDE53C"/>
          </p15:clr>
        </p15:guide>
        <p15:guide id="49" orient="horz" pos="3632">
          <p15:clr>
            <a:srgbClr val="FDE53C"/>
          </p15:clr>
        </p15:guide>
        <p15:guide id="50" orient="horz" pos="3722">
          <p15:clr>
            <a:srgbClr val="FDE53C"/>
          </p15:clr>
        </p15:guide>
        <p15:guide id="51" orient="horz" pos="380">
          <p15:clr>
            <a:srgbClr val="547EBF"/>
          </p15:clr>
        </p15:guide>
        <p15:guide id="52" pos="7172">
          <p15:clr>
            <a:srgbClr val="547EBF"/>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AD781C-776C-58C9-04F1-36959DB556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A4B590-0751-BB47-2F66-3575B88F06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32E664-F207-A99F-2BC5-3FF148A7B8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79061BD-1094-4C4E-8C4F-A3F5C6032AE7}" type="datetimeFigureOut">
              <a:rPr lang="en-US" smtClean="0"/>
              <a:t>10/20/2025</a:t>
            </a:fld>
            <a:endParaRPr lang="en-US"/>
          </a:p>
        </p:txBody>
      </p:sp>
      <p:sp>
        <p:nvSpPr>
          <p:cNvPr id="5" name="Footer Placeholder 4">
            <a:extLst>
              <a:ext uri="{FF2B5EF4-FFF2-40B4-BE49-F238E27FC236}">
                <a16:creationId xmlns:a16="http://schemas.microsoft.com/office/drawing/2014/main" id="{7E683375-9441-7B2D-2D93-CDD9AF3476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A15B7B6-D0C6-6C68-1457-CDED3D5F79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38897B-E005-4818-9BFC-234EFEA6C630}" type="slidenum">
              <a:rPr lang="en-US" smtClean="0"/>
              <a:t>‹#›</a:t>
            </a:fld>
            <a:endParaRPr lang="en-US"/>
          </a:p>
        </p:txBody>
      </p:sp>
    </p:spTree>
    <p:extLst>
      <p:ext uri="{BB962C8B-B14F-4D97-AF65-F5344CB8AC3E}">
        <p14:creationId xmlns:p14="http://schemas.microsoft.com/office/powerpoint/2010/main" val="3748581115"/>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4D559D31-F9E5-F6A4-29D7-755FE82F1327}"/>
              </a:ext>
            </a:extLst>
          </p:cNvPr>
          <p:cNvSpPr>
            <a:spLocks noChangeAspect="1"/>
          </p:cNvSpPr>
          <p:nvPr userDrawn="1"/>
        </p:nvSpPr>
        <p:spPr>
          <a:xfrm>
            <a:off x="288303" y="6416713"/>
            <a:ext cx="2102687" cy="147600"/>
          </a:xfrm>
          <a:custGeom>
            <a:avLst/>
            <a:gdLst>
              <a:gd name="connsiteX0" fmla="*/ 4672481 w 11413077"/>
              <a:gd name="connsiteY0" fmla="*/ 236351 h 801151"/>
              <a:gd name="connsiteX1" fmla="*/ 4578324 w 11413077"/>
              <a:gd name="connsiteY1" fmla="*/ 236351 h 801151"/>
              <a:gd name="connsiteX2" fmla="*/ 4436614 w 11413077"/>
              <a:gd name="connsiteY2" fmla="*/ 678512 h 801151"/>
              <a:gd name="connsiteX3" fmla="*/ 4293794 w 11413077"/>
              <a:gd name="connsiteY3" fmla="*/ 236351 h 801151"/>
              <a:gd name="connsiteX4" fmla="*/ 4196308 w 11413077"/>
              <a:gd name="connsiteY4" fmla="*/ 236351 h 801151"/>
              <a:gd name="connsiteX5" fmla="*/ 4376855 w 11413077"/>
              <a:gd name="connsiteY5" fmla="*/ 783609 h 801151"/>
              <a:gd name="connsiteX6" fmla="*/ 4492093 w 11413077"/>
              <a:gd name="connsiteY6" fmla="*/ 783609 h 801151"/>
              <a:gd name="connsiteX7" fmla="*/ 4672481 w 11413077"/>
              <a:gd name="connsiteY7" fmla="*/ 236351 h 801151"/>
              <a:gd name="connsiteX8" fmla="*/ 5829624 w 11413077"/>
              <a:gd name="connsiteY8" fmla="*/ 236351 h 801151"/>
              <a:gd name="connsiteX9" fmla="*/ 5737687 w 11413077"/>
              <a:gd name="connsiteY9" fmla="*/ 236351 h 801151"/>
              <a:gd name="connsiteX10" fmla="*/ 5737687 w 11413077"/>
              <a:gd name="connsiteY10" fmla="*/ 783609 h 801151"/>
              <a:gd name="connsiteX11" fmla="*/ 5829624 w 11413077"/>
              <a:gd name="connsiteY11" fmla="*/ 783609 h 801151"/>
              <a:gd name="connsiteX12" fmla="*/ 5829624 w 11413077"/>
              <a:gd name="connsiteY12" fmla="*/ 236351 h 801151"/>
              <a:gd name="connsiteX13" fmla="*/ 6394405 w 11413077"/>
              <a:gd name="connsiteY13" fmla="*/ 236351 h 801151"/>
              <a:gd name="connsiteX14" fmla="*/ 6300249 w 11413077"/>
              <a:gd name="connsiteY14" fmla="*/ 236351 h 801151"/>
              <a:gd name="connsiteX15" fmla="*/ 6158538 w 11413077"/>
              <a:gd name="connsiteY15" fmla="*/ 678512 h 801151"/>
              <a:gd name="connsiteX16" fmla="*/ 6015718 w 11413077"/>
              <a:gd name="connsiteY16" fmla="*/ 236351 h 801151"/>
              <a:gd name="connsiteX17" fmla="*/ 5918233 w 11413077"/>
              <a:gd name="connsiteY17" fmla="*/ 236351 h 801151"/>
              <a:gd name="connsiteX18" fmla="*/ 6098779 w 11413077"/>
              <a:gd name="connsiteY18" fmla="*/ 783609 h 801151"/>
              <a:gd name="connsiteX19" fmla="*/ 6214018 w 11413077"/>
              <a:gd name="connsiteY19" fmla="*/ 783609 h 801151"/>
              <a:gd name="connsiteX20" fmla="*/ 6394405 w 11413077"/>
              <a:gd name="connsiteY20" fmla="*/ 236351 h 801151"/>
              <a:gd name="connsiteX21" fmla="*/ 9473991 w 11413077"/>
              <a:gd name="connsiteY21" fmla="*/ 236351 h 801151"/>
              <a:gd name="connsiteX22" fmla="*/ 9382053 w 11413077"/>
              <a:gd name="connsiteY22" fmla="*/ 236351 h 801151"/>
              <a:gd name="connsiteX23" fmla="*/ 9382053 w 11413077"/>
              <a:gd name="connsiteY23" fmla="*/ 783609 h 801151"/>
              <a:gd name="connsiteX24" fmla="*/ 9473991 w 11413077"/>
              <a:gd name="connsiteY24" fmla="*/ 783609 h 801151"/>
              <a:gd name="connsiteX25" fmla="*/ 9473991 w 11413077"/>
              <a:gd name="connsiteY25" fmla="*/ 236351 h 801151"/>
              <a:gd name="connsiteX26" fmla="*/ 10264494 w 11413077"/>
              <a:gd name="connsiteY26" fmla="*/ 236351 h 801151"/>
              <a:gd name="connsiteX27" fmla="*/ 10172556 w 11413077"/>
              <a:gd name="connsiteY27" fmla="*/ 236351 h 801151"/>
              <a:gd name="connsiteX28" fmla="*/ 10172556 w 11413077"/>
              <a:gd name="connsiteY28" fmla="*/ 783609 h 801151"/>
              <a:gd name="connsiteX29" fmla="*/ 10264494 w 11413077"/>
              <a:gd name="connsiteY29" fmla="*/ 783609 h 801151"/>
              <a:gd name="connsiteX30" fmla="*/ 10264494 w 11413077"/>
              <a:gd name="connsiteY30" fmla="*/ 236351 h 801151"/>
              <a:gd name="connsiteX31" fmla="*/ 2788874 w 11413077"/>
              <a:gd name="connsiteY31" fmla="*/ 225387 h 801151"/>
              <a:gd name="connsiteX32" fmla="*/ 2633848 w 11413077"/>
              <a:gd name="connsiteY32" fmla="*/ 320617 h 801151"/>
              <a:gd name="connsiteX33" fmla="*/ 2633848 w 11413077"/>
              <a:gd name="connsiteY33" fmla="*/ 236351 h 801151"/>
              <a:gd name="connsiteX34" fmla="*/ 2541911 w 11413077"/>
              <a:gd name="connsiteY34" fmla="*/ 236351 h 801151"/>
              <a:gd name="connsiteX35" fmla="*/ 2541911 w 11413077"/>
              <a:gd name="connsiteY35" fmla="*/ 783609 h 801151"/>
              <a:gd name="connsiteX36" fmla="*/ 2633848 w 11413077"/>
              <a:gd name="connsiteY36" fmla="*/ 783609 h 801151"/>
              <a:gd name="connsiteX37" fmla="*/ 2633848 w 11413077"/>
              <a:gd name="connsiteY37" fmla="*/ 423522 h 801151"/>
              <a:gd name="connsiteX38" fmla="*/ 2754635 w 11413077"/>
              <a:gd name="connsiteY38" fmla="*/ 295557 h 801151"/>
              <a:gd name="connsiteX39" fmla="*/ 2874312 w 11413077"/>
              <a:gd name="connsiteY39" fmla="*/ 423522 h 801151"/>
              <a:gd name="connsiteX40" fmla="*/ 2874312 w 11413077"/>
              <a:gd name="connsiteY40" fmla="*/ 783609 h 801151"/>
              <a:gd name="connsiteX41" fmla="*/ 2966249 w 11413077"/>
              <a:gd name="connsiteY41" fmla="*/ 783609 h 801151"/>
              <a:gd name="connsiteX42" fmla="*/ 2966249 w 11413077"/>
              <a:gd name="connsiteY42" fmla="*/ 404883 h 801151"/>
              <a:gd name="connsiteX43" fmla="*/ 2788874 w 11413077"/>
              <a:gd name="connsiteY43" fmla="*/ 225387 h 801151"/>
              <a:gd name="connsiteX44" fmla="*/ 3345887 w 11413077"/>
              <a:gd name="connsiteY44" fmla="*/ 225387 h 801151"/>
              <a:gd name="connsiteX45" fmla="*/ 3190862 w 11413077"/>
              <a:gd name="connsiteY45" fmla="*/ 320617 h 801151"/>
              <a:gd name="connsiteX46" fmla="*/ 3190862 w 11413077"/>
              <a:gd name="connsiteY46" fmla="*/ 236351 h 801151"/>
              <a:gd name="connsiteX47" fmla="*/ 3098925 w 11413077"/>
              <a:gd name="connsiteY47" fmla="*/ 236351 h 801151"/>
              <a:gd name="connsiteX48" fmla="*/ 3098925 w 11413077"/>
              <a:gd name="connsiteY48" fmla="*/ 783609 h 801151"/>
              <a:gd name="connsiteX49" fmla="*/ 3190862 w 11413077"/>
              <a:gd name="connsiteY49" fmla="*/ 783609 h 801151"/>
              <a:gd name="connsiteX50" fmla="*/ 3190862 w 11413077"/>
              <a:gd name="connsiteY50" fmla="*/ 423522 h 801151"/>
              <a:gd name="connsiteX51" fmla="*/ 3311649 w 11413077"/>
              <a:gd name="connsiteY51" fmla="*/ 295557 h 801151"/>
              <a:gd name="connsiteX52" fmla="*/ 3431326 w 11413077"/>
              <a:gd name="connsiteY52" fmla="*/ 423522 h 801151"/>
              <a:gd name="connsiteX53" fmla="*/ 3431326 w 11413077"/>
              <a:gd name="connsiteY53" fmla="*/ 783609 h 801151"/>
              <a:gd name="connsiteX54" fmla="*/ 3523263 w 11413077"/>
              <a:gd name="connsiteY54" fmla="*/ 783609 h 801151"/>
              <a:gd name="connsiteX55" fmla="*/ 3523263 w 11413077"/>
              <a:gd name="connsiteY55" fmla="*/ 404883 h 801151"/>
              <a:gd name="connsiteX56" fmla="*/ 3345887 w 11413077"/>
              <a:gd name="connsiteY56" fmla="*/ 225387 h 801151"/>
              <a:gd name="connsiteX57" fmla="*/ 3892915 w 11413077"/>
              <a:gd name="connsiteY57" fmla="*/ 716729 h 801151"/>
              <a:gd name="connsiteX58" fmla="*/ 3735671 w 11413077"/>
              <a:gd name="connsiteY58" fmla="*/ 509823 h 801151"/>
              <a:gd name="connsiteX59" fmla="*/ 3892915 w 11413077"/>
              <a:gd name="connsiteY59" fmla="*/ 302918 h 801151"/>
              <a:gd name="connsiteX60" fmla="*/ 4050160 w 11413077"/>
              <a:gd name="connsiteY60" fmla="*/ 509823 h 801151"/>
              <a:gd name="connsiteX61" fmla="*/ 3892915 w 11413077"/>
              <a:gd name="connsiteY61" fmla="*/ 716729 h 801151"/>
              <a:gd name="connsiteX62" fmla="*/ 3897195 w 11413077"/>
              <a:gd name="connsiteY62" fmla="*/ 225387 h 801151"/>
              <a:gd name="connsiteX63" fmla="*/ 3639136 w 11413077"/>
              <a:gd name="connsiteY63" fmla="*/ 516558 h 801151"/>
              <a:gd name="connsiteX64" fmla="*/ 3888318 w 11413077"/>
              <a:gd name="connsiteY64" fmla="*/ 794573 h 801151"/>
              <a:gd name="connsiteX65" fmla="*/ 4146377 w 11413077"/>
              <a:gd name="connsiteY65" fmla="*/ 503402 h 801151"/>
              <a:gd name="connsiteX66" fmla="*/ 3897195 w 11413077"/>
              <a:gd name="connsiteY66" fmla="*/ 225387 h 801151"/>
              <a:gd name="connsiteX67" fmla="*/ 4953682 w 11413077"/>
              <a:gd name="connsiteY67" fmla="*/ 728789 h 801151"/>
              <a:gd name="connsiteX68" fmla="*/ 4847321 w 11413077"/>
              <a:gd name="connsiteY68" fmla="*/ 632463 h 801151"/>
              <a:gd name="connsiteX69" fmla="*/ 4940367 w 11413077"/>
              <a:gd name="connsiteY69" fmla="*/ 540522 h 801151"/>
              <a:gd name="connsiteX70" fmla="*/ 5007894 w 11413077"/>
              <a:gd name="connsiteY70" fmla="*/ 524077 h 801151"/>
              <a:gd name="connsiteX71" fmla="*/ 5082078 w 11413077"/>
              <a:gd name="connsiteY71" fmla="*/ 499956 h 801151"/>
              <a:gd name="connsiteX72" fmla="*/ 5082078 w 11413077"/>
              <a:gd name="connsiteY72" fmla="*/ 606150 h 801151"/>
              <a:gd name="connsiteX73" fmla="*/ 4953682 w 11413077"/>
              <a:gd name="connsiteY73" fmla="*/ 728789 h 801151"/>
              <a:gd name="connsiteX74" fmla="*/ 4982532 w 11413077"/>
              <a:gd name="connsiteY74" fmla="*/ 225387 h 801151"/>
              <a:gd name="connsiteX75" fmla="*/ 4758871 w 11413077"/>
              <a:gd name="connsiteY75" fmla="*/ 400497 h 801151"/>
              <a:gd name="connsiteX76" fmla="*/ 4844151 w 11413077"/>
              <a:gd name="connsiteY76" fmla="*/ 418040 h 801151"/>
              <a:gd name="connsiteX77" fmla="*/ 4975875 w 11413077"/>
              <a:gd name="connsiteY77" fmla="*/ 295400 h 801151"/>
              <a:gd name="connsiteX78" fmla="*/ 5082237 w 11413077"/>
              <a:gd name="connsiteY78" fmla="*/ 397208 h 801151"/>
              <a:gd name="connsiteX79" fmla="*/ 5082237 w 11413077"/>
              <a:gd name="connsiteY79" fmla="*/ 400497 h 801151"/>
              <a:gd name="connsiteX80" fmla="*/ 5050058 w 11413077"/>
              <a:gd name="connsiteY80" fmla="*/ 444196 h 801151"/>
              <a:gd name="connsiteX81" fmla="*/ 4890595 w 11413077"/>
              <a:gd name="connsiteY81" fmla="*/ 483667 h 801151"/>
              <a:gd name="connsiteX82" fmla="*/ 4755541 w 11413077"/>
              <a:gd name="connsiteY82" fmla="*/ 639041 h 801151"/>
              <a:gd name="connsiteX83" fmla="*/ 4928321 w 11413077"/>
              <a:gd name="connsiteY83" fmla="*/ 794416 h 801151"/>
              <a:gd name="connsiteX84" fmla="*/ 5082237 w 11413077"/>
              <a:gd name="connsiteY84" fmla="*/ 700283 h 801151"/>
              <a:gd name="connsiteX85" fmla="*/ 5093333 w 11413077"/>
              <a:gd name="connsiteY85" fmla="*/ 783452 h 801151"/>
              <a:gd name="connsiteX86" fmla="*/ 5187489 w 11413077"/>
              <a:gd name="connsiteY86" fmla="*/ 783452 h 801151"/>
              <a:gd name="connsiteX87" fmla="*/ 5173065 w 11413077"/>
              <a:gd name="connsiteY87" fmla="*/ 669584 h 801151"/>
              <a:gd name="connsiteX88" fmla="*/ 5173065 w 11413077"/>
              <a:gd name="connsiteY88" fmla="*/ 391726 h 801151"/>
              <a:gd name="connsiteX89" fmla="*/ 4982532 w 11413077"/>
              <a:gd name="connsiteY89" fmla="*/ 225387 h 801151"/>
              <a:gd name="connsiteX90" fmla="*/ 6542773 w 11413077"/>
              <a:gd name="connsiteY90" fmla="*/ 450775 h 801151"/>
              <a:gd name="connsiteX91" fmla="*/ 6692251 w 11413077"/>
              <a:gd name="connsiteY91" fmla="*/ 299786 h 801151"/>
              <a:gd name="connsiteX92" fmla="*/ 6826194 w 11413077"/>
              <a:gd name="connsiteY92" fmla="*/ 450775 h 801151"/>
              <a:gd name="connsiteX93" fmla="*/ 6542773 w 11413077"/>
              <a:gd name="connsiteY93" fmla="*/ 450775 h 801151"/>
              <a:gd name="connsiteX94" fmla="*/ 6692251 w 11413077"/>
              <a:gd name="connsiteY94" fmla="*/ 225387 h 801151"/>
              <a:gd name="connsiteX95" fmla="*/ 6444178 w 11413077"/>
              <a:gd name="connsiteY95" fmla="*/ 514366 h 801151"/>
              <a:gd name="connsiteX96" fmla="*/ 6692251 w 11413077"/>
              <a:gd name="connsiteY96" fmla="*/ 794573 h 801151"/>
              <a:gd name="connsiteX97" fmla="*/ 6918131 w 11413077"/>
              <a:gd name="connsiteY97" fmla="*/ 616174 h 801151"/>
              <a:gd name="connsiteX98" fmla="*/ 6833961 w 11413077"/>
              <a:gd name="connsiteY98" fmla="*/ 594246 h 801151"/>
              <a:gd name="connsiteX99" fmla="*/ 6701127 w 11413077"/>
              <a:gd name="connsiteY99" fmla="*/ 717825 h 801151"/>
              <a:gd name="connsiteX100" fmla="*/ 6539444 w 11413077"/>
              <a:gd name="connsiteY100" fmla="*/ 515305 h 801151"/>
              <a:gd name="connsiteX101" fmla="*/ 6919399 w 11413077"/>
              <a:gd name="connsiteY101" fmla="*/ 515305 h 801151"/>
              <a:gd name="connsiteX102" fmla="*/ 6919399 w 11413077"/>
              <a:gd name="connsiteY102" fmla="*/ 484606 h 801151"/>
              <a:gd name="connsiteX103" fmla="*/ 6692251 w 11413077"/>
              <a:gd name="connsiteY103" fmla="*/ 225387 h 801151"/>
              <a:gd name="connsiteX104" fmla="*/ 8290217 w 11413077"/>
              <a:gd name="connsiteY104" fmla="*/ 450775 h 801151"/>
              <a:gd name="connsiteX105" fmla="*/ 8439696 w 11413077"/>
              <a:gd name="connsiteY105" fmla="*/ 299786 h 801151"/>
              <a:gd name="connsiteX106" fmla="*/ 8573638 w 11413077"/>
              <a:gd name="connsiteY106" fmla="*/ 450775 h 801151"/>
              <a:gd name="connsiteX107" fmla="*/ 8290217 w 11413077"/>
              <a:gd name="connsiteY107" fmla="*/ 450775 h 801151"/>
              <a:gd name="connsiteX108" fmla="*/ 8439696 w 11413077"/>
              <a:gd name="connsiteY108" fmla="*/ 225387 h 801151"/>
              <a:gd name="connsiteX109" fmla="*/ 8191623 w 11413077"/>
              <a:gd name="connsiteY109" fmla="*/ 514366 h 801151"/>
              <a:gd name="connsiteX110" fmla="*/ 8439696 w 11413077"/>
              <a:gd name="connsiteY110" fmla="*/ 794573 h 801151"/>
              <a:gd name="connsiteX111" fmla="*/ 8665576 w 11413077"/>
              <a:gd name="connsiteY111" fmla="*/ 616174 h 801151"/>
              <a:gd name="connsiteX112" fmla="*/ 8581405 w 11413077"/>
              <a:gd name="connsiteY112" fmla="*/ 594246 h 801151"/>
              <a:gd name="connsiteX113" fmla="*/ 8448572 w 11413077"/>
              <a:gd name="connsiteY113" fmla="*/ 717825 h 801151"/>
              <a:gd name="connsiteX114" fmla="*/ 8286889 w 11413077"/>
              <a:gd name="connsiteY114" fmla="*/ 515305 h 801151"/>
              <a:gd name="connsiteX115" fmla="*/ 8666844 w 11413077"/>
              <a:gd name="connsiteY115" fmla="*/ 515305 h 801151"/>
              <a:gd name="connsiteX116" fmla="*/ 8666844 w 11413077"/>
              <a:gd name="connsiteY116" fmla="*/ 484606 h 801151"/>
              <a:gd name="connsiteX117" fmla="*/ 8439696 w 11413077"/>
              <a:gd name="connsiteY117" fmla="*/ 225387 h 801151"/>
              <a:gd name="connsiteX118" fmla="*/ 9844911 w 11413077"/>
              <a:gd name="connsiteY118" fmla="*/ 225387 h 801151"/>
              <a:gd name="connsiteX119" fmla="*/ 9590181 w 11413077"/>
              <a:gd name="connsiteY119" fmla="*/ 515462 h 801151"/>
              <a:gd name="connsiteX120" fmla="*/ 9840473 w 11413077"/>
              <a:gd name="connsiteY120" fmla="*/ 794573 h 801151"/>
              <a:gd name="connsiteX121" fmla="*/ 10067462 w 11413077"/>
              <a:gd name="connsiteY121" fmla="*/ 599728 h 801151"/>
              <a:gd name="connsiteX122" fmla="*/ 9979964 w 11413077"/>
              <a:gd name="connsiteY122" fmla="*/ 578896 h 801151"/>
              <a:gd name="connsiteX123" fmla="*/ 9847130 w 11413077"/>
              <a:gd name="connsiteY123" fmla="*/ 716729 h 801151"/>
              <a:gd name="connsiteX124" fmla="*/ 9686557 w 11413077"/>
              <a:gd name="connsiteY124" fmla="*/ 508727 h 801151"/>
              <a:gd name="connsiteX125" fmla="*/ 9842691 w 11413077"/>
              <a:gd name="connsiteY125" fmla="*/ 302918 h 801151"/>
              <a:gd name="connsiteX126" fmla="*/ 9979964 w 11413077"/>
              <a:gd name="connsiteY126" fmla="*/ 434172 h 801151"/>
              <a:gd name="connsiteX127" fmla="*/ 10067462 w 11413077"/>
              <a:gd name="connsiteY127" fmla="*/ 413341 h 801151"/>
              <a:gd name="connsiteX128" fmla="*/ 9844911 w 11413077"/>
              <a:gd name="connsiteY128" fmla="*/ 225387 h 801151"/>
              <a:gd name="connsiteX129" fmla="*/ 10644449 w 11413077"/>
              <a:gd name="connsiteY129" fmla="*/ 225387 h 801151"/>
              <a:gd name="connsiteX130" fmla="*/ 10489424 w 11413077"/>
              <a:gd name="connsiteY130" fmla="*/ 320617 h 801151"/>
              <a:gd name="connsiteX131" fmla="*/ 10489424 w 11413077"/>
              <a:gd name="connsiteY131" fmla="*/ 236351 h 801151"/>
              <a:gd name="connsiteX132" fmla="*/ 10397486 w 11413077"/>
              <a:gd name="connsiteY132" fmla="*/ 236351 h 801151"/>
              <a:gd name="connsiteX133" fmla="*/ 10397486 w 11413077"/>
              <a:gd name="connsiteY133" fmla="*/ 783609 h 801151"/>
              <a:gd name="connsiteX134" fmla="*/ 10489424 w 11413077"/>
              <a:gd name="connsiteY134" fmla="*/ 783609 h 801151"/>
              <a:gd name="connsiteX135" fmla="*/ 10489424 w 11413077"/>
              <a:gd name="connsiteY135" fmla="*/ 423522 h 801151"/>
              <a:gd name="connsiteX136" fmla="*/ 10610211 w 11413077"/>
              <a:gd name="connsiteY136" fmla="*/ 295557 h 801151"/>
              <a:gd name="connsiteX137" fmla="*/ 10729888 w 11413077"/>
              <a:gd name="connsiteY137" fmla="*/ 423522 h 801151"/>
              <a:gd name="connsiteX138" fmla="*/ 10729888 w 11413077"/>
              <a:gd name="connsiteY138" fmla="*/ 783609 h 801151"/>
              <a:gd name="connsiteX139" fmla="*/ 10821825 w 11413077"/>
              <a:gd name="connsiteY139" fmla="*/ 783609 h 801151"/>
              <a:gd name="connsiteX140" fmla="*/ 10821825 w 11413077"/>
              <a:gd name="connsiteY140" fmla="*/ 404883 h 801151"/>
              <a:gd name="connsiteX141" fmla="*/ 10644449 w 11413077"/>
              <a:gd name="connsiteY141" fmla="*/ 225387 h 801151"/>
              <a:gd name="connsiteX142" fmla="*/ 11036293 w 11413077"/>
              <a:gd name="connsiteY142" fmla="*/ 450775 h 801151"/>
              <a:gd name="connsiteX143" fmla="*/ 11185771 w 11413077"/>
              <a:gd name="connsiteY143" fmla="*/ 299786 h 801151"/>
              <a:gd name="connsiteX144" fmla="*/ 11319713 w 11413077"/>
              <a:gd name="connsiteY144" fmla="*/ 450775 h 801151"/>
              <a:gd name="connsiteX145" fmla="*/ 11036293 w 11413077"/>
              <a:gd name="connsiteY145" fmla="*/ 450775 h 801151"/>
              <a:gd name="connsiteX146" fmla="*/ 11185929 w 11413077"/>
              <a:gd name="connsiteY146" fmla="*/ 225387 h 801151"/>
              <a:gd name="connsiteX147" fmla="*/ 10937856 w 11413077"/>
              <a:gd name="connsiteY147" fmla="*/ 514366 h 801151"/>
              <a:gd name="connsiteX148" fmla="*/ 11185929 w 11413077"/>
              <a:gd name="connsiteY148" fmla="*/ 794573 h 801151"/>
              <a:gd name="connsiteX149" fmla="*/ 11411810 w 11413077"/>
              <a:gd name="connsiteY149" fmla="*/ 616174 h 801151"/>
              <a:gd name="connsiteX150" fmla="*/ 11327639 w 11413077"/>
              <a:gd name="connsiteY150" fmla="*/ 594246 h 801151"/>
              <a:gd name="connsiteX151" fmla="*/ 11194806 w 11413077"/>
              <a:gd name="connsiteY151" fmla="*/ 717825 h 801151"/>
              <a:gd name="connsiteX152" fmla="*/ 11033123 w 11413077"/>
              <a:gd name="connsiteY152" fmla="*/ 515305 h 801151"/>
              <a:gd name="connsiteX153" fmla="*/ 11413077 w 11413077"/>
              <a:gd name="connsiteY153" fmla="*/ 515305 h 801151"/>
              <a:gd name="connsiteX154" fmla="*/ 11413077 w 11413077"/>
              <a:gd name="connsiteY154" fmla="*/ 484606 h 801151"/>
              <a:gd name="connsiteX155" fmla="*/ 11185929 w 11413077"/>
              <a:gd name="connsiteY155" fmla="*/ 225387 h 801151"/>
              <a:gd name="connsiteX156" fmla="*/ 5470751 w 11413077"/>
              <a:gd name="connsiteY156" fmla="*/ 83169 h 801151"/>
              <a:gd name="connsiteX157" fmla="*/ 5378814 w 11413077"/>
              <a:gd name="connsiteY157" fmla="*/ 105097 h 801151"/>
              <a:gd name="connsiteX158" fmla="*/ 5378814 w 11413077"/>
              <a:gd name="connsiteY158" fmla="*/ 236351 h 801151"/>
              <a:gd name="connsiteX159" fmla="*/ 5272452 w 11413077"/>
              <a:gd name="connsiteY159" fmla="*/ 236351 h 801151"/>
              <a:gd name="connsiteX160" fmla="*/ 5272452 w 11413077"/>
              <a:gd name="connsiteY160" fmla="*/ 306364 h 801151"/>
              <a:gd name="connsiteX161" fmla="*/ 5378814 w 11413077"/>
              <a:gd name="connsiteY161" fmla="*/ 306364 h 801151"/>
              <a:gd name="connsiteX162" fmla="*/ 5378814 w 11413077"/>
              <a:gd name="connsiteY162" fmla="*/ 641234 h 801151"/>
              <a:gd name="connsiteX163" fmla="*/ 5530511 w 11413077"/>
              <a:gd name="connsiteY163" fmla="*/ 794416 h 801151"/>
              <a:gd name="connsiteX164" fmla="*/ 5649078 w 11413077"/>
              <a:gd name="connsiteY164" fmla="*/ 760428 h 801151"/>
              <a:gd name="connsiteX165" fmla="*/ 5623558 w 11413077"/>
              <a:gd name="connsiteY165" fmla="*/ 694801 h 801151"/>
              <a:gd name="connsiteX166" fmla="*/ 5542716 w 11413077"/>
              <a:gd name="connsiteY166" fmla="*/ 717825 h 801151"/>
              <a:gd name="connsiteX167" fmla="*/ 5470751 w 11413077"/>
              <a:gd name="connsiteY167" fmla="*/ 626981 h 801151"/>
              <a:gd name="connsiteX168" fmla="*/ 5470751 w 11413077"/>
              <a:gd name="connsiteY168" fmla="*/ 306364 h 801151"/>
              <a:gd name="connsiteX169" fmla="*/ 5634654 w 11413077"/>
              <a:gd name="connsiteY169" fmla="*/ 306364 h 801151"/>
              <a:gd name="connsiteX170" fmla="*/ 5634654 w 11413077"/>
              <a:gd name="connsiteY170" fmla="*/ 236351 h 801151"/>
              <a:gd name="connsiteX171" fmla="*/ 5470751 w 11413077"/>
              <a:gd name="connsiteY171" fmla="*/ 236351 h 801151"/>
              <a:gd name="connsiteX172" fmla="*/ 5470751 w 11413077"/>
              <a:gd name="connsiteY172" fmla="*/ 83169 h 801151"/>
              <a:gd name="connsiteX173" fmla="*/ 2397823 w 11413077"/>
              <a:gd name="connsiteY173" fmla="*/ 17386 h 801151"/>
              <a:gd name="connsiteX174" fmla="*/ 2301447 w 11413077"/>
              <a:gd name="connsiteY174" fmla="*/ 17386 h 801151"/>
              <a:gd name="connsiteX175" fmla="*/ 2301447 w 11413077"/>
              <a:gd name="connsiteY175" fmla="*/ 783452 h 801151"/>
              <a:gd name="connsiteX176" fmla="*/ 2397823 w 11413077"/>
              <a:gd name="connsiteY176" fmla="*/ 783452 h 801151"/>
              <a:gd name="connsiteX177" fmla="*/ 2397823 w 11413077"/>
              <a:gd name="connsiteY177" fmla="*/ 17386 h 801151"/>
              <a:gd name="connsiteX178" fmla="*/ 8064337 w 11413077"/>
              <a:gd name="connsiteY178" fmla="*/ 17386 h 801151"/>
              <a:gd name="connsiteX179" fmla="*/ 7918188 w 11413077"/>
              <a:gd name="connsiteY179" fmla="*/ 17386 h 801151"/>
              <a:gd name="connsiteX180" fmla="*/ 7688979 w 11413077"/>
              <a:gd name="connsiteY180" fmla="*/ 634656 h 801151"/>
              <a:gd name="connsiteX181" fmla="*/ 7458501 w 11413077"/>
              <a:gd name="connsiteY181" fmla="*/ 17386 h 801151"/>
              <a:gd name="connsiteX182" fmla="*/ 7305695 w 11413077"/>
              <a:gd name="connsiteY182" fmla="*/ 17386 h 801151"/>
              <a:gd name="connsiteX183" fmla="*/ 7305695 w 11413077"/>
              <a:gd name="connsiteY183" fmla="*/ 783452 h 801151"/>
              <a:gd name="connsiteX184" fmla="*/ 7402071 w 11413077"/>
              <a:gd name="connsiteY184" fmla="*/ 783452 h 801151"/>
              <a:gd name="connsiteX185" fmla="*/ 7402071 w 11413077"/>
              <a:gd name="connsiteY185" fmla="*/ 123579 h 801151"/>
              <a:gd name="connsiteX186" fmla="*/ 7649034 w 11413077"/>
              <a:gd name="connsiteY186" fmla="*/ 783452 h 801151"/>
              <a:gd name="connsiteX187" fmla="*/ 7723217 w 11413077"/>
              <a:gd name="connsiteY187" fmla="*/ 783452 h 801151"/>
              <a:gd name="connsiteX188" fmla="*/ 7967961 w 11413077"/>
              <a:gd name="connsiteY188" fmla="*/ 122483 h 801151"/>
              <a:gd name="connsiteX189" fmla="*/ 7967961 w 11413077"/>
              <a:gd name="connsiteY189" fmla="*/ 783452 h 801151"/>
              <a:gd name="connsiteX190" fmla="*/ 8064337 w 11413077"/>
              <a:gd name="connsiteY190" fmla="*/ 783452 h 801151"/>
              <a:gd name="connsiteX191" fmla="*/ 8064337 w 11413077"/>
              <a:gd name="connsiteY191" fmla="*/ 17386 h 801151"/>
              <a:gd name="connsiteX192" fmla="*/ 9007646 w 11413077"/>
              <a:gd name="connsiteY192" fmla="*/ 716729 h 801151"/>
              <a:gd name="connsiteX193" fmla="*/ 8855949 w 11413077"/>
              <a:gd name="connsiteY193" fmla="*/ 509823 h 801151"/>
              <a:gd name="connsiteX194" fmla="*/ 9007646 w 11413077"/>
              <a:gd name="connsiteY194" fmla="*/ 302918 h 801151"/>
              <a:gd name="connsiteX195" fmla="*/ 9159343 w 11413077"/>
              <a:gd name="connsiteY195" fmla="*/ 509823 h 801151"/>
              <a:gd name="connsiteX196" fmla="*/ 9007646 w 11413077"/>
              <a:gd name="connsiteY196" fmla="*/ 716729 h 801151"/>
              <a:gd name="connsiteX197" fmla="*/ 9249219 w 11413077"/>
              <a:gd name="connsiteY197" fmla="*/ 17386 h 801151"/>
              <a:gd name="connsiteX198" fmla="*/ 9157282 w 11413077"/>
              <a:gd name="connsiteY198" fmla="*/ 17386 h 801151"/>
              <a:gd name="connsiteX199" fmla="*/ 9157282 w 11413077"/>
              <a:gd name="connsiteY199" fmla="*/ 341292 h 801151"/>
              <a:gd name="connsiteX200" fmla="*/ 8992271 w 11413077"/>
              <a:gd name="connsiteY200" fmla="*/ 225231 h 801151"/>
              <a:gd name="connsiteX201" fmla="*/ 8759732 w 11413077"/>
              <a:gd name="connsiteY201" fmla="*/ 513113 h 801151"/>
              <a:gd name="connsiteX202" fmla="*/ 8984504 w 11413077"/>
              <a:gd name="connsiteY202" fmla="*/ 794416 h 801151"/>
              <a:gd name="connsiteX203" fmla="*/ 9157282 w 11413077"/>
              <a:gd name="connsiteY203" fmla="*/ 672873 h 801151"/>
              <a:gd name="connsiteX204" fmla="*/ 9157282 w 11413077"/>
              <a:gd name="connsiteY204" fmla="*/ 714536 h 801151"/>
              <a:gd name="connsiteX205" fmla="*/ 9162831 w 11413077"/>
              <a:gd name="connsiteY205" fmla="*/ 783452 h 801151"/>
              <a:gd name="connsiteX206" fmla="*/ 9255878 w 11413077"/>
              <a:gd name="connsiteY206" fmla="*/ 783452 h 801151"/>
              <a:gd name="connsiteX207" fmla="*/ 9249219 w 11413077"/>
              <a:gd name="connsiteY207" fmla="*/ 669584 h 801151"/>
              <a:gd name="connsiteX208" fmla="*/ 9249219 w 11413077"/>
              <a:gd name="connsiteY208" fmla="*/ 17386 h 801151"/>
              <a:gd name="connsiteX209" fmla="*/ 5784131 w 11413077"/>
              <a:gd name="connsiteY209" fmla="*/ 1096 h 801151"/>
              <a:gd name="connsiteX210" fmla="*/ 5718824 w 11413077"/>
              <a:gd name="connsiteY210" fmla="*/ 65627 h 801151"/>
              <a:gd name="connsiteX211" fmla="*/ 5784131 w 11413077"/>
              <a:gd name="connsiteY211" fmla="*/ 129061 h 801151"/>
              <a:gd name="connsiteX212" fmla="*/ 5848329 w 11413077"/>
              <a:gd name="connsiteY212" fmla="*/ 65627 h 801151"/>
              <a:gd name="connsiteX213" fmla="*/ 5784131 w 11413077"/>
              <a:gd name="connsiteY213" fmla="*/ 1096 h 801151"/>
              <a:gd name="connsiteX214" fmla="*/ 9428497 w 11413077"/>
              <a:gd name="connsiteY214" fmla="*/ 1096 h 801151"/>
              <a:gd name="connsiteX215" fmla="*/ 9363190 w 11413077"/>
              <a:gd name="connsiteY215" fmla="*/ 65627 h 801151"/>
              <a:gd name="connsiteX216" fmla="*/ 9428497 w 11413077"/>
              <a:gd name="connsiteY216" fmla="*/ 129061 h 801151"/>
              <a:gd name="connsiteX217" fmla="*/ 9492696 w 11413077"/>
              <a:gd name="connsiteY217" fmla="*/ 65627 h 801151"/>
              <a:gd name="connsiteX218" fmla="*/ 9428497 w 11413077"/>
              <a:gd name="connsiteY218" fmla="*/ 1096 h 801151"/>
              <a:gd name="connsiteX219" fmla="*/ 10219159 w 11413077"/>
              <a:gd name="connsiteY219" fmla="*/ 1096 h 801151"/>
              <a:gd name="connsiteX220" fmla="*/ 10153852 w 11413077"/>
              <a:gd name="connsiteY220" fmla="*/ 65627 h 801151"/>
              <a:gd name="connsiteX221" fmla="*/ 10219159 w 11413077"/>
              <a:gd name="connsiteY221" fmla="*/ 129061 h 801151"/>
              <a:gd name="connsiteX222" fmla="*/ 10283358 w 11413077"/>
              <a:gd name="connsiteY222" fmla="*/ 65627 h 801151"/>
              <a:gd name="connsiteX223" fmla="*/ 10219159 w 11413077"/>
              <a:gd name="connsiteY223" fmla="*/ 1096 h 801151"/>
              <a:gd name="connsiteX224" fmla="*/ 1651545 w 11413077"/>
              <a:gd name="connsiteY224" fmla="*/ 800994 h 801151"/>
              <a:gd name="connsiteX225" fmla="*/ 1908494 w 11413077"/>
              <a:gd name="connsiteY225" fmla="*/ 548197 h 801151"/>
              <a:gd name="connsiteX226" fmla="*/ 1908494 w 11413077"/>
              <a:gd name="connsiteY226" fmla="*/ 17542 h 801151"/>
              <a:gd name="connsiteX227" fmla="*/ 1771222 w 11413077"/>
              <a:gd name="connsiteY227" fmla="*/ 17542 h 801151"/>
              <a:gd name="connsiteX228" fmla="*/ 1771222 w 11413077"/>
              <a:gd name="connsiteY228" fmla="*/ 583282 h 801151"/>
              <a:gd name="connsiteX229" fmla="*/ 1651545 w 11413077"/>
              <a:gd name="connsiteY229" fmla="*/ 729885 h 801151"/>
              <a:gd name="connsiteX230" fmla="*/ 1531867 w 11413077"/>
              <a:gd name="connsiteY230" fmla="*/ 572318 h 801151"/>
              <a:gd name="connsiteX231" fmla="*/ 1531867 w 11413077"/>
              <a:gd name="connsiteY231" fmla="*/ 467221 h 801151"/>
              <a:gd name="connsiteX232" fmla="*/ 1394595 w 11413077"/>
              <a:gd name="connsiteY232" fmla="*/ 501209 h 801151"/>
              <a:gd name="connsiteX233" fmla="*/ 1394595 w 11413077"/>
              <a:gd name="connsiteY233" fmla="*/ 548197 h 801151"/>
              <a:gd name="connsiteX234" fmla="*/ 1651545 w 11413077"/>
              <a:gd name="connsiteY234" fmla="*/ 800994 h 801151"/>
              <a:gd name="connsiteX235" fmla="*/ 920642 w 11413077"/>
              <a:gd name="connsiteY235" fmla="*/ 721114 h 801151"/>
              <a:gd name="connsiteX236" fmla="*/ 748973 w 11413077"/>
              <a:gd name="connsiteY236" fmla="*/ 544908 h 801151"/>
              <a:gd name="connsiteX237" fmla="*/ 816499 w 11413077"/>
              <a:gd name="connsiteY237" fmla="*/ 405979 h 801151"/>
              <a:gd name="connsiteX238" fmla="*/ 1066791 w 11413077"/>
              <a:gd name="connsiteY238" fmla="*/ 676319 h 801151"/>
              <a:gd name="connsiteX239" fmla="*/ 920642 w 11413077"/>
              <a:gd name="connsiteY239" fmla="*/ 721114 h 801151"/>
              <a:gd name="connsiteX240" fmla="*/ 1054585 w 11413077"/>
              <a:gd name="connsiteY240" fmla="*/ 329388 h 801151"/>
              <a:gd name="connsiteX241" fmla="*/ 1199625 w 11413077"/>
              <a:gd name="connsiteY241" fmla="*/ 469413 h 801151"/>
              <a:gd name="connsiteX242" fmla="*/ 1164118 w 11413077"/>
              <a:gd name="connsiteY242" fmla="*/ 586571 h 801151"/>
              <a:gd name="connsiteX243" fmla="*/ 947114 w 11413077"/>
              <a:gd name="connsiteY243" fmla="*/ 350220 h 801151"/>
              <a:gd name="connsiteX244" fmla="*/ 1054585 w 11413077"/>
              <a:gd name="connsiteY244" fmla="*/ 329388 h 801151"/>
              <a:gd name="connsiteX245" fmla="*/ 920642 w 11413077"/>
              <a:gd name="connsiteY245" fmla="*/ 57952 h 801151"/>
              <a:gd name="connsiteX246" fmla="*/ 1024785 w 11413077"/>
              <a:gd name="connsiteY246" fmla="*/ 163050 h 801151"/>
              <a:gd name="connsiteX247" fmla="*/ 917313 w 11413077"/>
              <a:gd name="connsiteY247" fmla="*/ 318424 h 801151"/>
              <a:gd name="connsiteX248" fmla="*/ 869760 w 11413077"/>
              <a:gd name="connsiteY248" fmla="*/ 265954 h 801151"/>
              <a:gd name="connsiteX249" fmla="*/ 815548 w 11413077"/>
              <a:gd name="connsiteY249" fmla="*/ 157568 h 801151"/>
              <a:gd name="connsiteX250" fmla="*/ 920642 w 11413077"/>
              <a:gd name="connsiteY250" fmla="*/ 57952 h 801151"/>
              <a:gd name="connsiteX251" fmla="*/ 1198515 w 11413077"/>
              <a:gd name="connsiteY251" fmla="*/ 623692 h 801151"/>
              <a:gd name="connsiteX252" fmla="*/ 1292672 w 11413077"/>
              <a:gd name="connsiteY252" fmla="*/ 410208 h 801151"/>
              <a:gd name="connsiteX253" fmla="*/ 1147632 w 11413077"/>
              <a:gd name="connsiteY253" fmla="*/ 271279 h 801151"/>
              <a:gd name="connsiteX254" fmla="*/ 1014799 w 11413077"/>
              <a:gd name="connsiteY254" fmla="*/ 297593 h 801151"/>
              <a:gd name="connsiteX255" fmla="*/ 1012580 w 11413077"/>
              <a:gd name="connsiteY255" fmla="*/ 293207 h 801151"/>
              <a:gd name="connsiteX256" fmla="*/ 1132257 w 11413077"/>
              <a:gd name="connsiteY256" fmla="*/ 148796 h 801151"/>
              <a:gd name="connsiteX257" fmla="*/ 923971 w 11413077"/>
              <a:gd name="connsiteY257" fmla="*/ 0 h 801151"/>
              <a:gd name="connsiteX258" fmla="*/ 695871 w 11413077"/>
              <a:gd name="connsiteY258" fmla="*/ 189363 h 801151"/>
              <a:gd name="connsiteX259" fmla="*/ 784480 w 11413077"/>
              <a:gd name="connsiteY259" fmla="*/ 372148 h 801151"/>
              <a:gd name="connsiteX260" fmla="*/ 785589 w 11413077"/>
              <a:gd name="connsiteY260" fmla="*/ 374340 h 801151"/>
              <a:gd name="connsiteX261" fmla="*/ 627235 w 11413077"/>
              <a:gd name="connsiteY261" fmla="*/ 594246 h 801151"/>
              <a:gd name="connsiteX262" fmla="*/ 849787 w 11413077"/>
              <a:gd name="connsiteY262" fmla="*/ 801151 h 801151"/>
              <a:gd name="connsiteX263" fmla="*/ 1100079 w 11413077"/>
              <a:gd name="connsiteY263" fmla="*/ 712500 h 801151"/>
              <a:gd name="connsiteX264" fmla="*/ 1166496 w 11413077"/>
              <a:gd name="connsiteY264" fmla="*/ 783609 h 801151"/>
              <a:gd name="connsiteX265" fmla="*/ 1340384 w 11413077"/>
              <a:gd name="connsiteY265" fmla="*/ 783609 h 801151"/>
              <a:gd name="connsiteX266" fmla="*/ 1340384 w 11413077"/>
              <a:gd name="connsiteY266" fmla="*/ 778127 h 801151"/>
              <a:gd name="connsiteX267" fmla="*/ 1198515 w 11413077"/>
              <a:gd name="connsiteY267" fmla="*/ 623692 h 801151"/>
              <a:gd name="connsiteX268" fmla="*/ 256949 w 11413077"/>
              <a:gd name="connsiteY268" fmla="*/ 800994 h 801151"/>
              <a:gd name="connsiteX269" fmla="*/ 513898 w 11413077"/>
              <a:gd name="connsiteY269" fmla="*/ 548197 h 801151"/>
              <a:gd name="connsiteX270" fmla="*/ 513898 w 11413077"/>
              <a:gd name="connsiteY270" fmla="*/ 17542 h 801151"/>
              <a:gd name="connsiteX271" fmla="*/ 376626 w 11413077"/>
              <a:gd name="connsiteY271" fmla="*/ 17542 h 801151"/>
              <a:gd name="connsiteX272" fmla="*/ 376626 w 11413077"/>
              <a:gd name="connsiteY272" fmla="*/ 583282 h 801151"/>
              <a:gd name="connsiteX273" fmla="*/ 256949 w 11413077"/>
              <a:gd name="connsiteY273" fmla="*/ 729885 h 801151"/>
              <a:gd name="connsiteX274" fmla="*/ 137272 w 11413077"/>
              <a:gd name="connsiteY274" fmla="*/ 572318 h 801151"/>
              <a:gd name="connsiteX275" fmla="*/ 137272 w 11413077"/>
              <a:gd name="connsiteY275" fmla="*/ 467221 h 801151"/>
              <a:gd name="connsiteX276" fmla="*/ 0 w 11413077"/>
              <a:gd name="connsiteY276" fmla="*/ 501209 h 801151"/>
              <a:gd name="connsiteX277" fmla="*/ 0 w 11413077"/>
              <a:gd name="connsiteY277" fmla="*/ 548197 h 801151"/>
              <a:gd name="connsiteX278" fmla="*/ 256949 w 11413077"/>
              <a:gd name="connsiteY278" fmla="*/ 800994 h 801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Lst>
            <a:rect l="l" t="t" r="r" b="b"/>
            <a:pathLst>
              <a:path w="11413077" h="801151">
                <a:moveTo>
                  <a:pt x="4672481" y="236351"/>
                </a:moveTo>
                <a:lnTo>
                  <a:pt x="4578324" y="236351"/>
                </a:lnTo>
                <a:lnTo>
                  <a:pt x="4436614" y="678512"/>
                </a:lnTo>
                <a:lnTo>
                  <a:pt x="4293794" y="236351"/>
                </a:lnTo>
                <a:lnTo>
                  <a:pt x="4196308" y="236351"/>
                </a:lnTo>
                <a:lnTo>
                  <a:pt x="4376855" y="783609"/>
                </a:lnTo>
                <a:lnTo>
                  <a:pt x="4492093" y="783609"/>
                </a:lnTo>
                <a:lnTo>
                  <a:pt x="4672481" y="236351"/>
                </a:lnTo>
                <a:moveTo>
                  <a:pt x="5829624" y="236351"/>
                </a:moveTo>
                <a:lnTo>
                  <a:pt x="5737687" y="236351"/>
                </a:lnTo>
                <a:lnTo>
                  <a:pt x="5737687" y="783609"/>
                </a:lnTo>
                <a:lnTo>
                  <a:pt x="5829624" y="783609"/>
                </a:lnTo>
                <a:lnTo>
                  <a:pt x="5829624" y="236351"/>
                </a:lnTo>
                <a:close/>
                <a:moveTo>
                  <a:pt x="6394405" y="236351"/>
                </a:moveTo>
                <a:lnTo>
                  <a:pt x="6300249" y="236351"/>
                </a:lnTo>
                <a:lnTo>
                  <a:pt x="6158538" y="678512"/>
                </a:lnTo>
                <a:lnTo>
                  <a:pt x="6015718" y="236351"/>
                </a:lnTo>
                <a:lnTo>
                  <a:pt x="5918233" y="236351"/>
                </a:lnTo>
                <a:lnTo>
                  <a:pt x="6098779" y="783609"/>
                </a:lnTo>
                <a:lnTo>
                  <a:pt x="6214018" y="783609"/>
                </a:lnTo>
                <a:lnTo>
                  <a:pt x="6394405" y="236351"/>
                </a:lnTo>
                <a:moveTo>
                  <a:pt x="9473991" y="236351"/>
                </a:moveTo>
                <a:lnTo>
                  <a:pt x="9382053" y="236351"/>
                </a:lnTo>
                <a:lnTo>
                  <a:pt x="9382053" y="783609"/>
                </a:lnTo>
                <a:lnTo>
                  <a:pt x="9473991" y="783609"/>
                </a:lnTo>
                <a:lnTo>
                  <a:pt x="9473991" y="236351"/>
                </a:lnTo>
                <a:close/>
                <a:moveTo>
                  <a:pt x="10264494" y="236351"/>
                </a:moveTo>
                <a:lnTo>
                  <a:pt x="10172556" y="236351"/>
                </a:lnTo>
                <a:lnTo>
                  <a:pt x="10172556" y="783609"/>
                </a:lnTo>
                <a:lnTo>
                  <a:pt x="10264494" y="783609"/>
                </a:lnTo>
                <a:lnTo>
                  <a:pt x="10264494" y="236351"/>
                </a:lnTo>
                <a:close/>
                <a:moveTo>
                  <a:pt x="2788874" y="225387"/>
                </a:moveTo>
                <a:cubicBezTo>
                  <a:pt x="2710251" y="225387"/>
                  <a:pt x="2656040" y="262665"/>
                  <a:pt x="2633848" y="320617"/>
                </a:cubicBezTo>
                <a:lnTo>
                  <a:pt x="2633848" y="236351"/>
                </a:lnTo>
                <a:lnTo>
                  <a:pt x="2541911" y="236351"/>
                </a:lnTo>
                <a:lnTo>
                  <a:pt x="2541911" y="783609"/>
                </a:lnTo>
                <a:lnTo>
                  <a:pt x="2633848" y="783609"/>
                </a:lnTo>
                <a:lnTo>
                  <a:pt x="2633848" y="423522"/>
                </a:lnTo>
                <a:cubicBezTo>
                  <a:pt x="2633848" y="346931"/>
                  <a:pt x="2672684" y="295557"/>
                  <a:pt x="2754635" y="295557"/>
                </a:cubicBezTo>
                <a:cubicBezTo>
                  <a:pt x="2835476" y="295557"/>
                  <a:pt x="2874312" y="346931"/>
                  <a:pt x="2874312" y="423522"/>
                </a:cubicBezTo>
                <a:lnTo>
                  <a:pt x="2874312" y="783609"/>
                </a:lnTo>
                <a:lnTo>
                  <a:pt x="2966249" y="783609"/>
                </a:lnTo>
                <a:lnTo>
                  <a:pt x="2966249" y="404883"/>
                </a:lnTo>
                <a:cubicBezTo>
                  <a:pt x="2966091" y="301978"/>
                  <a:pt x="2900625" y="225387"/>
                  <a:pt x="2788874" y="225387"/>
                </a:cubicBezTo>
                <a:moveTo>
                  <a:pt x="3345887" y="225387"/>
                </a:moveTo>
                <a:cubicBezTo>
                  <a:pt x="3267265" y="225387"/>
                  <a:pt x="3213054" y="262665"/>
                  <a:pt x="3190862" y="320617"/>
                </a:cubicBezTo>
                <a:lnTo>
                  <a:pt x="3190862" y="236351"/>
                </a:lnTo>
                <a:lnTo>
                  <a:pt x="3098925" y="236351"/>
                </a:lnTo>
                <a:lnTo>
                  <a:pt x="3098925" y="783609"/>
                </a:lnTo>
                <a:lnTo>
                  <a:pt x="3190862" y="783609"/>
                </a:lnTo>
                <a:lnTo>
                  <a:pt x="3190862" y="423522"/>
                </a:lnTo>
                <a:cubicBezTo>
                  <a:pt x="3190862" y="346931"/>
                  <a:pt x="3229698" y="295557"/>
                  <a:pt x="3311649" y="295557"/>
                </a:cubicBezTo>
                <a:cubicBezTo>
                  <a:pt x="3392490" y="295557"/>
                  <a:pt x="3431326" y="346931"/>
                  <a:pt x="3431326" y="423522"/>
                </a:cubicBezTo>
                <a:lnTo>
                  <a:pt x="3431326" y="783609"/>
                </a:lnTo>
                <a:lnTo>
                  <a:pt x="3523263" y="783609"/>
                </a:lnTo>
                <a:lnTo>
                  <a:pt x="3523263" y="404883"/>
                </a:lnTo>
                <a:cubicBezTo>
                  <a:pt x="3523105" y="301978"/>
                  <a:pt x="3457639" y="225387"/>
                  <a:pt x="3345887" y="225387"/>
                </a:cubicBezTo>
                <a:moveTo>
                  <a:pt x="3892915" y="716729"/>
                </a:moveTo>
                <a:cubicBezTo>
                  <a:pt x="3799868" y="716729"/>
                  <a:pt x="3735671" y="651102"/>
                  <a:pt x="3735671" y="509823"/>
                </a:cubicBezTo>
                <a:cubicBezTo>
                  <a:pt x="3735671" y="367605"/>
                  <a:pt x="3798759" y="302918"/>
                  <a:pt x="3892915" y="302918"/>
                </a:cubicBezTo>
                <a:cubicBezTo>
                  <a:pt x="3985962" y="302918"/>
                  <a:pt x="4050160" y="367449"/>
                  <a:pt x="4050160" y="509823"/>
                </a:cubicBezTo>
                <a:cubicBezTo>
                  <a:pt x="4050160" y="651102"/>
                  <a:pt x="3988023" y="716729"/>
                  <a:pt x="3892915" y="716729"/>
                </a:cubicBezTo>
                <a:moveTo>
                  <a:pt x="3897195" y="225387"/>
                </a:moveTo>
                <a:cubicBezTo>
                  <a:pt x="3731074" y="225387"/>
                  <a:pt x="3639136" y="345834"/>
                  <a:pt x="3639136" y="516558"/>
                </a:cubicBezTo>
                <a:cubicBezTo>
                  <a:pt x="3639136" y="689476"/>
                  <a:pt x="3733293" y="794573"/>
                  <a:pt x="3888318" y="794573"/>
                </a:cubicBezTo>
                <a:cubicBezTo>
                  <a:pt x="4055549" y="794573"/>
                  <a:pt x="4146377" y="674126"/>
                  <a:pt x="4146377" y="503402"/>
                </a:cubicBezTo>
                <a:cubicBezTo>
                  <a:pt x="4146536" y="330485"/>
                  <a:pt x="4053489" y="225387"/>
                  <a:pt x="3897195" y="225387"/>
                </a:cubicBezTo>
                <a:moveTo>
                  <a:pt x="4953682" y="728789"/>
                </a:moveTo>
                <a:cubicBezTo>
                  <a:pt x="4890595" y="728789"/>
                  <a:pt x="4847321" y="693704"/>
                  <a:pt x="4847321" y="632463"/>
                </a:cubicBezTo>
                <a:cubicBezTo>
                  <a:pt x="4847321" y="581089"/>
                  <a:pt x="4877280" y="555872"/>
                  <a:pt x="4940367" y="540522"/>
                </a:cubicBezTo>
                <a:lnTo>
                  <a:pt x="5007894" y="524077"/>
                </a:lnTo>
                <a:cubicBezTo>
                  <a:pt x="5050058" y="514209"/>
                  <a:pt x="5073201" y="507631"/>
                  <a:pt x="5082078" y="499956"/>
                </a:cubicBezTo>
                <a:lnTo>
                  <a:pt x="5082078" y="606150"/>
                </a:lnTo>
                <a:cubicBezTo>
                  <a:pt x="5082237" y="687283"/>
                  <a:pt x="5025647" y="728789"/>
                  <a:pt x="4953682" y="728789"/>
                </a:cubicBezTo>
                <a:moveTo>
                  <a:pt x="4982532" y="225387"/>
                </a:moveTo>
                <a:cubicBezTo>
                  <a:pt x="4848589" y="225387"/>
                  <a:pt x="4765528" y="305268"/>
                  <a:pt x="4758871" y="400497"/>
                </a:cubicBezTo>
                <a:lnTo>
                  <a:pt x="4844151" y="418040"/>
                </a:lnTo>
                <a:cubicBezTo>
                  <a:pt x="4848589" y="348027"/>
                  <a:pt x="4891704" y="295400"/>
                  <a:pt x="4975875" y="295400"/>
                </a:cubicBezTo>
                <a:cubicBezTo>
                  <a:pt x="5046730" y="295400"/>
                  <a:pt x="5082237" y="333774"/>
                  <a:pt x="5082237" y="397208"/>
                </a:cubicBezTo>
                <a:lnTo>
                  <a:pt x="5082237" y="400497"/>
                </a:lnTo>
                <a:cubicBezTo>
                  <a:pt x="5082237" y="426811"/>
                  <a:pt x="5074470" y="437775"/>
                  <a:pt x="5050058" y="444196"/>
                </a:cubicBezTo>
                <a:lnTo>
                  <a:pt x="4890595" y="483667"/>
                </a:lnTo>
                <a:cubicBezTo>
                  <a:pt x="4805315" y="505594"/>
                  <a:pt x="4755541" y="561354"/>
                  <a:pt x="4755541" y="639041"/>
                </a:cubicBezTo>
                <a:cubicBezTo>
                  <a:pt x="4755541" y="737560"/>
                  <a:pt x="4829726" y="794416"/>
                  <a:pt x="4928321" y="794416"/>
                </a:cubicBezTo>
                <a:cubicBezTo>
                  <a:pt x="5011381" y="794416"/>
                  <a:pt x="5066702" y="754946"/>
                  <a:pt x="5082237" y="700283"/>
                </a:cubicBezTo>
                <a:cubicBezTo>
                  <a:pt x="5084455" y="751657"/>
                  <a:pt x="5088894" y="773585"/>
                  <a:pt x="5093333" y="783452"/>
                </a:cubicBezTo>
                <a:lnTo>
                  <a:pt x="5187489" y="783452"/>
                </a:lnTo>
                <a:cubicBezTo>
                  <a:pt x="5177503" y="754946"/>
                  <a:pt x="5173065" y="715632"/>
                  <a:pt x="5173065" y="669584"/>
                </a:cubicBezTo>
                <a:lnTo>
                  <a:pt x="5173065" y="391726"/>
                </a:lnTo>
                <a:cubicBezTo>
                  <a:pt x="5173065" y="288822"/>
                  <a:pt x="5100941" y="225387"/>
                  <a:pt x="4982532" y="225387"/>
                </a:cubicBezTo>
                <a:moveTo>
                  <a:pt x="6542773" y="450775"/>
                </a:moveTo>
                <a:cubicBezTo>
                  <a:pt x="6554979" y="354449"/>
                  <a:pt x="6604751" y="299786"/>
                  <a:pt x="6692251" y="299786"/>
                </a:cubicBezTo>
                <a:cubicBezTo>
                  <a:pt x="6775311" y="299786"/>
                  <a:pt x="6823975" y="349123"/>
                  <a:pt x="6826194" y="450775"/>
                </a:cubicBezTo>
                <a:lnTo>
                  <a:pt x="6542773" y="450775"/>
                </a:lnTo>
                <a:moveTo>
                  <a:pt x="6692251" y="225387"/>
                </a:moveTo>
                <a:cubicBezTo>
                  <a:pt x="6546102" y="225387"/>
                  <a:pt x="6444178" y="327195"/>
                  <a:pt x="6444178" y="514366"/>
                </a:cubicBezTo>
                <a:cubicBezTo>
                  <a:pt x="6444178" y="693861"/>
                  <a:pt x="6538335" y="794573"/>
                  <a:pt x="6692251" y="794573"/>
                </a:cubicBezTo>
                <a:cubicBezTo>
                  <a:pt x="6818585" y="794573"/>
                  <a:pt x="6898317" y="723464"/>
                  <a:pt x="6918131" y="616174"/>
                </a:cubicBezTo>
                <a:lnTo>
                  <a:pt x="6833961" y="594246"/>
                </a:lnTo>
                <a:cubicBezTo>
                  <a:pt x="6819537" y="686186"/>
                  <a:pt x="6769763" y="717825"/>
                  <a:pt x="6701127" y="717825"/>
                </a:cubicBezTo>
                <a:cubicBezTo>
                  <a:pt x="6591436" y="717825"/>
                  <a:pt x="6542773" y="637945"/>
                  <a:pt x="6539444" y="515305"/>
                </a:cubicBezTo>
                <a:lnTo>
                  <a:pt x="6919399" y="515305"/>
                </a:lnTo>
                <a:lnTo>
                  <a:pt x="6919399" y="484606"/>
                </a:lnTo>
                <a:cubicBezTo>
                  <a:pt x="6919241" y="293207"/>
                  <a:pt x="6814147" y="225387"/>
                  <a:pt x="6692251" y="225387"/>
                </a:cubicBezTo>
                <a:moveTo>
                  <a:pt x="8290217" y="450775"/>
                </a:moveTo>
                <a:cubicBezTo>
                  <a:pt x="8302423" y="354449"/>
                  <a:pt x="8352196" y="299786"/>
                  <a:pt x="8439696" y="299786"/>
                </a:cubicBezTo>
                <a:cubicBezTo>
                  <a:pt x="8522756" y="299786"/>
                  <a:pt x="8571420" y="349123"/>
                  <a:pt x="8573638" y="450775"/>
                </a:cubicBezTo>
                <a:lnTo>
                  <a:pt x="8290217" y="450775"/>
                </a:lnTo>
                <a:moveTo>
                  <a:pt x="8439696" y="225387"/>
                </a:moveTo>
                <a:cubicBezTo>
                  <a:pt x="8293547" y="225387"/>
                  <a:pt x="8191623" y="327195"/>
                  <a:pt x="8191623" y="514366"/>
                </a:cubicBezTo>
                <a:cubicBezTo>
                  <a:pt x="8191623" y="693861"/>
                  <a:pt x="8285780" y="794573"/>
                  <a:pt x="8439696" y="794573"/>
                </a:cubicBezTo>
                <a:cubicBezTo>
                  <a:pt x="8566030" y="794573"/>
                  <a:pt x="8645762" y="723464"/>
                  <a:pt x="8665576" y="616174"/>
                </a:cubicBezTo>
                <a:lnTo>
                  <a:pt x="8581405" y="594246"/>
                </a:lnTo>
                <a:cubicBezTo>
                  <a:pt x="8566981" y="686186"/>
                  <a:pt x="8517208" y="717825"/>
                  <a:pt x="8448572" y="717825"/>
                </a:cubicBezTo>
                <a:cubicBezTo>
                  <a:pt x="8338881" y="717825"/>
                  <a:pt x="8290217" y="637945"/>
                  <a:pt x="8286889" y="515305"/>
                </a:cubicBezTo>
                <a:lnTo>
                  <a:pt x="8666844" y="515305"/>
                </a:lnTo>
                <a:lnTo>
                  <a:pt x="8666844" y="484606"/>
                </a:lnTo>
                <a:cubicBezTo>
                  <a:pt x="8666685" y="293207"/>
                  <a:pt x="8561433" y="225387"/>
                  <a:pt x="8439696" y="225387"/>
                </a:cubicBezTo>
                <a:moveTo>
                  <a:pt x="9844911" y="225387"/>
                </a:moveTo>
                <a:cubicBezTo>
                  <a:pt x="9693214" y="225387"/>
                  <a:pt x="9590181" y="330485"/>
                  <a:pt x="9590181" y="515462"/>
                </a:cubicBezTo>
                <a:cubicBezTo>
                  <a:pt x="9590181" y="697150"/>
                  <a:pt x="9690994" y="794573"/>
                  <a:pt x="9840473" y="794573"/>
                </a:cubicBezTo>
                <a:cubicBezTo>
                  <a:pt x="9975525" y="794573"/>
                  <a:pt x="10052087" y="712500"/>
                  <a:pt x="10067462" y="599728"/>
                </a:cubicBezTo>
                <a:lnTo>
                  <a:pt x="9979964" y="578896"/>
                </a:lnTo>
                <a:cubicBezTo>
                  <a:pt x="9964429" y="681801"/>
                  <a:pt x="9920204" y="716729"/>
                  <a:pt x="9847130" y="716729"/>
                </a:cubicBezTo>
                <a:cubicBezTo>
                  <a:pt x="9740768" y="716729"/>
                  <a:pt x="9686557" y="640138"/>
                  <a:pt x="9686557" y="508727"/>
                </a:cubicBezTo>
                <a:cubicBezTo>
                  <a:pt x="9686557" y="371991"/>
                  <a:pt x="9744097" y="302918"/>
                  <a:pt x="9842691" y="302918"/>
                </a:cubicBezTo>
                <a:cubicBezTo>
                  <a:pt x="9912437" y="302918"/>
                  <a:pt x="9963478" y="336906"/>
                  <a:pt x="9979964" y="434172"/>
                </a:cubicBezTo>
                <a:lnTo>
                  <a:pt x="10067462" y="413341"/>
                </a:lnTo>
                <a:cubicBezTo>
                  <a:pt x="10051928" y="301978"/>
                  <a:pt x="9975525" y="225387"/>
                  <a:pt x="9844911" y="225387"/>
                </a:cubicBezTo>
                <a:moveTo>
                  <a:pt x="10644449" y="225387"/>
                </a:moveTo>
                <a:cubicBezTo>
                  <a:pt x="10565826" y="225387"/>
                  <a:pt x="10511615" y="262665"/>
                  <a:pt x="10489424" y="320617"/>
                </a:cubicBezTo>
                <a:lnTo>
                  <a:pt x="10489424" y="236351"/>
                </a:lnTo>
                <a:lnTo>
                  <a:pt x="10397486" y="236351"/>
                </a:lnTo>
                <a:lnTo>
                  <a:pt x="10397486" y="783609"/>
                </a:lnTo>
                <a:lnTo>
                  <a:pt x="10489424" y="783609"/>
                </a:lnTo>
                <a:lnTo>
                  <a:pt x="10489424" y="423522"/>
                </a:lnTo>
                <a:cubicBezTo>
                  <a:pt x="10489424" y="346931"/>
                  <a:pt x="10528259" y="295557"/>
                  <a:pt x="10610211" y="295557"/>
                </a:cubicBezTo>
                <a:cubicBezTo>
                  <a:pt x="10691052" y="295557"/>
                  <a:pt x="10729888" y="346931"/>
                  <a:pt x="10729888" y="423522"/>
                </a:cubicBezTo>
                <a:lnTo>
                  <a:pt x="10729888" y="783609"/>
                </a:lnTo>
                <a:lnTo>
                  <a:pt x="10821825" y="783609"/>
                </a:lnTo>
                <a:lnTo>
                  <a:pt x="10821825" y="404883"/>
                </a:lnTo>
                <a:cubicBezTo>
                  <a:pt x="10821666" y="301978"/>
                  <a:pt x="10756200" y="225387"/>
                  <a:pt x="10644449" y="225387"/>
                </a:cubicBezTo>
                <a:moveTo>
                  <a:pt x="11036293" y="450775"/>
                </a:moveTo>
                <a:cubicBezTo>
                  <a:pt x="11048498" y="354449"/>
                  <a:pt x="11098271" y="299786"/>
                  <a:pt x="11185771" y="299786"/>
                </a:cubicBezTo>
                <a:cubicBezTo>
                  <a:pt x="11268831" y="299786"/>
                  <a:pt x="11317495" y="349123"/>
                  <a:pt x="11319713" y="450775"/>
                </a:cubicBezTo>
                <a:lnTo>
                  <a:pt x="11036293" y="450775"/>
                </a:lnTo>
                <a:moveTo>
                  <a:pt x="11185929" y="225387"/>
                </a:moveTo>
                <a:cubicBezTo>
                  <a:pt x="11039780" y="225387"/>
                  <a:pt x="10937856" y="327195"/>
                  <a:pt x="10937856" y="514366"/>
                </a:cubicBezTo>
                <a:cubicBezTo>
                  <a:pt x="10937856" y="693861"/>
                  <a:pt x="11032013" y="794573"/>
                  <a:pt x="11185929" y="794573"/>
                </a:cubicBezTo>
                <a:cubicBezTo>
                  <a:pt x="11312263" y="794573"/>
                  <a:pt x="11391996" y="723464"/>
                  <a:pt x="11411810" y="616174"/>
                </a:cubicBezTo>
                <a:lnTo>
                  <a:pt x="11327639" y="594246"/>
                </a:lnTo>
                <a:cubicBezTo>
                  <a:pt x="11313214" y="686186"/>
                  <a:pt x="11263441" y="717825"/>
                  <a:pt x="11194806" y="717825"/>
                </a:cubicBezTo>
                <a:cubicBezTo>
                  <a:pt x="11085114" y="717825"/>
                  <a:pt x="11036451" y="637945"/>
                  <a:pt x="11033123" y="515305"/>
                </a:cubicBezTo>
                <a:lnTo>
                  <a:pt x="11413077" y="515305"/>
                </a:lnTo>
                <a:lnTo>
                  <a:pt x="11413077" y="484606"/>
                </a:lnTo>
                <a:cubicBezTo>
                  <a:pt x="11412919" y="293207"/>
                  <a:pt x="11307667" y="225387"/>
                  <a:pt x="11185929" y="225387"/>
                </a:cubicBezTo>
                <a:moveTo>
                  <a:pt x="5470751" y="83169"/>
                </a:moveTo>
                <a:lnTo>
                  <a:pt x="5378814" y="105097"/>
                </a:lnTo>
                <a:lnTo>
                  <a:pt x="5378814" y="236351"/>
                </a:lnTo>
                <a:lnTo>
                  <a:pt x="5272452" y="236351"/>
                </a:lnTo>
                <a:lnTo>
                  <a:pt x="5272452" y="306364"/>
                </a:lnTo>
                <a:lnTo>
                  <a:pt x="5378814" y="306364"/>
                </a:lnTo>
                <a:lnTo>
                  <a:pt x="5378814" y="641234"/>
                </a:lnTo>
                <a:cubicBezTo>
                  <a:pt x="5378814" y="730982"/>
                  <a:pt x="5421929" y="794416"/>
                  <a:pt x="5530511" y="794416"/>
                </a:cubicBezTo>
                <a:cubicBezTo>
                  <a:pt x="5584722" y="794416"/>
                  <a:pt x="5631325" y="776874"/>
                  <a:pt x="5649078" y="760428"/>
                </a:cubicBezTo>
                <a:lnTo>
                  <a:pt x="5623558" y="694801"/>
                </a:lnTo>
                <a:cubicBezTo>
                  <a:pt x="5623558" y="694801"/>
                  <a:pt x="5590270" y="717825"/>
                  <a:pt x="5542716" y="717825"/>
                </a:cubicBezTo>
                <a:cubicBezTo>
                  <a:pt x="5492784" y="717825"/>
                  <a:pt x="5470751" y="688222"/>
                  <a:pt x="5470751" y="626981"/>
                </a:cubicBezTo>
                <a:lnTo>
                  <a:pt x="5470751" y="306364"/>
                </a:lnTo>
                <a:lnTo>
                  <a:pt x="5634654" y="306364"/>
                </a:lnTo>
                <a:lnTo>
                  <a:pt x="5634654" y="236351"/>
                </a:lnTo>
                <a:lnTo>
                  <a:pt x="5470751" y="236351"/>
                </a:lnTo>
                <a:lnTo>
                  <a:pt x="5470751" y="83169"/>
                </a:lnTo>
                <a:moveTo>
                  <a:pt x="2397823" y="17386"/>
                </a:moveTo>
                <a:lnTo>
                  <a:pt x="2301447" y="17386"/>
                </a:lnTo>
                <a:lnTo>
                  <a:pt x="2301447" y="783452"/>
                </a:lnTo>
                <a:lnTo>
                  <a:pt x="2397823" y="783452"/>
                </a:lnTo>
                <a:lnTo>
                  <a:pt x="2397823" y="17386"/>
                </a:lnTo>
                <a:close/>
                <a:moveTo>
                  <a:pt x="8064337" y="17386"/>
                </a:moveTo>
                <a:lnTo>
                  <a:pt x="7918188" y="17386"/>
                </a:lnTo>
                <a:lnTo>
                  <a:pt x="7688979" y="634656"/>
                </a:lnTo>
                <a:lnTo>
                  <a:pt x="7458501" y="17386"/>
                </a:lnTo>
                <a:lnTo>
                  <a:pt x="7305695" y="17386"/>
                </a:lnTo>
                <a:lnTo>
                  <a:pt x="7305695" y="783452"/>
                </a:lnTo>
                <a:lnTo>
                  <a:pt x="7402071" y="783452"/>
                </a:lnTo>
                <a:lnTo>
                  <a:pt x="7402071" y="123579"/>
                </a:lnTo>
                <a:lnTo>
                  <a:pt x="7649034" y="783452"/>
                </a:lnTo>
                <a:lnTo>
                  <a:pt x="7723217" y="783452"/>
                </a:lnTo>
                <a:lnTo>
                  <a:pt x="7967961" y="122483"/>
                </a:lnTo>
                <a:lnTo>
                  <a:pt x="7967961" y="783452"/>
                </a:lnTo>
                <a:lnTo>
                  <a:pt x="8064337" y="783452"/>
                </a:lnTo>
                <a:lnTo>
                  <a:pt x="8064337" y="17386"/>
                </a:lnTo>
                <a:moveTo>
                  <a:pt x="9007646" y="716729"/>
                </a:moveTo>
                <a:cubicBezTo>
                  <a:pt x="8916819" y="716729"/>
                  <a:pt x="8855949" y="652198"/>
                  <a:pt x="8855949" y="509823"/>
                </a:cubicBezTo>
                <a:cubicBezTo>
                  <a:pt x="8855949" y="366509"/>
                  <a:pt x="8916819" y="302918"/>
                  <a:pt x="9007646" y="302918"/>
                </a:cubicBezTo>
                <a:cubicBezTo>
                  <a:pt x="9098475" y="302918"/>
                  <a:pt x="9159343" y="366352"/>
                  <a:pt x="9159343" y="509823"/>
                </a:cubicBezTo>
                <a:cubicBezTo>
                  <a:pt x="9159502" y="652198"/>
                  <a:pt x="9098475" y="716729"/>
                  <a:pt x="9007646" y="716729"/>
                </a:cubicBezTo>
                <a:moveTo>
                  <a:pt x="9249219" y="17386"/>
                </a:moveTo>
                <a:lnTo>
                  <a:pt x="9157282" y="17386"/>
                </a:lnTo>
                <a:lnTo>
                  <a:pt x="9157282" y="341292"/>
                </a:lnTo>
                <a:cubicBezTo>
                  <a:pt x="9137309" y="281147"/>
                  <a:pt x="9088646" y="225231"/>
                  <a:pt x="8992271" y="225231"/>
                </a:cubicBezTo>
                <a:cubicBezTo>
                  <a:pt x="8868155" y="225231"/>
                  <a:pt x="8759732" y="321557"/>
                  <a:pt x="8759732" y="513113"/>
                </a:cubicBezTo>
                <a:cubicBezTo>
                  <a:pt x="8759732" y="706861"/>
                  <a:pt x="8868314" y="794416"/>
                  <a:pt x="8984504" y="794416"/>
                </a:cubicBezTo>
                <a:cubicBezTo>
                  <a:pt x="9072002" y="794416"/>
                  <a:pt x="9136200" y="744139"/>
                  <a:pt x="9157282" y="672873"/>
                </a:cubicBezTo>
                <a:lnTo>
                  <a:pt x="9157282" y="714536"/>
                </a:lnTo>
                <a:cubicBezTo>
                  <a:pt x="9157282" y="739753"/>
                  <a:pt x="9159502" y="767006"/>
                  <a:pt x="9162831" y="783452"/>
                </a:cubicBezTo>
                <a:lnTo>
                  <a:pt x="9255878" y="783452"/>
                </a:lnTo>
                <a:cubicBezTo>
                  <a:pt x="9251439" y="757139"/>
                  <a:pt x="9249219" y="718922"/>
                  <a:pt x="9249219" y="669584"/>
                </a:cubicBezTo>
                <a:lnTo>
                  <a:pt x="9249219" y="17386"/>
                </a:lnTo>
                <a:moveTo>
                  <a:pt x="5784131" y="1096"/>
                </a:moveTo>
                <a:cubicBezTo>
                  <a:pt x="5747515" y="1096"/>
                  <a:pt x="5718824" y="29603"/>
                  <a:pt x="5718824" y="65627"/>
                </a:cubicBezTo>
                <a:cubicBezTo>
                  <a:pt x="5718824" y="101808"/>
                  <a:pt x="5747673" y="129061"/>
                  <a:pt x="5784131" y="129061"/>
                </a:cubicBezTo>
                <a:cubicBezTo>
                  <a:pt x="5820747" y="129061"/>
                  <a:pt x="5848329" y="101651"/>
                  <a:pt x="5848329" y="65627"/>
                </a:cubicBezTo>
                <a:cubicBezTo>
                  <a:pt x="5848487" y="29446"/>
                  <a:pt x="5820747" y="1096"/>
                  <a:pt x="5784131" y="1096"/>
                </a:cubicBezTo>
                <a:moveTo>
                  <a:pt x="9428497" y="1096"/>
                </a:moveTo>
                <a:cubicBezTo>
                  <a:pt x="9391881" y="1096"/>
                  <a:pt x="9363190" y="29603"/>
                  <a:pt x="9363190" y="65627"/>
                </a:cubicBezTo>
                <a:cubicBezTo>
                  <a:pt x="9363190" y="101808"/>
                  <a:pt x="9392040" y="129061"/>
                  <a:pt x="9428497" y="129061"/>
                </a:cubicBezTo>
                <a:cubicBezTo>
                  <a:pt x="9465114" y="129061"/>
                  <a:pt x="9492696" y="101651"/>
                  <a:pt x="9492696" y="65627"/>
                </a:cubicBezTo>
                <a:cubicBezTo>
                  <a:pt x="9492696" y="29446"/>
                  <a:pt x="9465114" y="1096"/>
                  <a:pt x="9428497" y="1096"/>
                </a:cubicBezTo>
                <a:moveTo>
                  <a:pt x="10219159" y="1096"/>
                </a:moveTo>
                <a:cubicBezTo>
                  <a:pt x="10182543" y="1096"/>
                  <a:pt x="10153852" y="29603"/>
                  <a:pt x="10153852" y="65627"/>
                </a:cubicBezTo>
                <a:cubicBezTo>
                  <a:pt x="10153852" y="101808"/>
                  <a:pt x="10182701" y="129061"/>
                  <a:pt x="10219159" y="129061"/>
                </a:cubicBezTo>
                <a:cubicBezTo>
                  <a:pt x="10255775" y="129061"/>
                  <a:pt x="10283358" y="101651"/>
                  <a:pt x="10283358" y="65627"/>
                </a:cubicBezTo>
                <a:cubicBezTo>
                  <a:pt x="10283358" y="29446"/>
                  <a:pt x="10255618" y="1096"/>
                  <a:pt x="10219159" y="1096"/>
                </a:cubicBezTo>
                <a:moveTo>
                  <a:pt x="1651545" y="800994"/>
                </a:moveTo>
                <a:cubicBezTo>
                  <a:pt x="1836529" y="800994"/>
                  <a:pt x="1908494" y="691512"/>
                  <a:pt x="1908494" y="548197"/>
                </a:cubicBezTo>
                <a:lnTo>
                  <a:pt x="1908494" y="17542"/>
                </a:lnTo>
                <a:lnTo>
                  <a:pt x="1771222" y="17542"/>
                </a:lnTo>
                <a:lnTo>
                  <a:pt x="1771222" y="583282"/>
                </a:lnTo>
                <a:cubicBezTo>
                  <a:pt x="1771222" y="675222"/>
                  <a:pt x="1735715" y="729885"/>
                  <a:pt x="1651545" y="729885"/>
                </a:cubicBezTo>
                <a:cubicBezTo>
                  <a:pt x="1568484" y="729885"/>
                  <a:pt x="1531867" y="671933"/>
                  <a:pt x="1531867" y="572318"/>
                </a:cubicBezTo>
                <a:lnTo>
                  <a:pt x="1531867" y="467221"/>
                </a:lnTo>
                <a:lnTo>
                  <a:pt x="1394595" y="501209"/>
                </a:lnTo>
                <a:lnTo>
                  <a:pt x="1394595" y="548197"/>
                </a:lnTo>
                <a:cubicBezTo>
                  <a:pt x="1394595" y="691668"/>
                  <a:pt x="1466560" y="800994"/>
                  <a:pt x="1651545" y="800994"/>
                </a:cubicBezTo>
                <a:moveTo>
                  <a:pt x="920642" y="721114"/>
                </a:moveTo>
                <a:cubicBezTo>
                  <a:pt x="814280" y="721114"/>
                  <a:pt x="748973" y="635752"/>
                  <a:pt x="748973" y="544908"/>
                </a:cubicBezTo>
                <a:cubicBezTo>
                  <a:pt x="748973" y="488052"/>
                  <a:pt x="774493" y="435425"/>
                  <a:pt x="816499" y="405979"/>
                </a:cubicBezTo>
                <a:lnTo>
                  <a:pt x="1066791" y="676319"/>
                </a:lnTo>
                <a:cubicBezTo>
                  <a:pt x="1020188" y="703572"/>
                  <a:pt x="968196" y="721114"/>
                  <a:pt x="920642" y="721114"/>
                </a:cubicBezTo>
                <a:moveTo>
                  <a:pt x="1054585" y="329388"/>
                </a:moveTo>
                <a:cubicBezTo>
                  <a:pt x="1144304" y="329388"/>
                  <a:pt x="1199625" y="380762"/>
                  <a:pt x="1199625" y="469413"/>
                </a:cubicBezTo>
                <a:cubicBezTo>
                  <a:pt x="1199625" y="508884"/>
                  <a:pt x="1188529" y="549294"/>
                  <a:pt x="1164118" y="586571"/>
                </a:cubicBezTo>
                <a:lnTo>
                  <a:pt x="947114" y="350220"/>
                </a:lnTo>
                <a:cubicBezTo>
                  <a:pt x="985949" y="334870"/>
                  <a:pt x="1023517" y="329388"/>
                  <a:pt x="1054585" y="329388"/>
                </a:cubicBezTo>
                <a:moveTo>
                  <a:pt x="920642" y="57952"/>
                </a:moveTo>
                <a:cubicBezTo>
                  <a:pt x="985949" y="57952"/>
                  <a:pt x="1024785" y="95230"/>
                  <a:pt x="1024785" y="163050"/>
                </a:cubicBezTo>
                <a:cubicBezTo>
                  <a:pt x="1024785" y="225387"/>
                  <a:pt x="993717" y="284593"/>
                  <a:pt x="917313" y="318424"/>
                </a:cubicBezTo>
                <a:lnTo>
                  <a:pt x="869760" y="265954"/>
                </a:lnTo>
                <a:cubicBezTo>
                  <a:pt x="827595" y="220062"/>
                  <a:pt x="815548" y="191556"/>
                  <a:pt x="815548" y="157568"/>
                </a:cubicBezTo>
                <a:cubicBezTo>
                  <a:pt x="815390" y="94133"/>
                  <a:pt x="856286" y="57952"/>
                  <a:pt x="920642" y="57952"/>
                </a:cubicBezTo>
                <a:moveTo>
                  <a:pt x="1198515" y="623692"/>
                </a:moveTo>
                <a:cubicBezTo>
                  <a:pt x="1258274" y="553679"/>
                  <a:pt x="1292672" y="477088"/>
                  <a:pt x="1292672" y="410208"/>
                </a:cubicBezTo>
                <a:cubicBezTo>
                  <a:pt x="1292672" y="327039"/>
                  <a:pt x="1236241" y="271279"/>
                  <a:pt x="1147632" y="271279"/>
                </a:cubicBezTo>
                <a:cubicBezTo>
                  <a:pt x="1101188" y="271279"/>
                  <a:pt x="1049038" y="284436"/>
                  <a:pt x="1014799" y="297593"/>
                </a:cubicBezTo>
                <a:lnTo>
                  <a:pt x="1012580" y="293207"/>
                </a:lnTo>
                <a:cubicBezTo>
                  <a:pt x="1096750" y="248412"/>
                  <a:pt x="1132257" y="206749"/>
                  <a:pt x="1132257" y="148796"/>
                </a:cubicBezTo>
                <a:cubicBezTo>
                  <a:pt x="1132257" y="65627"/>
                  <a:pt x="1056963" y="0"/>
                  <a:pt x="923971" y="0"/>
                </a:cubicBezTo>
                <a:cubicBezTo>
                  <a:pt x="771165" y="0"/>
                  <a:pt x="695871" y="84266"/>
                  <a:pt x="695871" y="189363"/>
                </a:cubicBezTo>
                <a:cubicBezTo>
                  <a:pt x="695871" y="246219"/>
                  <a:pt x="720282" y="303231"/>
                  <a:pt x="784480" y="372148"/>
                </a:cubicBezTo>
                <a:lnTo>
                  <a:pt x="785589" y="374340"/>
                </a:lnTo>
                <a:cubicBezTo>
                  <a:pt x="677008" y="425714"/>
                  <a:pt x="627235" y="508884"/>
                  <a:pt x="627235" y="594246"/>
                </a:cubicBezTo>
                <a:cubicBezTo>
                  <a:pt x="627235" y="707018"/>
                  <a:pt x="714734" y="801151"/>
                  <a:pt x="849787" y="801151"/>
                </a:cubicBezTo>
                <a:cubicBezTo>
                  <a:pt x="927300" y="801151"/>
                  <a:pt x="1018128" y="769356"/>
                  <a:pt x="1100079" y="712500"/>
                </a:cubicBezTo>
                <a:lnTo>
                  <a:pt x="1166496" y="783609"/>
                </a:lnTo>
                <a:lnTo>
                  <a:pt x="1340384" y="783609"/>
                </a:lnTo>
                <a:lnTo>
                  <a:pt x="1340384" y="778127"/>
                </a:lnTo>
                <a:lnTo>
                  <a:pt x="1198515" y="623692"/>
                </a:lnTo>
                <a:close/>
                <a:moveTo>
                  <a:pt x="256949" y="800994"/>
                </a:moveTo>
                <a:cubicBezTo>
                  <a:pt x="441934" y="800994"/>
                  <a:pt x="513898" y="691512"/>
                  <a:pt x="513898" y="548197"/>
                </a:cubicBezTo>
                <a:lnTo>
                  <a:pt x="513898" y="17542"/>
                </a:lnTo>
                <a:lnTo>
                  <a:pt x="376626" y="17542"/>
                </a:lnTo>
                <a:lnTo>
                  <a:pt x="376626" y="583282"/>
                </a:lnTo>
                <a:cubicBezTo>
                  <a:pt x="376626" y="675222"/>
                  <a:pt x="341120" y="729885"/>
                  <a:pt x="256949" y="729885"/>
                </a:cubicBezTo>
                <a:cubicBezTo>
                  <a:pt x="173889" y="729885"/>
                  <a:pt x="137272" y="671933"/>
                  <a:pt x="137272" y="572318"/>
                </a:cubicBezTo>
                <a:lnTo>
                  <a:pt x="137272" y="467221"/>
                </a:lnTo>
                <a:lnTo>
                  <a:pt x="0" y="501209"/>
                </a:lnTo>
                <a:lnTo>
                  <a:pt x="0" y="548197"/>
                </a:lnTo>
                <a:cubicBezTo>
                  <a:pt x="0" y="691668"/>
                  <a:pt x="71965" y="800994"/>
                  <a:pt x="256949" y="800994"/>
                </a:cubicBezTo>
              </a:path>
            </a:pathLst>
          </a:custGeom>
          <a:solidFill>
            <a:schemeClr val="accent1"/>
          </a:solidFill>
          <a:ln w="15840" cap="flat">
            <a:noFill/>
            <a:prstDash val="solid"/>
            <a:miter/>
          </a:ln>
        </p:spPr>
        <p:txBody>
          <a:bodyPr rtlCol="0" anchor="ctr"/>
          <a:lstStyle/>
          <a:p>
            <a:endParaRPr lang="en-GB"/>
          </a:p>
        </p:txBody>
      </p:sp>
      <p:sp>
        <p:nvSpPr>
          <p:cNvPr id="2" name="Title Placeholder 1">
            <a:extLst>
              <a:ext uri="{FF2B5EF4-FFF2-40B4-BE49-F238E27FC236}">
                <a16:creationId xmlns:a16="http://schemas.microsoft.com/office/drawing/2014/main" id="{7AD3AC25-83CD-60B4-726C-FF80D1E34156}"/>
              </a:ext>
            </a:extLst>
          </p:cNvPr>
          <p:cNvSpPr>
            <a:spLocks noGrp="1"/>
          </p:cNvSpPr>
          <p:nvPr>
            <p:ph type="title"/>
          </p:nvPr>
        </p:nvSpPr>
        <p:spPr>
          <a:xfrm>
            <a:off x="288303" y="262267"/>
            <a:ext cx="9649446" cy="468590"/>
          </a:xfrm>
          <a:prstGeom prst="rect">
            <a:avLst/>
          </a:prstGeom>
        </p:spPr>
        <p:txBody>
          <a:bodyPr vert="horz" wrap="square" lIns="0" tIns="0" rIns="0" bIns="0" rtlCol="0" anchor="t">
            <a:sp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FB6C014F-3AB8-1D05-B6D7-A26746AAF1A0}"/>
              </a:ext>
            </a:extLst>
          </p:cNvPr>
          <p:cNvSpPr>
            <a:spLocks noGrp="1"/>
          </p:cNvSpPr>
          <p:nvPr>
            <p:ph type="body" idx="1"/>
          </p:nvPr>
        </p:nvSpPr>
        <p:spPr>
          <a:xfrm>
            <a:off x="289384" y="1822451"/>
            <a:ext cx="11610516" cy="394334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C2DB68EF-BA48-F4BC-BE79-97134696D633}"/>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r>
              <a:rPr lang="en-US" b="0" i="0" dirty="0">
                <a:effectLst/>
              </a:rPr>
              <a:t>Slide legal disclaimer goes here if required
Slide footer goes here if required. Turn off globally using the Header/Footer function (under the Insert menu).</a:t>
            </a:r>
          </a:p>
        </p:txBody>
      </p:sp>
      <p:sp>
        <p:nvSpPr>
          <p:cNvPr id="6" name="Slide Number Placeholder 5">
            <a:extLst>
              <a:ext uri="{FF2B5EF4-FFF2-40B4-BE49-F238E27FC236}">
                <a16:creationId xmlns:a16="http://schemas.microsoft.com/office/drawing/2014/main" id="{150AF38A-4788-8D76-5A2D-056814C2D2C7}"/>
              </a:ext>
            </a:extLst>
          </p:cNvPr>
          <p:cNvSpPr>
            <a:spLocks noGrp="1"/>
          </p:cNvSpPr>
          <p:nvPr>
            <p:ph type="sldNum" sz="quarter" idx="4"/>
          </p:nvPr>
        </p:nvSpPr>
        <p:spPr>
          <a:xfrm>
            <a:off x="11581942" y="6433878"/>
            <a:ext cx="320674" cy="153463"/>
          </a:xfrm>
          <a:prstGeom prst="rect">
            <a:avLst/>
          </a:prstGeom>
        </p:spPr>
        <p:txBody>
          <a:bodyPr vert="horz" lIns="0" tIns="0" rIns="0" bIns="0" rtlCol="0" anchor="ctr"/>
          <a:lstStyle>
            <a:lvl1pPr algn="r">
              <a:lnSpc>
                <a:spcPct val="110000"/>
              </a:lnSpc>
              <a:spcBef>
                <a:spcPts val="600"/>
              </a:spcBef>
              <a:spcAft>
                <a:spcPts val="600"/>
              </a:spcAft>
              <a:defRPr sz="900" b="0" i="0">
                <a:solidFill>
                  <a:schemeClr val="tx1"/>
                </a:solidFill>
                <a:latin typeface="+mn-lt"/>
              </a:defRPr>
            </a:lvl1pPr>
          </a:lstStyle>
          <a:p>
            <a:fld id="{AEC8D767-5246-2244-A4A3-B8AFB218393C}" type="slidenum">
              <a:rPr lang="en-GB" smtClean="0"/>
              <a:pPr/>
              <a:t>‹#›</a:t>
            </a:fld>
            <a:endParaRPr lang="en-GB" dirty="0"/>
          </a:p>
        </p:txBody>
      </p:sp>
    </p:spTree>
    <p:extLst>
      <p:ext uri="{BB962C8B-B14F-4D97-AF65-F5344CB8AC3E}">
        <p14:creationId xmlns:p14="http://schemas.microsoft.com/office/powerpoint/2010/main" val="3543768889"/>
      </p:ext>
    </p:extLst>
  </p:cSld>
  <p:clrMap bg1="lt1" tx1="dk1" bg2="lt2" tx2="dk2" accent1="accent1" accent2="accent2" accent3="accent3" accent4="accent4" accent5="accent5" accent6="accent6" hlink="hlink" folHlink="folHlink"/>
  <p:sldLayoutIdLst>
    <p:sldLayoutId id="2147483691" r:id="rId1"/>
    <p:sldLayoutId id="2147483746" r:id="rId2"/>
  </p:sldLayoutIdLst>
  <p:hf hdr="0" ftr="0" dt="0"/>
  <p:txStyles>
    <p:titleStyle>
      <a:lvl1pPr algn="l" defTabSz="914400" rtl="0" eaLnBrk="1" latinLnBrk="0" hangingPunct="1">
        <a:lnSpc>
          <a:spcPct val="85000"/>
        </a:lnSpc>
        <a:spcBef>
          <a:spcPts val="600"/>
        </a:spcBef>
        <a:spcAft>
          <a:spcPts val="600"/>
        </a:spcAft>
        <a:buNone/>
        <a:defRPr sz="3500" b="0" i="0" kern="1200" spc="0" baseline="0">
          <a:solidFill>
            <a:schemeClr val="accent1"/>
          </a:solidFill>
          <a:latin typeface="+mj-lt"/>
          <a:ea typeface="+mj-ea"/>
          <a:cs typeface="+mj-cs"/>
        </a:defRPr>
      </a:lvl1pPr>
    </p:titleStyle>
    <p:bodyStyle>
      <a:lvl1pPr marL="0" indent="0" algn="l" defTabSz="914400" rtl="0" eaLnBrk="1" latinLnBrk="0" hangingPunct="1">
        <a:lnSpc>
          <a:spcPct val="110000"/>
        </a:lnSpc>
        <a:spcBef>
          <a:spcPts val="600"/>
        </a:spcBef>
        <a:spcAft>
          <a:spcPts val="600"/>
        </a:spcAft>
        <a:buFont typeface="Arial" panose="020B0604020202020204" pitchFamily="34" charset="0"/>
        <a:buNone/>
        <a:tabLst/>
        <a:defRPr sz="1800" b="0" i="0" kern="1200">
          <a:solidFill>
            <a:schemeClr val="tx1"/>
          </a:solidFill>
          <a:latin typeface="+mn-lt"/>
          <a:ea typeface="+mn-ea"/>
          <a:cs typeface="+mn-cs"/>
        </a:defRPr>
      </a:lvl1pPr>
      <a:lvl2pPr marL="285750" indent="-285750" algn="l" defTabSz="914400" rtl="0" eaLnBrk="1" latinLnBrk="0" hangingPunct="1">
        <a:lnSpc>
          <a:spcPct val="110000"/>
        </a:lnSpc>
        <a:spcBef>
          <a:spcPts val="0"/>
        </a:spcBef>
        <a:spcAft>
          <a:spcPts val="600"/>
        </a:spcAft>
        <a:buFont typeface="Arial" panose="020B0604020202020204" pitchFamily="34" charset="0"/>
        <a:buChar char="•"/>
        <a:tabLst/>
        <a:defRPr sz="1800" b="0" i="0" kern="1200">
          <a:solidFill>
            <a:schemeClr val="tx1"/>
          </a:solidFill>
          <a:latin typeface="+mn-lt"/>
          <a:ea typeface="+mn-ea"/>
          <a:cs typeface="+mn-cs"/>
        </a:defRPr>
      </a:lvl2pPr>
      <a:lvl3pPr marL="571500" indent="-285750" algn="l" defTabSz="914400" rtl="0" eaLnBrk="1" latinLnBrk="0" hangingPunct="1">
        <a:lnSpc>
          <a:spcPct val="110000"/>
        </a:lnSpc>
        <a:spcBef>
          <a:spcPts val="0"/>
        </a:spcBef>
        <a:spcAft>
          <a:spcPts val="600"/>
        </a:spcAft>
        <a:buFont typeface="Arial" panose="020B0604020202020204" pitchFamily="34" charset="0"/>
        <a:buChar char="•"/>
        <a:tabLst/>
        <a:defRPr sz="1600" b="0" i="0" kern="1200">
          <a:solidFill>
            <a:schemeClr val="tx1"/>
          </a:solidFill>
          <a:latin typeface="+mn-lt"/>
          <a:ea typeface="+mn-ea"/>
          <a:cs typeface="+mn-cs"/>
        </a:defRPr>
      </a:lvl3pPr>
      <a:lvl4pPr marL="856800" indent="-285750" algn="l" defTabSz="914400" rtl="0" eaLnBrk="1" latinLnBrk="0" hangingPunct="1">
        <a:lnSpc>
          <a:spcPct val="110000"/>
        </a:lnSpc>
        <a:spcBef>
          <a:spcPts val="0"/>
        </a:spcBef>
        <a:spcAft>
          <a:spcPts val="600"/>
        </a:spcAft>
        <a:buFont typeface="Arial" panose="020B0604020202020204" pitchFamily="34" charset="0"/>
        <a:buChar char="•"/>
        <a:tabLst/>
        <a:defRPr sz="1600" b="0" i="0" kern="1200">
          <a:solidFill>
            <a:schemeClr val="tx1"/>
          </a:solidFill>
          <a:latin typeface="+mn-lt"/>
          <a:ea typeface="+mn-ea"/>
          <a:cs typeface="+mn-cs"/>
        </a:defRPr>
      </a:lvl4pPr>
      <a:lvl5pPr marL="0" indent="0" algn="l" defTabSz="914400" rtl="0" eaLnBrk="1" latinLnBrk="0" hangingPunct="1">
        <a:lnSpc>
          <a:spcPct val="110000"/>
        </a:lnSpc>
        <a:spcBef>
          <a:spcPts val="600"/>
        </a:spcBef>
        <a:spcAft>
          <a:spcPts val="600"/>
        </a:spcAft>
        <a:buFont typeface="Arial" panose="020B0604020202020204" pitchFamily="34" charset="0"/>
        <a:buNone/>
        <a:tabLst/>
        <a:defRPr sz="800" b="0" i="0" kern="1200">
          <a:solidFill>
            <a:schemeClr val="tx1"/>
          </a:solidFill>
          <a:latin typeface="+mn-lt"/>
          <a:ea typeface="+mn-ea"/>
          <a:cs typeface="+mn-cs"/>
        </a:defRPr>
      </a:lvl5pPr>
      <a:lvl6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smtClean="0">
          <a:solidFill>
            <a:schemeClr val="tx1"/>
          </a:solidFill>
          <a:latin typeface="+mn-lt"/>
          <a:ea typeface="+mn-ea"/>
          <a:cs typeface="+mn-cs"/>
        </a:defRPr>
      </a:lvl6pPr>
      <a:lvl7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smtClean="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800" b="0" i="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8" userDrawn="1">
          <p15:clr>
            <a:srgbClr val="FDE53C"/>
          </p15:clr>
        </p15:guide>
        <p15:guide id="2" pos="181" userDrawn="1">
          <p15:clr>
            <a:srgbClr val="FDE53C"/>
          </p15:clr>
        </p15:guide>
        <p15:guide id="3" pos="708" userDrawn="1">
          <p15:clr>
            <a:srgbClr val="FDE53C"/>
          </p15:clr>
        </p15:guide>
        <p15:guide id="4" pos="798" userDrawn="1">
          <p15:clr>
            <a:srgbClr val="FDE53C"/>
          </p15:clr>
        </p15:guide>
        <p15:guide id="5" pos="1325" userDrawn="1">
          <p15:clr>
            <a:srgbClr val="FDE53C"/>
          </p15:clr>
        </p15:guide>
        <p15:guide id="6" pos="1416" userDrawn="1">
          <p15:clr>
            <a:srgbClr val="FDE53C"/>
          </p15:clr>
        </p15:guide>
        <p15:guide id="7" pos="1942" userDrawn="1">
          <p15:clr>
            <a:srgbClr val="FDE53C"/>
          </p15:clr>
        </p15:guide>
        <p15:guide id="8" pos="2032" userDrawn="1">
          <p15:clr>
            <a:srgbClr val="FDE53C"/>
          </p15:clr>
        </p15:guide>
        <p15:guide id="9" pos="2559" userDrawn="1">
          <p15:clr>
            <a:srgbClr val="FDE53C"/>
          </p15:clr>
        </p15:guide>
        <p15:guide id="10" pos="2650" userDrawn="1">
          <p15:clr>
            <a:srgbClr val="FDE53C"/>
          </p15:clr>
        </p15:guide>
        <p15:guide id="11" pos="3176" userDrawn="1">
          <p15:clr>
            <a:srgbClr val="FDE53C"/>
          </p15:clr>
        </p15:guide>
        <p15:guide id="12" pos="3264" userDrawn="1">
          <p15:clr>
            <a:srgbClr val="FDE53C"/>
          </p15:clr>
        </p15:guide>
        <p15:guide id="13" pos="3793" userDrawn="1">
          <p15:clr>
            <a:srgbClr val="FDE53C"/>
          </p15:clr>
        </p15:guide>
        <p15:guide id="14" pos="3884" userDrawn="1">
          <p15:clr>
            <a:srgbClr val="FDE53C"/>
          </p15:clr>
        </p15:guide>
        <p15:guide id="15" pos="4411" userDrawn="1">
          <p15:clr>
            <a:srgbClr val="FDE53C"/>
          </p15:clr>
        </p15:guide>
        <p15:guide id="16" pos="4501" userDrawn="1">
          <p15:clr>
            <a:srgbClr val="FDE53C"/>
          </p15:clr>
        </p15:guide>
        <p15:guide id="17" pos="5028" userDrawn="1">
          <p15:clr>
            <a:srgbClr val="FDE53C"/>
          </p15:clr>
        </p15:guide>
        <p15:guide id="18" pos="5118" userDrawn="1">
          <p15:clr>
            <a:srgbClr val="FDE53C"/>
          </p15:clr>
        </p15:guide>
        <p15:guide id="19" pos="5645" userDrawn="1">
          <p15:clr>
            <a:srgbClr val="FDE53C"/>
          </p15:clr>
        </p15:guide>
        <p15:guide id="20" pos="5735" userDrawn="1">
          <p15:clr>
            <a:srgbClr val="FDE53C"/>
          </p15:clr>
        </p15:guide>
        <p15:guide id="21" pos="6262" userDrawn="1">
          <p15:clr>
            <a:srgbClr val="FDE53C"/>
          </p15:clr>
        </p15:guide>
        <p15:guide id="22" pos="6352" userDrawn="1">
          <p15:clr>
            <a:srgbClr val="FDE53C"/>
          </p15:clr>
        </p15:guide>
        <p15:guide id="23" pos="6879" userDrawn="1">
          <p15:clr>
            <a:srgbClr val="FDE53C"/>
          </p15:clr>
        </p15:guide>
        <p15:guide id="24" pos="6970" userDrawn="1">
          <p15:clr>
            <a:srgbClr val="FDE53C"/>
          </p15:clr>
        </p15:guide>
        <p15:guide id="25" pos="7496" userDrawn="1">
          <p15:clr>
            <a:srgbClr val="FDE53C"/>
          </p15:clr>
        </p15:guide>
        <p15:guide id="28" orient="horz" pos="1382" userDrawn="1">
          <p15:clr>
            <a:srgbClr val="FDE53C"/>
          </p15:clr>
        </p15:guide>
        <p15:guide id="29" orient="horz" pos="1473" userDrawn="1">
          <p15:clr>
            <a:srgbClr val="FDE53C"/>
          </p15:clr>
        </p15:guide>
        <p15:guide id="30" orient="horz" pos="2024" userDrawn="1">
          <p15:clr>
            <a:srgbClr val="FDE53C"/>
          </p15:clr>
        </p15:guide>
        <p15:guide id="31" orient="horz" pos="2115" userDrawn="1">
          <p15:clr>
            <a:srgbClr val="FDE53C"/>
          </p15:clr>
        </p15:guide>
        <p15:guide id="32" orient="horz" pos="2666" userDrawn="1">
          <p15:clr>
            <a:srgbClr val="FDE53C"/>
          </p15:clr>
        </p15:guide>
        <p15:guide id="33" orient="horz" pos="2757" userDrawn="1">
          <p15:clr>
            <a:srgbClr val="FDE53C"/>
          </p15:clr>
        </p15:guide>
        <p15:guide id="34" orient="horz" pos="3308" userDrawn="1">
          <p15:clr>
            <a:srgbClr val="FDE53C"/>
          </p15:clr>
        </p15:guide>
        <p15:guide id="35" orient="horz" pos="3398" userDrawn="1">
          <p15:clr>
            <a:srgbClr val="FDE53C"/>
          </p15:clr>
        </p15:guide>
        <p15:guide id="36" orient="horz" pos="3954" userDrawn="1">
          <p15:clr>
            <a:srgbClr val="FDE53C"/>
          </p15:clr>
        </p15:guide>
        <p15:guide id="37" orient="horz" pos="4044" userDrawn="1">
          <p15:clr>
            <a:srgbClr val="FDE53C"/>
          </p15:clr>
        </p15:guide>
        <p15:guide id="38" orient="horz" pos="4131" userDrawn="1">
          <p15:clr>
            <a:srgbClr val="FDE53C"/>
          </p15:clr>
        </p15:guide>
        <p15:guide id="39" orient="horz" pos="738" userDrawn="1">
          <p15:clr>
            <a:srgbClr val="FDE53C"/>
          </p15:clr>
        </p15:guide>
        <p15:guide id="40" orient="horz" pos="828" userDrawn="1">
          <p15:clr>
            <a:srgbClr val="FDE53C"/>
          </p15:clr>
        </p15:guide>
        <p15:guide id="41" orient="horz" pos="1060" userDrawn="1">
          <p15:clr>
            <a:srgbClr val="FDE53C"/>
          </p15:clr>
        </p15:guide>
        <p15:guide id="42" orient="horz" pos="1148" userDrawn="1">
          <p15:clr>
            <a:srgbClr val="FDE53C"/>
          </p15:clr>
        </p15:guide>
        <p15:guide id="43" orient="horz" pos="1702" userDrawn="1">
          <p15:clr>
            <a:srgbClr val="FDE53C"/>
          </p15:clr>
        </p15:guide>
        <p15:guide id="44" orient="horz" pos="1794" userDrawn="1">
          <p15:clr>
            <a:srgbClr val="FDE53C"/>
          </p15:clr>
        </p15:guide>
        <p15:guide id="45" orient="horz" pos="2346" userDrawn="1">
          <p15:clr>
            <a:srgbClr val="FDE53C"/>
          </p15:clr>
        </p15:guide>
        <p15:guide id="46" orient="horz" pos="2436" userDrawn="1">
          <p15:clr>
            <a:srgbClr val="FDE53C"/>
          </p15:clr>
        </p15:guide>
        <p15:guide id="47" orient="horz" pos="2990" userDrawn="1">
          <p15:clr>
            <a:srgbClr val="FDE53C"/>
          </p15:clr>
        </p15:guide>
        <p15:guide id="48" orient="horz" pos="3080" userDrawn="1">
          <p15:clr>
            <a:srgbClr val="FDE53C"/>
          </p15:clr>
        </p15:guide>
        <p15:guide id="49" orient="horz" pos="3632" userDrawn="1">
          <p15:clr>
            <a:srgbClr val="FDE53C"/>
          </p15:clr>
        </p15:guide>
        <p15:guide id="50" orient="horz" pos="3722" userDrawn="1">
          <p15:clr>
            <a:srgbClr val="FDE53C"/>
          </p15:clr>
        </p15:guide>
        <p15:guide id="51" orient="horz" pos="380" userDrawn="1">
          <p15:clr>
            <a:srgbClr val="547EBF"/>
          </p15:clr>
        </p15:guide>
        <p15:guide id="52" pos="7172" userDrawn="1">
          <p15:clr>
            <a:srgbClr val="547EBF"/>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4D559D31-F9E5-F6A4-29D7-755FE82F1327}"/>
              </a:ext>
            </a:extLst>
          </p:cNvPr>
          <p:cNvSpPr>
            <a:spLocks noChangeAspect="1"/>
          </p:cNvSpPr>
          <p:nvPr userDrawn="1"/>
        </p:nvSpPr>
        <p:spPr>
          <a:xfrm>
            <a:off x="288303" y="6416713"/>
            <a:ext cx="2102687" cy="147600"/>
          </a:xfrm>
          <a:custGeom>
            <a:avLst/>
            <a:gdLst>
              <a:gd name="connsiteX0" fmla="*/ 4672481 w 11413077"/>
              <a:gd name="connsiteY0" fmla="*/ 236351 h 801151"/>
              <a:gd name="connsiteX1" fmla="*/ 4578324 w 11413077"/>
              <a:gd name="connsiteY1" fmla="*/ 236351 h 801151"/>
              <a:gd name="connsiteX2" fmla="*/ 4436614 w 11413077"/>
              <a:gd name="connsiteY2" fmla="*/ 678512 h 801151"/>
              <a:gd name="connsiteX3" fmla="*/ 4293794 w 11413077"/>
              <a:gd name="connsiteY3" fmla="*/ 236351 h 801151"/>
              <a:gd name="connsiteX4" fmla="*/ 4196308 w 11413077"/>
              <a:gd name="connsiteY4" fmla="*/ 236351 h 801151"/>
              <a:gd name="connsiteX5" fmla="*/ 4376855 w 11413077"/>
              <a:gd name="connsiteY5" fmla="*/ 783609 h 801151"/>
              <a:gd name="connsiteX6" fmla="*/ 4492093 w 11413077"/>
              <a:gd name="connsiteY6" fmla="*/ 783609 h 801151"/>
              <a:gd name="connsiteX7" fmla="*/ 4672481 w 11413077"/>
              <a:gd name="connsiteY7" fmla="*/ 236351 h 801151"/>
              <a:gd name="connsiteX8" fmla="*/ 5829624 w 11413077"/>
              <a:gd name="connsiteY8" fmla="*/ 236351 h 801151"/>
              <a:gd name="connsiteX9" fmla="*/ 5737687 w 11413077"/>
              <a:gd name="connsiteY9" fmla="*/ 236351 h 801151"/>
              <a:gd name="connsiteX10" fmla="*/ 5737687 w 11413077"/>
              <a:gd name="connsiteY10" fmla="*/ 783609 h 801151"/>
              <a:gd name="connsiteX11" fmla="*/ 5829624 w 11413077"/>
              <a:gd name="connsiteY11" fmla="*/ 783609 h 801151"/>
              <a:gd name="connsiteX12" fmla="*/ 5829624 w 11413077"/>
              <a:gd name="connsiteY12" fmla="*/ 236351 h 801151"/>
              <a:gd name="connsiteX13" fmla="*/ 6394405 w 11413077"/>
              <a:gd name="connsiteY13" fmla="*/ 236351 h 801151"/>
              <a:gd name="connsiteX14" fmla="*/ 6300249 w 11413077"/>
              <a:gd name="connsiteY14" fmla="*/ 236351 h 801151"/>
              <a:gd name="connsiteX15" fmla="*/ 6158538 w 11413077"/>
              <a:gd name="connsiteY15" fmla="*/ 678512 h 801151"/>
              <a:gd name="connsiteX16" fmla="*/ 6015718 w 11413077"/>
              <a:gd name="connsiteY16" fmla="*/ 236351 h 801151"/>
              <a:gd name="connsiteX17" fmla="*/ 5918233 w 11413077"/>
              <a:gd name="connsiteY17" fmla="*/ 236351 h 801151"/>
              <a:gd name="connsiteX18" fmla="*/ 6098779 w 11413077"/>
              <a:gd name="connsiteY18" fmla="*/ 783609 h 801151"/>
              <a:gd name="connsiteX19" fmla="*/ 6214018 w 11413077"/>
              <a:gd name="connsiteY19" fmla="*/ 783609 h 801151"/>
              <a:gd name="connsiteX20" fmla="*/ 6394405 w 11413077"/>
              <a:gd name="connsiteY20" fmla="*/ 236351 h 801151"/>
              <a:gd name="connsiteX21" fmla="*/ 9473991 w 11413077"/>
              <a:gd name="connsiteY21" fmla="*/ 236351 h 801151"/>
              <a:gd name="connsiteX22" fmla="*/ 9382053 w 11413077"/>
              <a:gd name="connsiteY22" fmla="*/ 236351 h 801151"/>
              <a:gd name="connsiteX23" fmla="*/ 9382053 w 11413077"/>
              <a:gd name="connsiteY23" fmla="*/ 783609 h 801151"/>
              <a:gd name="connsiteX24" fmla="*/ 9473991 w 11413077"/>
              <a:gd name="connsiteY24" fmla="*/ 783609 h 801151"/>
              <a:gd name="connsiteX25" fmla="*/ 9473991 w 11413077"/>
              <a:gd name="connsiteY25" fmla="*/ 236351 h 801151"/>
              <a:gd name="connsiteX26" fmla="*/ 10264494 w 11413077"/>
              <a:gd name="connsiteY26" fmla="*/ 236351 h 801151"/>
              <a:gd name="connsiteX27" fmla="*/ 10172556 w 11413077"/>
              <a:gd name="connsiteY27" fmla="*/ 236351 h 801151"/>
              <a:gd name="connsiteX28" fmla="*/ 10172556 w 11413077"/>
              <a:gd name="connsiteY28" fmla="*/ 783609 h 801151"/>
              <a:gd name="connsiteX29" fmla="*/ 10264494 w 11413077"/>
              <a:gd name="connsiteY29" fmla="*/ 783609 h 801151"/>
              <a:gd name="connsiteX30" fmla="*/ 10264494 w 11413077"/>
              <a:gd name="connsiteY30" fmla="*/ 236351 h 801151"/>
              <a:gd name="connsiteX31" fmla="*/ 2788874 w 11413077"/>
              <a:gd name="connsiteY31" fmla="*/ 225387 h 801151"/>
              <a:gd name="connsiteX32" fmla="*/ 2633848 w 11413077"/>
              <a:gd name="connsiteY32" fmla="*/ 320617 h 801151"/>
              <a:gd name="connsiteX33" fmla="*/ 2633848 w 11413077"/>
              <a:gd name="connsiteY33" fmla="*/ 236351 h 801151"/>
              <a:gd name="connsiteX34" fmla="*/ 2541911 w 11413077"/>
              <a:gd name="connsiteY34" fmla="*/ 236351 h 801151"/>
              <a:gd name="connsiteX35" fmla="*/ 2541911 w 11413077"/>
              <a:gd name="connsiteY35" fmla="*/ 783609 h 801151"/>
              <a:gd name="connsiteX36" fmla="*/ 2633848 w 11413077"/>
              <a:gd name="connsiteY36" fmla="*/ 783609 h 801151"/>
              <a:gd name="connsiteX37" fmla="*/ 2633848 w 11413077"/>
              <a:gd name="connsiteY37" fmla="*/ 423522 h 801151"/>
              <a:gd name="connsiteX38" fmla="*/ 2754635 w 11413077"/>
              <a:gd name="connsiteY38" fmla="*/ 295557 h 801151"/>
              <a:gd name="connsiteX39" fmla="*/ 2874312 w 11413077"/>
              <a:gd name="connsiteY39" fmla="*/ 423522 h 801151"/>
              <a:gd name="connsiteX40" fmla="*/ 2874312 w 11413077"/>
              <a:gd name="connsiteY40" fmla="*/ 783609 h 801151"/>
              <a:gd name="connsiteX41" fmla="*/ 2966249 w 11413077"/>
              <a:gd name="connsiteY41" fmla="*/ 783609 h 801151"/>
              <a:gd name="connsiteX42" fmla="*/ 2966249 w 11413077"/>
              <a:gd name="connsiteY42" fmla="*/ 404883 h 801151"/>
              <a:gd name="connsiteX43" fmla="*/ 2788874 w 11413077"/>
              <a:gd name="connsiteY43" fmla="*/ 225387 h 801151"/>
              <a:gd name="connsiteX44" fmla="*/ 3345887 w 11413077"/>
              <a:gd name="connsiteY44" fmla="*/ 225387 h 801151"/>
              <a:gd name="connsiteX45" fmla="*/ 3190862 w 11413077"/>
              <a:gd name="connsiteY45" fmla="*/ 320617 h 801151"/>
              <a:gd name="connsiteX46" fmla="*/ 3190862 w 11413077"/>
              <a:gd name="connsiteY46" fmla="*/ 236351 h 801151"/>
              <a:gd name="connsiteX47" fmla="*/ 3098925 w 11413077"/>
              <a:gd name="connsiteY47" fmla="*/ 236351 h 801151"/>
              <a:gd name="connsiteX48" fmla="*/ 3098925 w 11413077"/>
              <a:gd name="connsiteY48" fmla="*/ 783609 h 801151"/>
              <a:gd name="connsiteX49" fmla="*/ 3190862 w 11413077"/>
              <a:gd name="connsiteY49" fmla="*/ 783609 h 801151"/>
              <a:gd name="connsiteX50" fmla="*/ 3190862 w 11413077"/>
              <a:gd name="connsiteY50" fmla="*/ 423522 h 801151"/>
              <a:gd name="connsiteX51" fmla="*/ 3311649 w 11413077"/>
              <a:gd name="connsiteY51" fmla="*/ 295557 h 801151"/>
              <a:gd name="connsiteX52" fmla="*/ 3431326 w 11413077"/>
              <a:gd name="connsiteY52" fmla="*/ 423522 h 801151"/>
              <a:gd name="connsiteX53" fmla="*/ 3431326 w 11413077"/>
              <a:gd name="connsiteY53" fmla="*/ 783609 h 801151"/>
              <a:gd name="connsiteX54" fmla="*/ 3523263 w 11413077"/>
              <a:gd name="connsiteY54" fmla="*/ 783609 h 801151"/>
              <a:gd name="connsiteX55" fmla="*/ 3523263 w 11413077"/>
              <a:gd name="connsiteY55" fmla="*/ 404883 h 801151"/>
              <a:gd name="connsiteX56" fmla="*/ 3345887 w 11413077"/>
              <a:gd name="connsiteY56" fmla="*/ 225387 h 801151"/>
              <a:gd name="connsiteX57" fmla="*/ 3892915 w 11413077"/>
              <a:gd name="connsiteY57" fmla="*/ 716729 h 801151"/>
              <a:gd name="connsiteX58" fmla="*/ 3735671 w 11413077"/>
              <a:gd name="connsiteY58" fmla="*/ 509823 h 801151"/>
              <a:gd name="connsiteX59" fmla="*/ 3892915 w 11413077"/>
              <a:gd name="connsiteY59" fmla="*/ 302918 h 801151"/>
              <a:gd name="connsiteX60" fmla="*/ 4050160 w 11413077"/>
              <a:gd name="connsiteY60" fmla="*/ 509823 h 801151"/>
              <a:gd name="connsiteX61" fmla="*/ 3892915 w 11413077"/>
              <a:gd name="connsiteY61" fmla="*/ 716729 h 801151"/>
              <a:gd name="connsiteX62" fmla="*/ 3897195 w 11413077"/>
              <a:gd name="connsiteY62" fmla="*/ 225387 h 801151"/>
              <a:gd name="connsiteX63" fmla="*/ 3639136 w 11413077"/>
              <a:gd name="connsiteY63" fmla="*/ 516558 h 801151"/>
              <a:gd name="connsiteX64" fmla="*/ 3888318 w 11413077"/>
              <a:gd name="connsiteY64" fmla="*/ 794573 h 801151"/>
              <a:gd name="connsiteX65" fmla="*/ 4146377 w 11413077"/>
              <a:gd name="connsiteY65" fmla="*/ 503402 h 801151"/>
              <a:gd name="connsiteX66" fmla="*/ 3897195 w 11413077"/>
              <a:gd name="connsiteY66" fmla="*/ 225387 h 801151"/>
              <a:gd name="connsiteX67" fmla="*/ 4953682 w 11413077"/>
              <a:gd name="connsiteY67" fmla="*/ 728789 h 801151"/>
              <a:gd name="connsiteX68" fmla="*/ 4847321 w 11413077"/>
              <a:gd name="connsiteY68" fmla="*/ 632463 h 801151"/>
              <a:gd name="connsiteX69" fmla="*/ 4940367 w 11413077"/>
              <a:gd name="connsiteY69" fmla="*/ 540522 h 801151"/>
              <a:gd name="connsiteX70" fmla="*/ 5007894 w 11413077"/>
              <a:gd name="connsiteY70" fmla="*/ 524077 h 801151"/>
              <a:gd name="connsiteX71" fmla="*/ 5082078 w 11413077"/>
              <a:gd name="connsiteY71" fmla="*/ 499956 h 801151"/>
              <a:gd name="connsiteX72" fmla="*/ 5082078 w 11413077"/>
              <a:gd name="connsiteY72" fmla="*/ 606150 h 801151"/>
              <a:gd name="connsiteX73" fmla="*/ 4953682 w 11413077"/>
              <a:gd name="connsiteY73" fmla="*/ 728789 h 801151"/>
              <a:gd name="connsiteX74" fmla="*/ 4982532 w 11413077"/>
              <a:gd name="connsiteY74" fmla="*/ 225387 h 801151"/>
              <a:gd name="connsiteX75" fmla="*/ 4758871 w 11413077"/>
              <a:gd name="connsiteY75" fmla="*/ 400497 h 801151"/>
              <a:gd name="connsiteX76" fmla="*/ 4844151 w 11413077"/>
              <a:gd name="connsiteY76" fmla="*/ 418040 h 801151"/>
              <a:gd name="connsiteX77" fmla="*/ 4975875 w 11413077"/>
              <a:gd name="connsiteY77" fmla="*/ 295400 h 801151"/>
              <a:gd name="connsiteX78" fmla="*/ 5082237 w 11413077"/>
              <a:gd name="connsiteY78" fmla="*/ 397208 h 801151"/>
              <a:gd name="connsiteX79" fmla="*/ 5082237 w 11413077"/>
              <a:gd name="connsiteY79" fmla="*/ 400497 h 801151"/>
              <a:gd name="connsiteX80" fmla="*/ 5050058 w 11413077"/>
              <a:gd name="connsiteY80" fmla="*/ 444196 h 801151"/>
              <a:gd name="connsiteX81" fmla="*/ 4890595 w 11413077"/>
              <a:gd name="connsiteY81" fmla="*/ 483667 h 801151"/>
              <a:gd name="connsiteX82" fmla="*/ 4755541 w 11413077"/>
              <a:gd name="connsiteY82" fmla="*/ 639041 h 801151"/>
              <a:gd name="connsiteX83" fmla="*/ 4928321 w 11413077"/>
              <a:gd name="connsiteY83" fmla="*/ 794416 h 801151"/>
              <a:gd name="connsiteX84" fmla="*/ 5082237 w 11413077"/>
              <a:gd name="connsiteY84" fmla="*/ 700283 h 801151"/>
              <a:gd name="connsiteX85" fmla="*/ 5093333 w 11413077"/>
              <a:gd name="connsiteY85" fmla="*/ 783452 h 801151"/>
              <a:gd name="connsiteX86" fmla="*/ 5187489 w 11413077"/>
              <a:gd name="connsiteY86" fmla="*/ 783452 h 801151"/>
              <a:gd name="connsiteX87" fmla="*/ 5173065 w 11413077"/>
              <a:gd name="connsiteY87" fmla="*/ 669584 h 801151"/>
              <a:gd name="connsiteX88" fmla="*/ 5173065 w 11413077"/>
              <a:gd name="connsiteY88" fmla="*/ 391726 h 801151"/>
              <a:gd name="connsiteX89" fmla="*/ 4982532 w 11413077"/>
              <a:gd name="connsiteY89" fmla="*/ 225387 h 801151"/>
              <a:gd name="connsiteX90" fmla="*/ 6542773 w 11413077"/>
              <a:gd name="connsiteY90" fmla="*/ 450775 h 801151"/>
              <a:gd name="connsiteX91" fmla="*/ 6692251 w 11413077"/>
              <a:gd name="connsiteY91" fmla="*/ 299786 h 801151"/>
              <a:gd name="connsiteX92" fmla="*/ 6826194 w 11413077"/>
              <a:gd name="connsiteY92" fmla="*/ 450775 h 801151"/>
              <a:gd name="connsiteX93" fmla="*/ 6542773 w 11413077"/>
              <a:gd name="connsiteY93" fmla="*/ 450775 h 801151"/>
              <a:gd name="connsiteX94" fmla="*/ 6692251 w 11413077"/>
              <a:gd name="connsiteY94" fmla="*/ 225387 h 801151"/>
              <a:gd name="connsiteX95" fmla="*/ 6444178 w 11413077"/>
              <a:gd name="connsiteY95" fmla="*/ 514366 h 801151"/>
              <a:gd name="connsiteX96" fmla="*/ 6692251 w 11413077"/>
              <a:gd name="connsiteY96" fmla="*/ 794573 h 801151"/>
              <a:gd name="connsiteX97" fmla="*/ 6918131 w 11413077"/>
              <a:gd name="connsiteY97" fmla="*/ 616174 h 801151"/>
              <a:gd name="connsiteX98" fmla="*/ 6833961 w 11413077"/>
              <a:gd name="connsiteY98" fmla="*/ 594246 h 801151"/>
              <a:gd name="connsiteX99" fmla="*/ 6701127 w 11413077"/>
              <a:gd name="connsiteY99" fmla="*/ 717825 h 801151"/>
              <a:gd name="connsiteX100" fmla="*/ 6539444 w 11413077"/>
              <a:gd name="connsiteY100" fmla="*/ 515305 h 801151"/>
              <a:gd name="connsiteX101" fmla="*/ 6919399 w 11413077"/>
              <a:gd name="connsiteY101" fmla="*/ 515305 h 801151"/>
              <a:gd name="connsiteX102" fmla="*/ 6919399 w 11413077"/>
              <a:gd name="connsiteY102" fmla="*/ 484606 h 801151"/>
              <a:gd name="connsiteX103" fmla="*/ 6692251 w 11413077"/>
              <a:gd name="connsiteY103" fmla="*/ 225387 h 801151"/>
              <a:gd name="connsiteX104" fmla="*/ 8290217 w 11413077"/>
              <a:gd name="connsiteY104" fmla="*/ 450775 h 801151"/>
              <a:gd name="connsiteX105" fmla="*/ 8439696 w 11413077"/>
              <a:gd name="connsiteY105" fmla="*/ 299786 h 801151"/>
              <a:gd name="connsiteX106" fmla="*/ 8573638 w 11413077"/>
              <a:gd name="connsiteY106" fmla="*/ 450775 h 801151"/>
              <a:gd name="connsiteX107" fmla="*/ 8290217 w 11413077"/>
              <a:gd name="connsiteY107" fmla="*/ 450775 h 801151"/>
              <a:gd name="connsiteX108" fmla="*/ 8439696 w 11413077"/>
              <a:gd name="connsiteY108" fmla="*/ 225387 h 801151"/>
              <a:gd name="connsiteX109" fmla="*/ 8191623 w 11413077"/>
              <a:gd name="connsiteY109" fmla="*/ 514366 h 801151"/>
              <a:gd name="connsiteX110" fmla="*/ 8439696 w 11413077"/>
              <a:gd name="connsiteY110" fmla="*/ 794573 h 801151"/>
              <a:gd name="connsiteX111" fmla="*/ 8665576 w 11413077"/>
              <a:gd name="connsiteY111" fmla="*/ 616174 h 801151"/>
              <a:gd name="connsiteX112" fmla="*/ 8581405 w 11413077"/>
              <a:gd name="connsiteY112" fmla="*/ 594246 h 801151"/>
              <a:gd name="connsiteX113" fmla="*/ 8448572 w 11413077"/>
              <a:gd name="connsiteY113" fmla="*/ 717825 h 801151"/>
              <a:gd name="connsiteX114" fmla="*/ 8286889 w 11413077"/>
              <a:gd name="connsiteY114" fmla="*/ 515305 h 801151"/>
              <a:gd name="connsiteX115" fmla="*/ 8666844 w 11413077"/>
              <a:gd name="connsiteY115" fmla="*/ 515305 h 801151"/>
              <a:gd name="connsiteX116" fmla="*/ 8666844 w 11413077"/>
              <a:gd name="connsiteY116" fmla="*/ 484606 h 801151"/>
              <a:gd name="connsiteX117" fmla="*/ 8439696 w 11413077"/>
              <a:gd name="connsiteY117" fmla="*/ 225387 h 801151"/>
              <a:gd name="connsiteX118" fmla="*/ 9844911 w 11413077"/>
              <a:gd name="connsiteY118" fmla="*/ 225387 h 801151"/>
              <a:gd name="connsiteX119" fmla="*/ 9590181 w 11413077"/>
              <a:gd name="connsiteY119" fmla="*/ 515462 h 801151"/>
              <a:gd name="connsiteX120" fmla="*/ 9840473 w 11413077"/>
              <a:gd name="connsiteY120" fmla="*/ 794573 h 801151"/>
              <a:gd name="connsiteX121" fmla="*/ 10067462 w 11413077"/>
              <a:gd name="connsiteY121" fmla="*/ 599728 h 801151"/>
              <a:gd name="connsiteX122" fmla="*/ 9979964 w 11413077"/>
              <a:gd name="connsiteY122" fmla="*/ 578896 h 801151"/>
              <a:gd name="connsiteX123" fmla="*/ 9847130 w 11413077"/>
              <a:gd name="connsiteY123" fmla="*/ 716729 h 801151"/>
              <a:gd name="connsiteX124" fmla="*/ 9686557 w 11413077"/>
              <a:gd name="connsiteY124" fmla="*/ 508727 h 801151"/>
              <a:gd name="connsiteX125" fmla="*/ 9842691 w 11413077"/>
              <a:gd name="connsiteY125" fmla="*/ 302918 h 801151"/>
              <a:gd name="connsiteX126" fmla="*/ 9979964 w 11413077"/>
              <a:gd name="connsiteY126" fmla="*/ 434172 h 801151"/>
              <a:gd name="connsiteX127" fmla="*/ 10067462 w 11413077"/>
              <a:gd name="connsiteY127" fmla="*/ 413341 h 801151"/>
              <a:gd name="connsiteX128" fmla="*/ 9844911 w 11413077"/>
              <a:gd name="connsiteY128" fmla="*/ 225387 h 801151"/>
              <a:gd name="connsiteX129" fmla="*/ 10644449 w 11413077"/>
              <a:gd name="connsiteY129" fmla="*/ 225387 h 801151"/>
              <a:gd name="connsiteX130" fmla="*/ 10489424 w 11413077"/>
              <a:gd name="connsiteY130" fmla="*/ 320617 h 801151"/>
              <a:gd name="connsiteX131" fmla="*/ 10489424 w 11413077"/>
              <a:gd name="connsiteY131" fmla="*/ 236351 h 801151"/>
              <a:gd name="connsiteX132" fmla="*/ 10397486 w 11413077"/>
              <a:gd name="connsiteY132" fmla="*/ 236351 h 801151"/>
              <a:gd name="connsiteX133" fmla="*/ 10397486 w 11413077"/>
              <a:gd name="connsiteY133" fmla="*/ 783609 h 801151"/>
              <a:gd name="connsiteX134" fmla="*/ 10489424 w 11413077"/>
              <a:gd name="connsiteY134" fmla="*/ 783609 h 801151"/>
              <a:gd name="connsiteX135" fmla="*/ 10489424 w 11413077"/>
              <a:gd name="connsiteY135" fmla="*/ 423522 h 801151"/>
              <a:gd name="connsiteX136" fmla="*/ 10610211 w 11413077"/>
              <a:gd name="connsiteY136" fmla="*/ 295557 h 801151"/>
              <a:gd name="connsiteX137" fmla="*/ 10729888 w 11413077"/>
              <a:gd name="connsiteY137" fmla="*/ 423522 h 801151"/>
              <a:gd name="connsiteX138" fmla="*/ 10729888 w 11413077"/>
              <a:gd name="connsiteY138" fmla="*/ 783609 h 801151"/>
              <a:gd name="connsiteX139" fmla="*/ 10821825 w 11413077"/>
              <a:gd name="connsiteY139" fmla="*/ 783609 h 801151"/>
              <a:gd name="connsiteX140" fmla="*/ 10821825 w 11413077"/>
              <a:gd name="connsiteY140" fmla="*/ 404883 h 801151"/>
              <a:gd name="connsiteX141" fmla="*/ 10644449 w 11413077"/>
              <a:gd name="connsiteY141" fmla="*/ 225387 h 801151"/>
              <a:gd name="connsiteX142" fmla="*/ 11036293 w 11413077"/>
              <a:gd name="connsiteY142" fmla="*/ 450775 h 801151"/>
              <a:gd name="connsiteX143" fmla="*/ 11185771 w 11413077"/>
              <a:gd name="connsiteY143" fmla="*/ 299786 h 801151"/>
              <a:gd name="connsiteX144" fmla="*/ 11319713 w 11413077"/>
              <a:gd name="connsiteY144" fmla="*/ 450775 h 801151"/>
              <a:gd name="connsiteX145" fmla="*/ 11036293 w 11413077"/>
              <a:gd name="connsiteY145" fmla="*/ 450775 h 801151"/>
              <a:gd name="connsiteX146" fmla="*/ 11185929 w 11413077"/>
              <a:gd name="connsiteY146" fmla="*/ 225387 h 801151"/>
              <a:gd name="connsiteX147" fmla="*/ 10937856 w 11413077"/>
              <a:gd name="connsiteY147" fmla="*/ 514366 h 801151"/>
              <a:gd name="connsiteX148" fmla="*/ 11185929 w 11413077"/>
              <a:gd name="connsiteY148" fmla="*/ 794573 h 801151"/>
              <a:gd name="connsiteX149" fmla="*/ 11411810 w 11413077"/>
              <a:gd name="connsiteY149" fmla="*/ 616174 h 801151"/>
              <a:gd name="connsiteX150" fmla="*/ 11327639 w 11413077"/>
              <a:gd name="connsiteY150" fmla="*/ 594246 h 801151"/>
              <a:gd name="connsiteX151" fmla="*/ 11194806 w 11413077"/>
              <a:gd name="connsiteY151" fmla="*/ 717825 h 801151"/>
              <a:gd name="connsiteX152" fmla="*/ 11033123 w 11413077"/>
              <a:gd name="connsiteY152" fmla="*/ 515305 h 801151"/>
              <a:gd name="connsiteX153" fmla="*/ 11413077 w 11413077"/>
              <a:gd name="connsiteY153" fmla="*/ 515305 h 801151"/>
              <a:gd name="connsiteX154" fmla="*/ 11413077 w 11413077"/>
              <a:gd name="connsiteY154" fmla="*/ 484606 h 801151"/>
              <a:gd name="connsiteX155" fmla="*/ 11185929 w 11413077"/>
              <a:gd name="connsiteY155" fmla="*/ 225387 h 801151"/>
              <a:gd name="connsiteX156" fmla="*/ 5470751 w 11413077"/>
              <a:gd name="connsiteY156" fmla="*/ 83169 h 801151"/>
              <a:gd name="connsiteX157" fmla="*/ 5378814 w 11413077"/>
              <a:gd name="connsiteY157" fmla="*/ 105097 h 801151"/>
              <a:gd name="connsiteX158" fmla="*/ 5378814 w 11413077"/>
              <a:gd name="connsiteY158" fmla="*/ 236351 h 801151"/>
              <a:gd name="connsiteX159" fmla="*/ 5272452 w 11413077"/>
              <a:gd name="connsiteY159" fmla="*/ 236351 h 801151"/>
              <a:gd name="connsiteX160" fmla="*/ 5272452 w 11413077"/>
              <a:gd name="connsiteY160" fmla="*/ 306364 h 801151"/>
              <a:gd name="connsiteX161" fmla="*/ 5378814 w 11413077"/>
              <a:gd name="connsiteY161" fmla="*/ 306364 h 801151"/>
              <a:gd name="connsiteX162" fmla="*/ 5378814 w 11413077"/>
              <a:gd name="connsiteY162" fmla="*/ 641234 h 801151"/>
              <a:gd name="connsiteX163" fmla="*/ 5530511 w 11413077"/>
              <a:gd name="connsiteY163" fmla="*/ 794416 h 801151"/>
              <a:gd name="connsiteX164" fmla="*/ 5649078 w 11413077"/>
              <a:gd name="connsiteY164" fmla="*/ 760428 h 801151"/>
              <a:gd name="connsiteX165" fmla="*/ 5623558 w 11413077"/>
              <a:gd name="connsiteY165" fmla="*/ 694801 h 801151"/>
              <a:gd name="connsiteX166" fmla="*/ 5542716 w 11413077"/>
              <a:gd name="connsiteY166" fmla="*/ 717825 h 801151"/>
              <a:gd name="connsiteX167" fmla="*/ 5470751 w 11413077"/>
              <a:gd name="connsiteY167" fmla="*/ 626981 h 801151"/>
              <a:gd name="connsiteX168" fmla="*/ 5470751 w 11413077"/>
              <a:gd name="connsiteY168" fmla="*/ 306364 h 801151"/>
              <a:gd name="connsiteX169" fmla="*/ 5634654 w 11413077"/>
              <a:gd name="connsiteY169" fmla="*/ 306364 h 801151"/>
              <a:gd name="connsiteX170" fmla="*/ 5634654 w 11413077"/>
              <a:gd name="connsiteY170" fmla="*/ 236351 h 801151"/>
              <a:gd name="connsiteX171" fmla="*/ 5470751 w 11413077"/>
              <a:gd name="connsiteY171" fmla="*/ 236351 h 801151"/>
              <a:gd name="connsiteX172" fmla="*/ 5470751 w 11413077"/>
              <a:gd name="connsiteY172" fmla="*/ 83169 h 801151"/>
              <a:gd name="connsiteX173" fmla="*/ 2397823 w 11413077"/>
              <a:gd name="connsiteY173" fmla="*/ 17386 h 801151"/>
              <a:gd name="connsiteX174" fmla="*/ 2301447 w 11413077"/>
              <a:gd name="connsiteY174" fmla="*/ 17386 h 801151"/>
              <a:gd name="connsiteX175" fmla="*/ 2301447 w 11413077"/>
              <a:gd name="connsiteY175" fmla="*/ 783452 h 801151"/>
              <a:gd name="connsiteX176" fmla="*/ 2397823 w 11413077"/>
              <a:gd name="connsiteY176" fmla="*/ 783452 h 801151"/>
              <a:gd name="connsiteX177" fmla="*/ 2397823 w 11413077"/>
              <a:gd name="connsiteY177" fmla="*/ 17386 h 801151"/>
              <a:gd name="connsiteX178" fmla="*/ 8064337 w 11413077"/>
              <a:gd name="connsiteY178" fmla="*/ 17386 h 801151"/>
              <a:gd name="connsiteX179" fmla="*/ 7918188 w 11413077"/>
              <a:gd name="connsiteY179" fmla="*/ 17386 h 801151"/>
              <a:gd name="connsiteX180" fmla="*/ 7688979 w 11413077"/>
              <a:gd name="connsiteY180" fmla="*/ 634656 h 801151"/>
              <a:gd name="connsiteX181" fmla="*/ 7458501 w 11413077"/>
              <a:gd name="connsiteY181" fmla="*/ 17386 h 801151"/>
              <a:gd name="connsiteX182" fmla="*/ 7305695 w 11413077"/>
              <a:gd name="connsiteY182" fmla="*/ 17386 h 801151"/>
              <a:gd name="connsiteX183" fmla="*/ 7305695 w 11413077"/>
              <a:gd name="connsiteY183" fmla="*/ 783452 h 801151"/>
              <a:gd name="connsiteX184" fmla="*/ 7402071 w 11413077"/>
              <a:gd name="connsiteY184" fmla="*/ 783452 h 801151"/>
              <a:gd name="connsiteX185" fmla="*/ 7402071 w 11413077"/>
              <a:gd name="connsiteY185" fmla="*/ 123579 h 801151"/>
              <a:gd name="connsiteX186" fmla="*/ 7649034 w 11413077"/>
              <a:gd name="connsiteY186" fmla="*/ 783452 h 801151"/>
              <a:gd name="connsiteX187" fmla="*/ 7723217 w 11413077"/>
              <a:gd name="connsiteY187" fmla="*/ 783452 h 801151"/>
              <a:gd name="connsiteX188" fmla="*/ 7967961 w 11413077"/>
              <a:gd name="connsiteY188" fmla="*/ 122483 h 801151"/>
              <a:gd name="connsiteX189" fmla="*/ 7967961 w 11413077"/>
              <a:gd name="connsiteY189" fmla="*/ 783452 h 801151"/>
              <a:gd name="connsiteX190" fmla="*/ 8064337 w 11413077"/>
              <a:gd name="connsiteY190" fmla="*/ 783452 h 801151"/>
              <a:gd name="connsiteX191" fmla="*/ 8064337 w 11413077"/>
              <a:gd name="connsiteY191" fmla="*/ 17386 h 801151"/>
              <a:gd name="connsiteX192" fmla="*/ 9007646 w 11413077"/>
              <a:gd name="connsiteY192" fmla="*/ 716729 h 801151"/>
              <a:gd name="connsiteX193" fmla="*/ 8855949 w 11413077"/>
              <a:gd name="connsiteY193" fmla="*/ 509823 h 801151"/>
              <a:gd name="connsiteX194" fmla="*/ 9007646 w 11413077"/>
              <a:gd name="connsiteY194" fmla="*/ 302918 h 801151"/>
              <a:gd name="connsiteX195" fmla="*/ 9159343 w 11413077"/>
              <a:gd name="connsiteY195" fmla="*/ 509823 h 801151"/>
              <a:gd name="connsiteX196" fmla="*/ 9007646 w 11413077"/>
              <a:gd name="connsiteY196" fmla="*/ 716729 h 801151"/>
              <a:gd name="connsiteX197" fmla="*/ 9249219 w 11413077"/>
              <a:gd name="connsiteY197" fmla="*/ 17386 h 801151"/>
              <a:gd name="connsiteX198" fmla="*/ 9157282 w 11413077"/>
              <a:gd name="connsiteY198" fmla="*/ 17386 h 801151"/>
              <a:gd name="connsiteX199" fmla="*/ 9157282 w 11413077"/>
              <a:gd name="connsiteY199" fmla="*/ 341292 h 801151"/>
              <a:gd name="connsiteX200" fmla="*/ 8992271 w 11413077"/>
              <a:gd name="connsiteY200" fmla="*/ 225231 h 801151"/>
              <a:gd name="connsiteX201" fmla="*/ 8759732 w 11413077"/>
              <a:gd name="connsiteY201" fmla="*/ 513113 h 801151"/>
              <a:gd name="connsiteX202" fmla="*/ 8984504 w 11413077"/>
              <a:gd name="connsiteY202" fmla="*/ 794416 h 801151"/>
              <a:gd name="connsiteX203" fmla="*/ 9157282 w 11413077"/>
              <a:gd name="connsiteY203" fmla="*/ 672873 h 801151"/>
              <a:gd name="connsiteX204" fmla="*/ 9157282 w 11413077"/>
              <a:gd name="connsiteY204" fmla="*/ 714536 h 801151"/>
              <a:gd name="connsiteX205" fmla="*/ 9162831 w 11413077"/>
              <a:gd name="connsiteY205" fmla="*/ 783452 h 801151"/>
              <a:gd name="connsiteX206" fmla="*/ 9255878 w 11413077"/>
              <a:gd name="connsiteY206" fmla="*/ 783452 h 801151"/>
              <a:gd name="connsiteX207" fmla="*/ 9249219 w 11413077"/>
              <a:gd name="connsiteY207" fmla="*/ 669584 h 801151"/>
              <a:gd name="connsiteX208" fmla="*/ 9249219 w 11413077"/>
              <a:gd name="connsiteY208" fmla="*/ 17386 h 801151"/>
              <a:gd name="connsiteX209" fmla="*/ 5784131 w 11413077"/>
              <a:gd name="connsiteY209" fmla="*/ 1096 h 801151"/>
              <a:gd name="connsiteX210" fmla="*/ 5718824 w 11413077"/>
              <a:gd name="connsiteY210" fmla="*/ 65627 h 801151"/>
              <a:gd name="connsiteX211" fmla="*/ 5784131 w 11413077"/>
              <a:gd name="connsiteY211" fmla="*/ 129061 h 801151"/>
              <a:gd name="connsiteX212" fmla="*/ 5848329 w 11413077"/>
              <a:gd name="connsiteY212" fmla="*/ 65627 h 801151"/>
              <a:gd name="connsiteX213" fmla="*/ 5784131 w 11413077"/>
              <a:gd name="connsiteY213" fmla="*/ 1096 h 801151"/>
              <a:gd name="connsiteX214" fmla="*/ 9428497 w 11413077"/>
              <a:gd name="connsiteY214" fmla="*/ 1096 h 801151"/>
              <a:gd name="connsiteX215" fmla="*/ 9363190 w 11413077"/>
              <a:gd name="connsiteY215" fmla="*/ 65627 h 801151"/>
              <a:gd name="connsiteX216" fmla="*/ 9428497 w 11413077"/>
              <a:gd name="connsiteY216" fmla="*/ 129061 h 801151"/>
              <a:gd name="connsiteX217" fmla="*/ 9492696 w 11413077"/>
              <a:gd name="connsiteY217" fmla="*/ 65627 h 801151"/>
              <a:gd name="connsiteX218" fmla="*/ 9428497 w 11413077"/>
              <a:gd name="connsiteY218" fmla="*/ 1096 h 801151"/>
              <a:gd name="connsiteX219" fmla="*/ 10219159 w 11413077"/>
              <a:gd name="connsiteY219" fmla="*/ 1096 h 801151"/>
              <a:gd name="connsiteX220" fmla="*/ 10153852 w 11413077"/>
              <a:gd name="connsiteY220" fmla="*/ 65627 h 801151"/>
              <a:gd name="connsiteX221" fmla="*/ 10219159 w 11413077"/>
              <a:gd name="connsiteY221" fmla="*/ 129061 h 801151"/>
              <a:gd name="connsiteX222" fmla="*/ 10283358 w 11413077"/>
              <a:gd name="connsiteY222" fmla="*/ 65627 h 801151"/>
              <a:gd name="connsiteX223" fmla="*/ 10219159 w 11413077"/>
              <a:gd name="connsiteY223" fmla="*/ 1096 h 801151"/>
              <a:gd name="connsiteX224" fmla="*/ 1651545 w 11413077"/>
              <a:gd name="connsiteY224" fmla="*/ 800994 h 801151"/>
              <a:gd name="connsiteX225" fmla="*/ 1908494 w 11413077"/>
              <a:gd name="connsiteY225" fmla="*/ 548197 h 801151"/>
              <a:gd name="connsiteX226" fmla="*/ 1908494 w 11413077"/>
              <a:gd name="connsiteY226" fmla="*/ 17542 h 801151"/>
              <a:gd name="connsiteX227" fmla="*/ 1771222 w 11413077"/>
              <a:gd name="connsiteY227" fmla="*/ 17542 h 801151"/>
              <a:gd name="connsiteX228" fmla="*/ 1771222 w 11413077"/>
              <a:gd name="connsiteY228" fmla="*/ 583282 h 801151"/>
              <a:gd name="connsiteX229" fmla="*/ 1651545 w 11413077"/>
              <a:gd name="connsiteY229" fmla="*/ 729885 h 801151"/>
              <a:gd name="connsiteX230" fmla="*/ 1531867 w 11413077"/>
              <a:gd name="connsiteY230" fmla="*/ 572318 h 801151"/>
              <a:gd name="connsiteX231" fmla="*/ 1531867 w 11413077"/>
              <a:gd name="connsiteY231" fmla="*/ 467221 h 801151"/>
              <a:gd name="connsiteX232" fmla="*/ 1394595 w 11413077"/>
              <a:gd name="connsiteY232" fmla="*/ 501209 h 801151"/>
              <a:gd name="connsiteX233" fmla="*/ 1394595 w 11413077"/>
              <a:gd name="connsiteY233" fmla="*/ 548197 h 801151"/>
              <a:gd name="connsiteX234" fmla="*/ 1651545 w 11413077"/>
              <a:gd name="connsiteY234" fmla="*/ 800994 h 801151"/>
              <a:gd name="connsiteX235" fmla="*/ 920642 w 11413077"/>
              <a:gd name="connsiteY235" fmla="*/ 721114 h 801151"/>
              <a:gd name="connsiteX236" fmla="*/ 748973 w 11413077"/>
              <a:gd name="connsiteY236" fmla="*/ 544908 h 801151"/>
              <a:gd name="connsiteX237" fmla="*/ 816499 w 11413077"/>
              <a:gd name="connsiteY237" fmla="*/ 405979 h 801151"/>
              <a:gd name="connsiteX238" fmla="*/ 1066791 w 11413077"/>
              <a:gd name="connsiteY238" fmla="*/ 676319 h 801151"/>
              <a:gd name="connsiteX239" fmla="*/ 920642 w 11413077"/>
              <a:gd name="connsiteY239" fmla="*/ 721114 h 801151"/>
              <a:gd name="connsiteX240" fmla="*/ 1054585 w 11413077"/>
              <a:gd name="connsiteY240" fmla="*/ 329388 h 801151"/>
              <a:gd name="connsiteX241" fmla="*/ 1199625 w 11413077"/>
              <a:gd name="connsiteY241" fmla="*/ 469413 h 801151"/>
              <a:gd name="connsiteX242" fmla="*/ 1164118 w 11413077"/>
              <a:gd name="connsiteY242" fmla="*/ 586571 h 801151"/>
              <a:gd name="connsiteX243" fmla="*/ 947114 w 11413077"/>
              <a:gd name="connsiteY243" fmla="*/ 350220 h 801151"/>
              <a:gd name="connsiteX244" fmla="*/ 1054585 w 11413077"/>
              <a:gd name="connsiteY244" fmla="*/ 329388 h 801151"/>
              <a:gd name="connsiteX245" fmla="*/ 920642 w 11413077"/>
              <a:gd name="connsiteY245" fmla="*/ 57952 h 801151"/>
              <a:gd name="connsiteX246" fmla="*/ 1024785 w 11413077"/>
              <a:gd name="connsiteY246" fmla="*/ 163050 h 801151"/>
              <a:gd name="connsiteX247" fmla="*/ 917313 w 11413077"/>
              <a:gd name="connsiteY247" fmla="*/ 318424 h 801151"/>
              <a:gd name="connsiteX248" fmla="*/ 869760 w 11413077"/>
              <a:gd name="connsiteY248" fmla="*/ 265954 h 801151"/>
              <a:gd name="connsiteX249" fmla="*/ 815548 w 11413077"/>
              <a:gd name="connsiteY249" fmla="*/ 157568 h 801151"/>
              <a:gd name="connsiteX250" fmla="*/ 920642 w 11413077"/>
              <a:gd name="connsiteY250" fmla="*/ 57952 h 801151"/>
              <a:gd name="connsiteX251" fmla="*/ 1198515 w 11413077"/>
              <a:gd name="connsiteY251" fmla="*/ 623692 h 801151"/>
              <a:gd name="connsiteX252" fmla="*/ 1292672 w 11413077"/>
              <a:gd name="connsiteY252" fmla="*/ 410208 h 801151"/>
              <a:gd name="connsiteX253" fmla="*/ 1147632 w 11413077"/>
              <a:gd name="connsiteY253" fmla="*/ 271279 h 801151"/>
              <a:gd name="connsiteX254" fmla="*/ 1014799 w 11413077"/>
              <a:gd name="connsiteY254" fmla="*/ 297593 h 801151"/>
              <a:gd name="connsiteX255" fmla="*/ 1012580 w 11413077"/>
              <a:gd name="connsiteY255" fmla="*/ 293207 h 801151"/>
              <a:gd name="connsiteX256" fmla="*/ 1132257 w 11413077"/>
              <a:gd name="connsiteY256" fmla="*/ 148796 h 801151"/>
              <a:gd name="connsiteX257" fmla="*/ 923971 w 11413077"/>
              <a:gd name="connsiteY257" fmla="*/ 0 h 801151"/>
              <a:gd name="connsiteX258" fmla="*/ 695871 w 11413077"/>
              <a:gd name="connsiteY258" fmla="*/ 189363 h 801151"/>
              <a:gd name="connsiteX259" fmla="*/ 784480 w 11413077"/>
              <a:gd name="connsiteY259" fmla="*/ 372148 h 801151"/>
              <a:gd name="connsiteX260" fmla="*/ 785589 w 11413077"/>
              <a:gd name="connsiteY260" fmla="*/ 374340 h 801151"/>
              <a:gd name="connsiteX261" fmla="*/ 627235 w 11413077"/>
              <a:gd name="connsiteY261" fmla="*/ 594246 h 801151"/>
              <a:gd name="connsiteX262" fmla="*/ 849787 w 11413077"/>
              <a:gd name="connsiteY262" fmla="*/ 801151 h 801151"/>
              <a:gd name="connsiteX263" fmla="*/ 1100079 w 11413077"/>
              <a:gd name="connsiteY263" fmla="*/ 712500 h 801151"/>
              <a:gd name="connsiteX264" fmla="*/ 1166496 w 11413077"/>
              <a:gd name="connsiteY264" fmla="*/ 783609 h 801151"/>
              <a:gd name="connsiteX265" fmla="*/ 1340384 w 11413077"/>
              <a:gd name="connsiteY265" fmla="*/ 783609 h 801151"/>
              <a:gd name="connsiteX266" fmla="*/ 1340384 w 11413077"/>
              <a:gd name="connsiteY266" fmla="*/ 778127 h 801151"/>
              <a:gd name="connsiteX267" fmla="*/ 1198515 w 11413077"/>
              <a:gd name="connsiteY267" fmla="*/ 623692 h 801151"/>
              <a:gd name="connsiteX268" fmla="*/ 256949 w 11413077"/>
              <a:gd name="connsiteY268" fmla="*/ 800994 h 801151"/>
              <a:gd name="connsiteX269" fmla="*/ 513898 w 11413077"/>
              <a:gd name="connsiteY269" fmla="*/ 548197 h 801151"/>
              <a:gd name="connsiteX270" fmla="*/ 513898 w 11413077"/>
              <a:gd name="connsiteY270" fmla="*/ 17542 h 801151"/>
              <a:gd name="connsiteX271" fmla="*/ 376626 w 11413077"/>
              <a:gd name="connsiteY271" fmla="*/ 17542 h 801151"/>
              <a:gd name="connsiteX272" fmla="*/ 376626 w 11413077"/>
              <a:gd name="connsiteY272" fmla="*/ 583282 h 801151"/>
              <a:gd name="connsiteX273" fmla="*/ 256949 w 11413077"/>
              <a:gd name="connsiteY273" fmla="*/ 729885 h 801151"/>
              <a:gd name="connsiteX274" fmla="*/ 137272 w 11413077"/>
              <a:gd name="connsiteY274" fmla="*/ 572318 h 801151"/>
              <a:gd name="connsiteX275" fmla="*/ 137272 w 11413077"/>
              <a:gd name="connsiteY275" fmla="*/ 467221 h 801151"/>
              <a:gd name="connsiteX276" fmla="*/ 0 w 11413077"/>
              <a:gd name="connsiteY276" fmla="*/ 501209 h 801151"/>
              <a:gd name="connsiteX277" fmla="*/ 0 w 11413077"/>
              <a:gd name="connsiteY277" fmla="*/ 548197 h 801151"/>
              <a:gd name="connsiteX278" fmla="*/ 256949 w 11413077"/>
              <a:gd name="connsiteY278" fmla="*/ 800994 h 801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Lst>
            <a:rect l="l" t="t" r="r" b="b"/>
            <a:pathLst>
              <a:path w="11413077" h="801151">
                <a:moveTo>
                  <a:pt x="4672481" y="236351"/>
                </a:moveTo>
                <a:lnTo>
                  <a:pt x="4578324" y="236351"/>
                </a:lnTo>
                <a:lnTo>
                  <a:pt x="4436614" y="678512"/>
                </a:lnTo>
                <a:lnTo>
                  <a:pt x="4293794" y="236351"/>
                </a:lnTo>
                <a:lnTo>
                  <a:pt x="4196308" y="236351"/>
                </a:lnTo>
                <a:lnTo>
                  <a:pt x="4376855" y="783609"/>
                </a:lnTo>
                <a:lnTo>
                  <a:pt x="4492093" y="783609"/>
                </a:lnTo>
                <a:lnTo>
                  <a:pt x="4672481" y="236351"/>
                </a:lnTo>
                <a:moveTo>
                  <a:pt x="5829624" y="236351"/>
                </a:moveTo>
                <a:lnTo>
                  <a:pt x="5737687" y="236351"/>
                </a:lnTo>
                <a:lnTo>
                  <a:pt x="5737687" y="783609"/>
                </a:lnTo>
                <a:lnTo>
                  <a:pt x="5829624" y="783609"/>
                </a:lnTo>
                <a:lnTo>
                  <a:pt x="5829624" y="236351"/>
                </a:lnTo>
                <a:close/>
                <a:moveTo>
                  <a:pt x="6394405" y="236351"/>
                </a:moveTo>
                <a:lnTo>
                  <a:pt x="6300249" y="236351"/>
                </a:lnTo>
                <a:lnTo>
                  <a:pt x="6158538" y="678512"/>
                </a:lnTo>
                <a:lnTo>
                  <a:pt x="6015718" y="236351"/>
                </a:lnTo>
                <a:lnTo>
                  <a:pt x="5918233" y="236351"/>
                </a:lnTo>
                <a:lnTo>
                  <a:pt x="6098779" y="783609"/>
                </a:lnTo>
                <a:lnTo>
                  <a:pt x="6214018" y="783609"/>
                </a:lnTo>
                <a:lnTo>
                  <a:pt x="6394405" y="236351"/>
                </a:lnTo>
                <a:moveTo>
                  <a:pt x="9473991" y="236351"/>
                </a:moveTo>
                <a:lnTo>
                  <a:pt x="9382053" y="236351"/>
                </a:lnTo>
                <a:lnTo>
                  <a:pt x="9382053" y="783609"/>
                </a:lnTo>
                <a:lnTo>
                  <a:pt x="9473991" y="783609"/>
                </a:lnTo>
                <a:lnTo>
                  <a:pt x="9473991" y="236351"/>
                </a:lnTo>
                <a:close/>
                <a:moveTo>
                  <a:pt x="10264494" y="236351"/>
                </a:moveTo>
                <a:lnTo>
                  <a:pt x="10172556" y="236351"/>
                </a:lnTo>
                <a:lnTo>
                  <a:pt x="10172556" y="783609"/>
                </a:lnTo>
                <a:lnTo>
                  <a:pt x="10264494" y="783609"/>
                </a:lnTo>
                <a:lnTo>
                  <a:pt x="10264494" y="236351"/>
                </a:lnTo>
                <a:close/>
                <a:moveTo>
                  <a:pt x="2788874" y="225387"/>
                </a:moveTo>
                <a:cubicBezTo>
                  <a:pt x="2710251" y="225387"/>
                  <a:pt x="2656040" y="262665"/>
                  <a:pt x="2633848" y="320617"/>
                </a:cubicBezTo>
                <a:lnTo>
                  <a:pt x="2633848" y="236351"/>
                </a:lnTo>
                <a:lnTo>
                  <a:pt x="2541911" y="236351"/>
                </a:lnTo>
                <a:lnTo>
                  <a:pt x="2541911" y="783609"/>
                </a:lnTo>
                <a:lnTo>
                  <a:pt x="2633848" y="783609"/>
                </a:lnTo>
                <a:lnTo>
                  <a:pt x="2633848" y="423522"/>
                </a:lnTo>
                <a:cubicBezTo>
                  <a:pt x="2633848" y="346931"/>
                  <a:pt x="2672684" y="295557"/>
                  <a:pt x="2754635" y="295557"/>
                </a:cubicBezTo>
                <a:cubicBezTo>
                  <a:pt x="2835476" y="295557"/>
                  <a:pt x="2874312" y="346931"/>
                  <a:pt x="2874312" y="423522"/>
                </a:cubicBezTo>
                <a:lnTo>
                  <a:pt x="2874312" y="783609"/>
                </a:lnTo>
                <a:lnTo>
                  <a:pt x="2966249" y="783609"/>
                </a:lnTo>
                <a:lnTo>
                  <a:pt x="2966249" y="404883"/>
                </a:lnTo>
                <a:cubicBezTo>
                  <a:pt x="2966091" y="301978"/>
                  <a:pt x="2900625" y="225387"/>
                  <a:pt x="2788874" y="225387"/>
                </a:cubicBezTo>
                <a:moveTo>
                  <a:pt x="3345887" y="225387"/>
                </a:moveTo>
                <a:cubicBezTo>
                  <a:pt x="3267265" y="225387"/>
                  <a:pt x="3213054" y="262665"/>
                  <a:pt x="3190862" y="320617"/>
                </a:cubicBezTo>
                <a:lnTo>
                  <a:pt x="3190862" y="236351"/>
                </a:lnTo>
                <a:lnTo>
                  <a:pt x="3098925" y="236351"/>
                </a:lnTo>
                <a:lnTo>
                  <a:pt x="3098925" y="783609"/>
                </a:lnTo>
                <a:lnTo>
                  <a:pt x="3190862" y="783609"/>
                </a:lnTo>
                <a:lnTo>
                  <a:pt x="3190862" y="423522"/>
                </a:lnTo>
                <a:cubicBezTo>
                  <a:pt x="3190862" y="346931"/>
                  <a:pt x="3229698" y="295557"/>
                  <a:pt x="3311649" y="295557"/>
                </a:cubicBezTo>
                <a:cubicBezTo>
                  <a:pt x="3392490" y="295557"/>
                  <a:pt x="3431326" y="346931"/>
                  <a:pt x="3431326" y="423522"/>
                </a:cubicBezTo>
                <a:lnTo>
                  <a:pt x="3431326" y="783609"/>
                </a:lnTo>
                <a:lnTo>
                  <a:pt x="3523263" y="783609"/>
                </a:lnTo>
                <a:lnTo>
                  <a:pt x="3523263" y="404883"/>
                </a:lnTo>
                <a:cubicBezTo>
                  <a:pt x="3523105" y="301978"/>
                  <a:pt x="3457639" y="225387"/>
                  <a:pt x="3345887" y="225387"/>
                </a:cubicBezTo>
                <a:moveTo>
                  <a:pt x="3892915" y="716729"/>
                </a:moveTo>
                <a:cubicBezTo>
                  <a:pt x="3799868" y="716729"/>
                  <a:pt x="3735671" y="651102"/>
                  <a:pt x="3735671" y="509823"/>
                </a:cubicBezTo>
                <a:cubicBezTo>
                  <a:pt x="3735671" y="367605"/>
                  <a:pt x="3798759" y="302918"/>
                  <a:pt x="3892915" y="302918"/>
                </a:cubicBezTo>
                <a:cubicBezTo>
                  <a:pt x="3985962" y="302918"/>
                  <a:pt x="4050160" y="367449"/>
                  <a:pt x="4050160" y="509823"/>
                </a:cubicBezTo>
                <a:cubicBezTo>
                  <a:pt x="4050160" y="651102"/>
                  <a:pt x="3988023" y="716729"/>
                  <a:pt x="3892915" y="716729"/>
                </a:cubicBezTo>
                <a:moveTo>
                  <a:pt x="3897195" y="225387"/>
                </a:moveTo>
                <a:cubicBezTo>
                  <a:pt x="3731074" y="225387"/>
                  <a:pt x="3639136" y="345834"/>
                  <a:pt x="3639136" y="516558"/>
                </a:cubicBezTo>
                <a:cubicBezTo>
                  <a:pt x="3639136" y="689476"/>
                  <a:pt x="3733293" y="794573"/>
                  <a:pt x="3888318" y="794573"/>
                </a:cubicBezTo>
                <a:cubicBezTo>
                  <a:pt x="4055549" y="794573"/>
                  <a:pt x="4146377" y="674126"/>
                  <a:pt x="4146377" y="503402"/>
                </a:cubicBezTo>
                <a:cubicBezTo>
                  <a:pt x="4146536" y="330485"/>
                  <a:pt x="4053489" y="225387"/>
                  <a:pt x="3897195" y="225387"/>
                </a:cubicBezTo>
                <a:moveTo>
                  <a:pt x="4953682" y="728789"/>
                </a:moveTo>
                <a:cubicBezTo>
                  <a:pt x="4890595" y="728789"/>
                  <a:pt x="4847321" y="693704"/>
                  <a:pt x="4847321" y="632463"/>
                </a:cubicBezTo>
                <a:cubicBezTo>
                  <a:pt x="4847321" y="581089"/>
                  <a:pt x="4877280" y="555872"/>
                  <a:pt x="4940367" y="540522"/>
                </a:cubicBezTo>
                <a:lnTo>
                  <a:pt x="5007894" y="524077"/>
                </a:lnTo>
                <a:cubicBezTo>
                  <a:pt x="5050058" y="514209"/>
                  <a:pt x="5073201" y="507631"/>
                  <a:pt x="5082078" y="499956"/>
                </a:cubicBezTo>
                <a:lnTo>
                  <a:pt x="5082078" y="606150"/>
                </a:lnTo>
                <a:cubicBezTo>
                  <a:pt x="5082237" y="687283"/>
                  <a:pt x="5025647" y="728789"/>
                  <a:pt x="4953682" y="728789"/>
                </a:cubicBezTo>
                <a:moveTo>
                  <a:pt x="4982532" y="225387"/>
                </a:moveTo>
                <a:cubicBezTo>
                  <a:pt x="4848589" y="225387"/>
                  <a:pt x="4765528" y="305268"/>
                  <a:pt x="4758871" y="400497"/>
                </a:cubicBezTo>
                <a:lnTo>
                  <a:pt x="4844151" y="418040"/>
                </a:lnTo>
                <a:cubicBezTo>
                  <a:pt x="4848589" y="348027"/>
                  <a:pt x="4891704" y="295400"/>
                  <a:pt x="4975875" y="295400"/>
                </a:cubicBezTo>
                <a:cubicBezTo>
                  <a:pt x="5046730" y="295400"/>
                  <a:pt x="5082237" y="333774"/>
                  <a:pt x="5082237" y="397208"/>
                </a:cubicBezTo>
                <a:lnTo>
                  <a:pt x="5082237" y="400497"/>
                </a:lnTo>
                <a:cubicBezTo>
                  <a:pt x="5082237" y="426811"/>
                  <a:pt x="5074470" y="437775"/>
                  <a:pt x="5050058" y="444196"/>
                </a:cubicBezTo>
                <a:lnTo>
                  <a:pt x="4890595" y="483667"/>
                </a:lnTo>
                <a:cubicBezTo>
                  <a:pt x="4805315" y="505594"/>
                  <a:pt x="4755541" y="561354"/>
                  <a:pt x="4755541" y="639041"/>
                </a:cubicBezTo>
                <a:cubicBezTo>
                  <a:pt x="4755541" y="737560"/>
                  <a:pt x="4829726" y="794416"/>
                  <a:pt x="4928321" y="794416"/>
                </a:cubicBezTo>
                <a:cubicBezTo>
                  <a:pt x="5011381" y="794416"/>
                  <a:pt x="5066702" y="754946"/>
                  <a:pt x="5082237" y="700283"/>
                </a:cubicBezTo>
                <a:cubicBezTo>
                  <a:pt x="5084455" y="751657"/>
                  <a:pt x="5088894" y="773585"/>
                  <a:pt x="5093333" y="783452"/>
                </a:cubicBezTo>
                <a:lnTo>
                  <a:pt x="5187489" y="783452"/>
                </a:lnTo>
                <a:cubicBezTo>
                  <a:pt x="5177503" y="754946"/>
                  <a:pt x="5173065" y="715632"/>
                  <a:pt x="5173065" y="669584"/>
                </a:cubicBezTo>
                <a:lnTo>
                  <a:pt x="5173065" y="391726"/>
                </a:lnTo>
                <a:cubicBezTo>
                  <a:pt x="5173065" y="288822"/>
                  <a:pt x="5100941" y="225387"/>
                  <a:pt x="4982532" y="225387"/>
                </a:cubicBezTo>
                <a:moveTo>
                  <a:pt x="6542773" y="450775"/>
                </a:moveTo>
                <a:cubicBezTo>
                  <a:pt x="6554979" y="354449"/>
                  <a:pt x="6604751" y="299786"/>
                  <a:pt x="6692251" y="299786"/>
                </a:cubicBezTo>
                <a:cubicBezTo>
                  <a:pt x="6775311" y="299786"/>
                  <a:pt x="6823975" y="349123"/>
                  <a:pt x="6826194" y="450775"/>
                </a:cubicBezTo>
                <a:lnTo>
                  <a:pt x="6542773" y="450775"/>
                </a:lnTo>
                <a:moveTo>
                  <a:pt x="6692251" y="225387"/>
                </a:moveTo>
                <a:cubicBezTo>
                  <a:pt x="6546102" y="225387"/>
                  <a:pt x="6444178" y="327195"/>
                  <a:pt x="6444178" y="514366"/>
                </a:cubicBezTo>
                <a:cubicBezTo>
                  <a:pt x="6444178" y="693861"/>
                  <a:pt x="6538335" y="794573"/>
                  <a:pt x="6692251" y="794573"/>
                </a:cubicBezTo>
                <a:cubicBezTo>
                  <a:pt x="6818585" y="794573"/>
                  <a:pt x="6898317" y="723464"/>
                  <a:pt x="6918131" y="616174"/>
                </a:cubicBezTo>
                <a:lnTo>
                  <a:pt x="6833961" y="594246"/>
                </a:lnTo>
                <a:cubicBezTo>
                  <a:pt x="6819537" y="686186"/>
                  <a:pt x="6769763" y="717825"/>
                  <a:pt x="6701127" y="717825"/>
                </a:cubicBezTo>
                <a:cubicBezTo>
                  <a:pt x="6591436" y="717825"/>
                  <a:pt x="6542773" y="637945"/>
                  <a:pt x="6539444" y="515305"/>
                </a:cubicBezTo>
                <a:lnTo>
                  <a:pt x="6919399" y="515305"/>
                </a:lnTo>
                <a:lnTo>
                  <a:pt x="6919399" y="484606"/>
                </a:lnTo>
                <a:cubicBezTo>
                  <a:pt x="6919241" y="293207"/>
                  <a:pt x="6814147" y="225387"/>
                  <a:pt x="6692251" y="225387"/>
                </a:cubicBezTo>
                <a:moveTo>
                  <a:pt x="8290217" y="450775"/>
                </a:moveTo>
                <a:cubicBezTo>
                  <a:pt x="8302423" y="354449"/>
                  <a:pt x="8352196" y="299786"/>
                  <a:pt x="8439696" y="299786"/>
                </a:cubicBezTo>
                <a:cubicBezTo>
                  <a:pt x="8522756" y="299786"/>
                  <a:pt x="8571420" y="349123"/>
                  <a:pt x="8573638" y="450775"/>
                </a:cubicBezTo>
                <a:lnTo>
                  <a:pt x="8290217" y="450775"/>
                </a:lnTo>
                <a:moveTo>
                  <a:pt x="8439696" y="225387"/>
                </a:moveTo>
                <a:cubicBezTo>
                  <a:pt x="8293547" y="225387"/>
                  <a:pt x="8191623" y="327195"/>
                  <a:pt x="8191623" y="514366"/>
                </a:cubicBezTo>
                <a:cubicBezTo>
                  <a:pt x="8191623" y="693861"/>
                  <a:pt x="8285780" y="794573"/>
                  <a:pt x="8439696" y="794573"/>
                </a:cubicBezTo>
                <a:cubicBezTo>
                  <a:pt x="8566030" y="794573"/>
                  <a:pt x="8645762" y="723464"/>
                  <a:pt x="8665576" y="616174"/>
                </a:cubicBezTo>
                <a:lnTo>
                  <a:pt x="8581405" y="594246"/>
                </a:lnTo>
                <a:cubicBezTo>
                  <a:pt x="8566981" y="686186"/>
                  <a:pt x="8517208" y="717825"/>
                  <a:pt x="8448572" y="717825"/>
                </a:cubicBezTo>
                <a:cubicBezTo>
                  <a:pt x="8338881" y="717825"/>
                  <a:pt x="8290217" y="637945"/>
                  <a:pt x="8286889" y="515305"/>
                </a:cubicBezTo>
                <a:lnTo>
                  <a:pt x="8666844" y="515305"/>
                </a:lnTo>
                <a:lnTo>
                  <a:pt x="8666844" y="484606"/>
                </a:lnTo>
                <a:cubicBezTo>
                  <a:pt x="8666685" y="293207"/>
                  <a:pt x="8561433" y="225387"/>
                  <a:pt x="8439696" y="225387"/>
                </a:cubicBezTo>
                <a:moveTo>
                  <a:pt x="9844911" y="225387"/>
                </a:moveTo>
                <a:cubicBezTo>
                  <a:pt x="9693214" y="225387"/>
                  <a:pt x="9590181" y="330485"/>
                  <a:pt x="9590181" y="515462"/>
                </a:cubicBezTo>
                <a:cubicBezTo>
                  <a:pt x="9590181" y="697150"/>
                  <a:pt x="9690994" y="794573"/>
                  <a:pt x="9840473" y="794573"/>
                </a:cubicBezTo>
                <a:cubicBezTo>
                  <a:pt x="9975525" y="794573"/>
                  <a:pt x="10052087" y="712500"/>
                  <a:pt x="10067462" y="599728"/>
                </a:cubicBezTo>
                <a:lnTo>
                  <a:pt x="9979964" y="578896"/>
                </a:lnTo>
                <a:cubicBezTo>
                  <a:pt x="9964429" y="681801"/>
                  <a:pt x="9920204" y="716729"/>
                  <a:pt x="9847130" y="716729"/>
                </a:cubicBezTo>
                <a:cubicBezTo>
                  <a:pt x="9740768" y="716729"/>
                  <a:pt x="9686557" y="640138"/>
                  <a:pt x="9686557" y="508727"/>
                </a:cubicBezTo>
                <a:cubicBezTo>
                  <a:pt x="9686557" y="371991"/>
                  <a:pt x="9744097" y="302918"/>
                  <a:pt x="9842691" y="302918"/>
                </a:cubicBezTo>
                <a:cubicBezTo>
                  <a:pt x="9912437" y="302918"/>
                  <a:pt x="9963478" y="336906"/>
                  <a:pt x="9979964" y="434172"/>
                </a:cubicBezTo>
                <a:lnTo>
                  <a:pt x="10067462" y="413341"/>
                </a:lnTo>
                <a:cubicBezTo>
                  <a:pt x="10051928" y="301978"/>
                  <a:pt x="9975525" y="225387"/>
                  <a:pt x="9844911" y="225387"/>
                </a:cubicBezTo>
                <a:moveTo>
                  <a:pt x="10644449" y="225387"/>
                </a:moveTo>
                <a:cubicBezTo>
                  <a:pt x="10565826" y="225387"/>
                  <a:pt x="10511615" y="262665"/>
                  <a:pt x="10489424" y="320617"/>
                </a:cubicBezTo>
                <a:lnTo>
                  <a:pt x="10489424" y="236351"/>
                </a:lnTo>
                <a:lnTo>
                  <a:pt x="10397486" y="236351"/>
                </a:lnTo>
                <a:lnTo>
                  <a:pt x="10397486" y="783609"/>
                </a:lnTo>
                <a:lnTo>
                  <a:pt x="10489424" y="783609"/>
                </a:lnTo>
                <a:lnTo>
                  <a:pt x="10489424" y="423522"/>
                </a:lnTo>
                <a:cubicBezTo>
                  <a:pt x="10489424" y="346931"/>
                  <a:pt x="10528259" y="295557"/>
                  <a:pt x="10610211" y="295557"/>
                </a:cubicBezTo>
                <a:cubicBezTo>
                  <a:pt x="10691052" y="295557"/>
                  <a:pt x="10729888" y="346931"/>
                  <a:pt x="10729888" y="423522"/>
                </a:cubicBezTo>
                <a:lnTo>
                  <a:pt x="10729888" y="783609"/>
                </a:lnTo>
                <a:lnTo>
                  <a:pt x="10821825" y="783609"/>
                </a:lnTo>
                <a:lnTo>
                  <a:pt x="10821825" y="404883"/>
                </a:lnTo>
                <a:cubicBezTo>
                  <a:pt x="10821666" y="301978"/>
                  <a:pt x="10756200" y="225387"/>
                  <a:pt x="10644449" y="225387"/>
                </a:cubicBezTo>
                <a:moveTo>
                  <a:pt x="11036293" y="450775"/>
                </a:moveTo>
                <a:cubicBezTo>
                  <a:pt x="11048498" y="354449"/>
                  <a:pt x="11098271" y="299786"/>
                  <a:pt x="11185771" y="299786"/>
                </a:cubicBezTo>
                <a:cubicBezTo>
                  <a:pt x="11268831" y="299786"/>
                  <a:pt x="11317495" y="349123"/>
                  <a:pt x="11319713" y="450775"/>
                </a:cubicBezTo>
                <a:lnTo>
                  <a:pt x="11036293" y="450775"/>
                </a:lnTo>
                <a:moveTo>
                  <a:pt x="11185929" y="225387"/>
                </a:moveTo>
                <a:cubicBezTo>
                  <a:pt x="11039780" y="225387"/>
                  <a:pt x="10937856" y="327195"/>
                  <a:pt x="10937856" y="514366"/>
                </a:cubicBezTo>
                <a:cubicBezTo>
                  <a:pt x="10937856" y="693861"/>
                  <a:pt x="11032013" y="794573"/>
                  <a:pt x="11185929" y="794573"/>
                </a:cubicBezTo>
                <a:cubicBezTo>
                  <a:pt x="11312263" y="794573"/>
                  <a:pt x="11391996" y="723464"/>
                  <a:pt x="11411810" y="616174"/>
                </a:cubicBezTo>
                <a:lnTo>
                  <a:pt x="11327639" y="594246"/>
                </a:lnTo>
                <a:cubicBezTo>
                  <a:pt x="11313214" y="686186"/>
                  <a:pt x="11263441" y="717825"/>
                  <a:pt x="11194806" y="717825"/>
                </a:cubicBezTo>
                <a:cubicBezTo>
                  <a:pt x="11085114" y="717825"/>
                  <a:pt x="11036451" y="637945"/>
                  <a:pt x="11033123" y="515305"/>
                </a:cubicBezTo>
                <a:lnTo>
                  <a:pt x="11413077" y="515305"/>
                </a:lnTo>
                <a:lnTo>
                  <a:pt x="11413077" y="484606"/>
                </a:lnTo>
                <a:cubicBezTo>
                  <a:pt x="11412919" y="293207"/>
                  <a:pt x="11307667" y="225387"/>
                  <a:pt x="11185929" y="225387"/>
                </a:cubicBezTo>
                <a:moveTo>
                  <a:pt x="5470751" y="83169"/>
                </a:moveTo>
                <a:lnTo>
                  <a:pt x="5378814" y="105097"/>
                </a:lnTo>
                <a:lnTo>
                  <a:pt x="5378814" y="236351"/>
                </a:lnTo>
                <a:lnTo>
                  <a:pt x="5272452" y="236351"/>
                </a:lnTo>
                <a:lnTo>
                  <a:pt x="5272452" y="306364"/>
                </a:lnTo>
                <a:lnTo>
                  <a:pt x="5378814" y="306364"/>
                </a:lnTo>
                <a:lnTo>
                  <a:pt x="5378814" y="641234"/>
                </a:lnTo>
                <a:cubicBezTo>
                  <a:pt x="5378814" y="730982"/>
                  <a:pt x="5421929" y="794416"/>
                  <a:pt x="5530511" y="794416"/>
                </a:cubicBezTo>
                <a:cubicBezTo>
                  <a:pt x="5584722" y="794416"/>
                  <a:pt x="5631325" y="776874"/>
                  <a:pt x="5649078" y="760428"/>
                </a:cubicBezTo>
                <a:lnTo>
                  <a:pt x="5623558" y="694801"/>
                </a:lnTo>
                <a:cubicBezTo>
                  <a:pt x="5623558" y="694801"/>
                  <a:pt x="5590270" y="717825"/>
                  <a:pt x="5542716" y="717825"/>
                </a:cubicBezTo>
                <a:cubicBezTo>
                  <a:pt x="5492784" y="717825"/>
                  <a:pt x="5470751" y="688222"/>
                  <a:pt x="5470751" y="626981"/>
                </a:cubicBezTo>
                <a:lnTo>
                  <a:pt x="5470751" y="306364"/>
                </a:lnTo>
                <a:lnTo>
                  <a:pt x="5634654" y="306364"/>
                </a:lnTo>
                <a:lnTo>
                  <a:pt x="5634654" y="236351"/>
                </a:lnTo>
                <a:lnTo>
                  <a:pt x="5470751" y="236351"/>
                </a:lnTo>
                <a:lnTo>
                  <a:pt x="5470751" y="83169"/>
                </a:lnTo>
                <a:moveTo>
                  <a:pt x="2397823" y="17386"/>
                </a:moveTo>
                <a:lnTo>
                  <a:pt x="2301447" y="17386"/>
                </a:lnTo>
                <a:lnTo>
                  <a:pt x="2301447" y="783452"/>
                </a:lnTo>
                <a:lnTo>
                  <a:pt x="2397823" y="783452"/>
                </a:lnTo>
                <a:lnTo>
                  <a:pt x="2397823" y="17386"/>
                </a:lnTo>
                <a:close/>
                <a:moveTo>
                  <a:pt x="8064337" y="17386"/>
                </a:moveTo>
                <a:lnTo>
                  <a:pt x="7918188" y="17386"/>
                </a:lnTo>
                <a:lnTo>
                  <a:pt x="7688979" y="634656"/>
                </a:lnTo>
                <a:lnTo>
                  <a:pt x="7458501" y="17386"/>
                </a:lnTo>
                <a:lnTo>
                  <a:pt x="7305695" y="17386"/>
                </a:lnTo>
                <a:lnTo>
                  <a:pt x="7305695" y="783452"/>
                </a:lnTo>
                <a:lnTo>
                  <a:pt x="7402071" y="783452"/>
                </a:lnTo>
                <a:lnTo>
                  <a:pt x="7402071" y="123579"/>
                </a:lnTo>
                <a:lnTo>
                  <a:pt x="7649034" y="783452"/>
                </a:lnTo>
                <a:lnTo>
                  <a:pt x="7723217" y="783452"/>
                </a:lnTo>
                <a:lnTo>
                  <a:pt x="7967961" y="122483"/>
                </a:lnTo>
                <a:lnTo>
                  <a:pt x="7967961" y="783452"/>
                </a:lnTo>
                <a:lnTo>
                  <a:pt x="8064337" y="783452"/>
                </a:lnTo>
                <a:lnTo>
                  <a:pt x="8064337" y="17386"/>
                </a:lnTo>
                <a:moveTo>
                  <a:pt x="9007646" y="716729"/>
                </a:moveTo>
                <a:cubicBezTo>
                  <a:pt x="8916819" y="716729"/>
                  <a:pt x="8855949" y="652198"/>
                  <a:pt x="8855949" y="509823"/>
                </a:cubicBezTo>
                <a:cubicBezTo>
                  <a:pt x="8855949" y="366509"/>
                  <a:pt x="8916819" y="302918"/>
                  <a:pt x="9007646" y="302918"/>
                </a:cubicBezTo>
                <a:cubicBezTo>
                  <a:pt x="9098475" y="302918"/>
                  <a:pt x="9159343" y="366352"/>
                  <a:pt x="9159343" y="509823"/>
                </a:cubicBezTo>
                <a:cubicBezTo>
                  <a:pt x="9159502" y="652198"/>
                  <a:pt x="9098475" y="716729"/>
                  <a:pt x="9007646" y="716729"/>
                </a:cubicBezTo>
                <a:moveTo>
                  <a:pt x="9249219" y="17386"/>
                </a:moveTo>
                <a:lnTo>
                  <a:pt x="9157282" y="17386"/>
                </a:lnTo>
                <a:lnTo>
                  <a:pt x="9157282" y="341292"/>
                </a:lnTo>
                <a:cubicBezTo>
                  <a:pt x="9137309" y="281147"/>
                  <a:pt x="9088646" y="225231"/>
                  <a:pt x="8992271" y="225231"/>
                </a:cubicBezTo>
                <a:cubicBezTo>
                  <a:pt x="8868155" y="225231"/>
                  <a:pt x="8759732" y="321557"/>
                  <a:pt x="8759732" y="513113"/>
                </a:cubicBezTo>
                <a:cubicBezTo>
                  <a:pt x="8759732" y="706861"/>
                  <a:pt x="8868314" y="794416"/>
                  <a:pt x="8984504" y="794416"/>
                </a:cubicBezTo>
                <a:cubicBezTo>
                  <a:pt x="9072002" y="794416"/>
                  <a:pt x="9136200" y="744139"/>
                  <a:pt x="9157282" y="672873"/>
                </a:cubicBezTo>
                <a:lnTo>
                  <a:pt x="9157282" y="714536"/>
                </a:lnTo>
                <a:cubicBezTo>
                  <a:pt x="9157282" y="739753"/>
                  <a:pt x="9159502" y="767006"/>
                  <a:pt x="9162831" y="783452"/>
                </a:cubicBezTo>
                <a:lnTo>
                  <a:pt x="9255878" y="783452"/>
                </a:lnTo>
                <a:cubicBezTo>
                  <a:pt x="9251439" y="757139"/>
                  <a:pt x="9249219" y="718922"/>
                  <a:pt x="9249219" y="669584"/>
                </a:cubicBezTo>
                <a:lnTo>
                  <a:pt x="9249219" y="17386"/>
                </a:lnTo>
                <a:moveTo>
                  <a:pt x="5784131" y="1096"/>
                </a:moveTo>
                <a:cubicBezTo>
                  <a:pt x="5747515" y="1096"/>
                  <a:pt x="5718824" y="29603"/>
                  <a:pt x="5718824" y="65627"/>
                </a:cubicBezTo>
                <a:cubicBezTo>
                  <a:pt x="5718824" y="101808"/>
                  <a:pt x="5747673" y="129061"/>
                  <a:pt x="5784131" y="129061"/>
                </a:cubicBezTo>
                <a:cubicBezTo>
                  <a:pt x="5820747" y="129061"/>
                  <a:pt x="5848329" y="101651"/>
                  <a:pt x="5848329" y="65627"/>
                </a:cubicBezTo>
                <a:cubicBezTo>
                  <a:pt x="5848487" y="29446"/>
                  <a:pt x="5820747" y="1096"/>
                  <a:pt x="5784131" y="1096"/>
                </a:cubicBezTo>
                <a:moveTo>
                  <a:pt x="9428497" y="1096"/>
                </a:moveTo>
                <a:cubicBezTo>
                  <a:pt x="9391881" y="1096"/>
                  <a:pt x="9363190" y="29603"/>
                  <a:pt x="9363190" y="65627"/>
                </a:cubicBezTo>
                <a:cubicBezTo>
                  <a:pt x="9363190" y="101808"/>
                  <a:pt x="9392040" y="129061"/>
                  <a:pt x="9428497" y="129061"/>
                </a:cubicBezTo>
                <a:cubicBezTo>
                  <a:pt x="9465114" y="129061"/>
                  <a:pt x="9492696" y="101651"/>
                  <a:pt x="9492696" y="65627"/>
                </a:cubicBezTo>
                <a:cubicBezTo>
                  <a:pt x="9492696" y="29446"/>
                  <a:pt x="9465114" y="1096"/>
                  <a:pt x="9428497" y="1096"/>
                </a:cubicBezTo>
                <a:moveTo>
                  <a:pt x="10219159" y="1096"/>
                </a:moveTo>
                <a:cubicBezTo>
                  <a:pt x="10182543" y="1096"/>
                  <a:pt x="10153852" y="29603"/>
                  <a:pt x="10153852" y="65627"/>
                </a:cubicBezTo>
                <a:cubicBezTo>
                  <a:pt x="10153852" y="101808"/>
                  <a:pt x="10182701" y="129061"/>
                  <a:pt x="10219159" y="129061"/>
                </a:cubicBezTo>
                <a:cubicBezTo>
                  <a:pt x="10255775" y="129061"/>
                  <a:pt x="10283358" y="101651"/>
                  <a:pt x="10283358" y="65627"/>
                </a:cubicBezTo>
                <a:cubicBezTo>
                  <a:pt x="10283358" y="29446"/>
                  <a:pt x="10255618" y="1096"/>
                  <a:pt x="10219159" y="1096"/>
                </a:cubicBezTo>
                <a:moveTo>
                  <a:pt x="1651545" y="800994"/>
                </a:moveTo>
                <a:cubicBezTo>
                  <a:pt x="1836529" y="800994"/>
                  <a:pt x="1908494" y="691512"/>
                  <a:pt x="1908494" y="548197"/>
                </a:cubicBezTo>
                <a:lnTo>
                  <a:pt x="1908494" y="17542"/>
                </a:lnTo>
                <a:lnTo>
                  <a:pt x="1771222" y="17542"/>
                </a:lnTo>
                <a:lnTo>
                  <a:pt x="1771222" y="583282"/>
                </a:lnTo>
                <a:cubicBezTo>
                  <a:pt x="1771222" y="675222"/>
                  <a:pt x="1735715" y="729885"/>
                  <a:pt x="1651545" y="729885"/>
                </a:cubicBezTo>
                <a:cubicBezTo>
                  <a:pt x="1568484" y="729885"/>
                  <a:pt x="1531867" y="671933"/>
                  <a:pt x="1531867" y="572318"/>
                </a:cubicBezTo>
                <a:lnTo>
                  <a:pt x="1531867" y="467221"/>
                </a:lnTo>
                <a:lnTo>
                  <a:pt x="1394595" y="501209"/>
                </a:lnTo>
                <a:lnTo>
                  <a:pt x="1394595" y="548197"/>
                </a:lnTo>
                <a:cubicBezTo>
                  <a:pt x="1394595" y="691668"/>
                  <a:pt x="1466560" y="800994"/>
                  <a:pt x="1651545" y="800994"/>
                </a:cubicBezTo>
                <a:moveTo>
                  <a:pt x="920642" y="721114"/>
                </a:moveTo>
                <a:cubicBezTo>
                  <a:pt x="814280" y="721114"/>
                  <a:pt x="748973" y="635752"/>
                  <a:pt x="748973" y="544908"/>
                </a:cubicBezTo>
                <a:cubicBezTo>
                  <a:pt x="748973" y="488052"/>
                  <a:pt x="774493" y="435425"/>
                  <a:pt x="816499" y="405979"/>
                </a:cubicBezTo>
                <a:lnTo>
                  <a:pt x="1066791" y="676319"/>
                </a:lnTo>
                <a:cubicBezTo>
                  <a:pt x="1020188" y="703572"/>
                  <a:pt x="968196" y="721114"/>
                  <a:pt x="920642" y="721114"/>
                </a:cubicBezTo>
                <a:moveTo>
                  <a:pt x="1054585" y="329388"/>
                </a:moveTo>
                <a:cubicBezTo>
                  <a:pt x="1144304" y="329388"/>
                  <a:pt x="1199625" y="380762"/>
                  <a:pt x="1199625" y="469413"/>
                </a:cubicBezTo>
                <a:cubicBezTo>
                  <a:pt x="1199625" y="508884"/>
                  <a:pt x="1188529" y="549294"/>
                  <a:pt x="1164118" y="586571"/>
                </a:cubicBezTo>
                <a:lnTo>
                  <a:pt x="947114" y="350220"/>
                </a:lnTo>
                <a:cubicBezTo>
                  <a:pt x="985949" y="334870"/>
                  <a:pt x="1023517" y="329388"/>
                  <a:pt x="1054585" y="329388"/>
                </a:cubicBezTo>
                <a:moveTo>
                  <a:pt x="920642" y="57952"/>
                </a:moveTo>
                <a:cubicBezTo>
                  <a:pt x="985949" y="57952"/>
                  <a:pt x="1024785" y="95230"/>
                  <a:pt x="1024785" y="163050"/>
                </a:cubicBezTo>
                <a:cubicBezTo>
                  <a:pt x="1024785" y="225387"/>
                  <a:pt x="993717" y="284593"/>
                  <a:pt x="917313" y="318424"/>
                </a:cubicBezTo>
                <a:lnTo>
                  <a:pt x="869760" y="265954"/>
                </a:lnTo>
                <a:cubicBezTo>
                  <a:pt x="827595" y="220062"/>
                  <a:pt x="815548" y="191556"/>
                  <a:pt x="815548" y="157568"/>
                </a:cubicBezTo>
                <a:cubicBezTo>
                  <a:pt x="815390" y="94133"/>
                  <a:pt x="856286" y="57952"/>
                  <a:pt x="920642" y="57952"/>
                </a:cubicBezTo>
                <a:moveTo>
                  <a:pt x="1198515" y="623692"/>
                </a:moveTo>
                <a:cubicBezTo>
                  <a:pt x="1258274" y="553679"/>
                  <a:pt x="1292672" y="477088"/>
                  <a:pt x="1292672" y="410208"/>
                </a:cubicBezTo>
                <a:cubicBezTo>
                  <a:pt x="1292672" y="327039"/>
                  <a:pt x="1236241" y="271279"/>
                  <a:pt x="1147632" y="271279"/>
                </a:cubicBezTo>
                <a:cubicBezTo>
                  <a:pt x="1101188" y="271279"/>
                  <a:pt x="1049038" y="284436"/>
                  <a:pt x="1014799" y="297593"/>
                </a:cubicBezTo>
                <a:lnTo>
                  <a:pt x="1012580" y="293207"/>
                </a:lnTo>
                <a:cubicBezTo>
                  <a:pt x="1096750" y="248412"/>
                  <a:pt x="1132257" y="206749"/>
                  <a:pt x="1132257" y="148796"/>
                </a:cubicBezTo>
                <a:cubicBezTo>
                  <a:pt x="1132257" y="65627"/>
                  <a:pt x="1056963" y="0"/>
                  <a:pt x="923971" y="0"/>
                </a:cubicBezTo>
                <a:cubicBezTo>
                  <a:pt x="771165" y="0"/>
                  <a:pt x="695871" y="84266"/>
                  <a:pt x="695871" y="189363"/>
                </a:cubicBezTo>
                <a:cubicBezTo>
                  <a:pt x="695871" y="246219"/>
                  <a:pt x="720282" y="303231"/>
                  <a:pt x="784480" y="372148"/>
                </a:cubicBezTo>
                <a:lnTo>
                  <a:pt x="785589" y="374340"/>
                </a:lnTo>
                <a:cubicBezTo>
                  <a:pt x="677008" y="425714"/>
                  <a:pt x="627235" y="508884"/>
                  <a:pt x="627235" y="594246"/>
                </a:cubicBezTo>
                <a:cubicBezTo>
                  <a:pt x="627235" y="707018"/>
                  <a:pt x="714734" y="801151"/>
                  <a:pt x="849787" y="801151"/>
                </a:cubicBezTo>
                <a:cubicBezTo>
                  <a:pt x="927300" y="801151"/>
                  <a:pt x="1018128" y="769356"/>
                  <a:pt x="1100079" y="712500"/>
                </a:cubicBezTo>
                <a:lnTo>
                  <a:pt x="1166496" y="783609"/>
                </a:lnTo>
                <a:lnTo>
                  <a:pt x="1340384" y="783609"/>
                </a:lnTo>
                <a:lnTo>
                  <a:pt x="1340384" y="778127"/>
                </a:lnTo>
                <a:lnTo>
                  <a:pt x="1198515" y="623692"/>
                </a:lnTo>
                <a:close/>
                <a:moveTo>
                  <a:pt x="256949" y="800994"/>
                </a:moveTo>
                <a:cubicBezTo>
                  <a:pt x="441934" y="800994"/>
                  <a:pt x="513898" y="691512"/>
                  <a:pt x="513898" y="548197"/>
                </a:cubicBezTo>
                <a:lnTo>
                  <a:pt x="513898" y="17542"/>
                </a:lnTo>
                <a:lnTo>
                  <a:pt x="376626" y="17542"/>
                </a:lnTo>
                <a:lnTo>
                  <a:pt x="376626" y="583282"/>
                </a:lnTo>
                <a:cubicBezTo>
                  <a:pt x="376626" y="675222"/>
                  <a:pt x="341120" y="729885"/>
                  <a:pt x="256949" y="729885"/>
                </a:cubicBezTo>
                <a:cubicBezTo>
                  <a:pt x="173889" y="729885"/>
                  <a:pt x="137272" y="671933"/>
                  <a:pt x="137272" y="572318"/>
                </a:cubicBezTo>
                <a:lnTo>
                  <a:pt x="137272" y="467221"/>
                </a:lnTo>
                <a:lnTo>
                  <a:pt x="0" y="501209"/>
                </a:lnTo>
                <a:lnTo>
                  <a:pt x="0" y="548197"/>
                </a:lnTo>
                <a:cubicBezTo>
                  <a:pt x="0" y="691668"/>
                  <a:pt x="71965" y="800994"/>
                  <a:pt x="256949" y="800994"/>
                </a:cubicBezTo>
              </a:path>
            </a:pathLst>
          </a:custGeom>
          <a:solidFill>
            <a:schemeClr val="accent1"/>
          </a:solidFill>
          <a:ln w="15840" cap="flat">
            <a:noFill/>
            <a:prstDash val="solid"/>
            <a:miter/>
          </a:ln>
        </p:spPr>
        <p:txBody>
          <a:bodyPr rtlCol="0" anchor="ctr"/>
          <a:lstStyle/>
          <a:p>
            <a:endParaRPr lang="en-GB"/>
          </a:p>
        </p:txBody>
      </p:sp>
      <p:sp>
        <p:nvSpPr>
          <p:cNvPr id="2" name="Title Placeholder 1">
            <a:extLst>
              <a:ext uri="{FF2B5EF4-FFF2-40B4-BE49-F238E27FC236}">
                <a16:creationId xmlns:a16="http://schemas.microsoft.com/office/drawing/2014/main" id="{7AD3AC25-83CD-60B4-726C-FF80D1E34156}"/>
              </a:ext>
            </a:extLst>
          </p:cNvPr>
          <p:cNvSpPr>
            <a:spLocks noGrp="1"/>
          </p:cNvSpPr>
          <p:nvPr>
            <p:ph type="title"/>
          </p:nvPr>
        </p:nvSpPr>
        <p:spPr>
          <a:xfrm>
            <a:off x="288303" y="262267"/>
            <a:ext cx="9649446" cy="468590"/>
          </a:xfrm>
          <a:prstGeom prst="rect">
            <a:avLst/>
          </a:prstGeom>
        </p:spPr>
        <p:txBody>
          <a:bodyPr vert="horz" wrap="square" lIns="0" tIns="0" rIns="0" bIns="0" rtlCol="0" anchor="t">
            <a:sp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FB6C014F-3AB8-1D05-B6D7-A26746AAF1A0}"/>
              </a:ext>
            </a:extLst>
          </p:cNvPr>
          <p:cNvSpPr>
            <a:spLocks noGrp="1"/>
          </p:cNvSpPr>
          <p:nvPr>
            <p:ph type="body" idx="1"/>
          </p:nvPr>
        </p:nvSpPr>
        <p:spPr>
          <a:xfrm>
            <a:off x="289384" y="1822451"/>
            <a:ext cx="11610516" cy="394334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C2DB68EF-BA48-F4BC-BE79-97134696D633}"/>
              </a:ext>
            </a:extLst>
          </p:cNvPr>
          <p:cNvSpPr>
            <a:spLocks noGrp="1"/>
          </p:cNvSpPr>
          <p:nvPr>
            <p:ph type="ftr" sz="quarter" idx="3"/>
          </p:nvPr>
        </p:nvSpPr>
        <p:spPr>
          <a:xfrm>
            <a:off x="288259" y="5868000"/>
            <a:ext cx="11610516" cy="304122"/>
          </a:xfrm>
          <a:prstGeom prst="rect">
            <a:avLst/>
          </a:prstGeom>
        </p:spPr>
        <p:txBody>
          <a:bodyPr vert="horz" wrap="square" lIns="0" tIns="0" rIns="0" bIns="0" rtlCol="0" anchor="b" anchorCtr="0">
            <a:spAutoFit/>
          </a:bodyPr>
          <a:lstStyle>
            <a:lvl1pPr algn="l">
              <a:lnSpc>
                <a:spcPct val="110000"/>
              </a:lnSpc>
              <a:spcBef>
                <a:spcPts val="600"/>
              </a:spcBef>
              <a:spcAft>
                <a:spcPts val="600"/>
              </a:spcAft>
              <a:defRPr sz="800" b="0" i="0">
                <a:solidFill>
                  <a:schemeClr val="tx1"/>
                </a:solidFill>
                <a:latin typeface="+mn-lt"/>
              </a:defRPr>
            </a:lvl1pPr>
          </a:lstStyle>
          <a:p>
            <a:pPr>
              <a:spcBef>
                <a:spcPts val="0"/>
              </a:spcBef>
              <a:spcAft>
                <a:spcPts val="300"/>
              </a:spcAft>
            </a:pPr>
            <a:r>
              <a:rPr lang="en-US" b="0" i="0" dirty="0">
                <a:effectLst/>
              </a:rPr>
              <a:t>Slide legal disclaimer goes here if required
Slide footer goes here if required. Turn off globally using the Header/Footer function (under the Insert menu).</a:t>
            </a:r>
          </a:p>
        </p:txBody>
      </p:sp>
      <p:sp>
        <p:nvSpPr>
          <p:cNvPr id="6" name="Slide Number Placeholder 5">
            <a:extLst>
              <a:ext uri="{FF2B5EF4-FFF2-40B4-BE49-F238E27FC236}">
                <a16:creationId xmlns:a16="http://schemas.microsoft.com/office/drawing/2014/main" id="{150AF38A-4788-8D76-5A2D-056814C2D2C7}"/>
              </a:ext>
            </a:extLst>
          </p:cNvPr>
          <p:cNvSpPr>
            <a:spLocks noGrp="1"/>
          </p:cNvSpPr>
          <p:nvPr>
            <p:ph type="sldNum" sz="quarter" idx="4"/>
          </p:nvPr>
        </p:nvSpPr>
        <p:spPr>
          <a:xfrm>
            <a:off x="11581942" y="6433878"/>
            <a:ext cx="320674" cy="153463"/>
          </a:xfrm>
          <a:prstGeom prst="rect">
            <a:avLst/>
          </a:prstGeom>
        </p:spPr>
        <p:txBody>
          <a:bodyPr vert="horz" lIns="0" tIns="0" rIns="0" bIns="0" rtlCol="0" anchor="ctr"/>
          <a:lstStyle>
            <a:lvl1pPr algn="r">
              <a:lnSpc>
                <a:spcPct val="110000"/>
              </a:lnSpc>
              <a:spcBef>
                <a:spcPts val="600"/>
              </a:spcBef>
              <a:spcAft>
                <a:spcPts val="600"/>
              </a:spcAft>
              <a:defRPr sz="900" b="0" i="0">
                <a:solidFill>
                  <a:schemeClr val="tx1"/>
                </a:solidFill>
                <a:latin typeface="+mn-lt"/>
              </a:defRPr>
            </a:lvl1pPr>
          </a:lstStyle>
          <a:p>
            <a:fld id="{AEC8D767-5246-2244-A4A3-B8AFB218393C}" type="slidenum">
              <a:rPr lang="en-GB" smtClean="0"/>
              <a:pPr/>
              <a:t>‹#›</a:t>
            </a:fld>
            <a:endParaRPr lang="en-GB" dirty="0"/>
          </a:p>
        </p:txBody>
      </p:sp>
    </p:spTree>
    <p:extLst>
      <p:ext uri="{BB962C8B-B14F-4D97-AF65-F5344CB8AC3E}">
        <p14:creationId xmlns:p14="http://schemas.microsoft.com/office/powerpoint/2010/main" val="3543768889"/>
      </p:ext>
    </p:extLst>
  </p:cSld>
  <p:clrMap bg1="lt1" tx1="dk1" bg2="lt2" tx2="dk2" accent1="accent1" accent2="accent2" accent3="accent3" accent4="accent4" accent5="accent5" accent6="accent6" hlink="hlink" folHlink="folHlink"/>
  <p:sldLayoutIdLst>
    <p:sldLayoutId id="2147483683" r:id="rId1"/>
  </p:sldLayoutIdLst>
  <p:hf hdr="0" ftr="0" dt="0"/>
  <p:txStyles>
    <p:titleStyle>
      <a:lvl1pPr algn="l" defTabSz="914400" rtl="0" eaLnBrk="1" latinLnBrk="0" hangingPunct="1">
        <a:lnSpc>
          <a:spcPct val="85000"/>
        </a:lnSpc>
        <a:spcBef>
          <a:spcPts val="600"/>
        </a:spcBef>
        <a:spcAft>
          <a:spcPts val="600"/>
        </a:spcAft>
        <a:buNone/>
        <a:defRPr sz="3500" b="0" i="0" kern="1200" spc="0" baseline="0">
          <a:solidFill>
            <a:schemeClr val="accent1"/>
          </a:solidFill>
          <a:latin typeface="+mj-lt"/>
          <a:ea typeface="+mj-ea"/>
          <a:cs typeface="+mj-cs"/>
        </a:defRPr>
      </a:lvl1pPr>
    </p:titleStyle>
    <p:bodyStyle>
      <a:lvl1pPr marL="0" indent="0" algn="l" defTabSz="914400" rtl="0" eaLnBrk="1" latinLnBrk="0" hangingPunct="1">
        <a:lnSpc>
          <a:spcPct val="110000"/>
        </a:lnSpc>
        <a:spcBef>
          <a:spcPts val="600"/>
        </a:spcBef>
        <a:spcAft>
          <a:spcPts val="600"/>
        </a:spcAft>
        <a:buFont typeface="Arial" panose="020B0604020202020204" pitchFamily="34" charset="0"/>
        <a:buNone/>
        <a:tabLst/>
        <a:defRPr sz="1800" b="0" i="0" kern="1200">
          <a:solidFill>
            <a:schemeClr val="tx1"/>
          </a:solidFill>
          <a:latin typeface="+mn-lt"/>
          <a:ea typeface="+mn-ea"/>
          <a:cs typeface="+mn-cs"/>
        </a:defRPr>
      </a:lvl1pPr>
      <a:lvl2pPr marL="285750" indent="-285750" algn="l" defTabSz="914400" rtl="0" eaLnBrk="1" latinLnBrk="0" hangingPunct="1">
        <a:lnSpc>
          <a:spcPct val="110000"/>
        </a:lnSpc>
        <a:spcBef>
          <a:spcPts val="0"/>
        </a:spcBef>
        <a:spcAft>
          <a:spcPts val="600"/>
        </a:spcAft>
        <a:buFont typeface="Arial" panose="020B0604020202020204" pitchFamily="34" charset="0"/>
        <a:buChar char="•"/>
        <a:tabLst/>
        <a:defRPr sz="1800" b="0" i="0" kern="1200">
          <a:solidFill>
            <a:schemeClr val="tx1"/>
          </a:solidFill>
          <a:latin typeface="+mn-lt"/>
          <a:ea typeface="+mn-ea"/>
          <a:cs typeface="+mn-cs"/>
        </a:defRPr>
      </a:lvl2pPr>
      <a:lvl3pPr marL="571500" indent="-285750" algn="l" defTabSz="914400" rtl="0" eaLnBrk="1" latinLnBrk="0" hangingPunct="1">
        <a:lnSpc>
          <a:spcPct val="110000"/>
        </a:lnSpc>
        <a:spcBef>
          <a:spcPts val="0"/>
        </a:spcBef>
        <a:spcAft>
          <a:spcPts val="600"/>
        </a:spcAft>
        <a:buFont typeface="Arial" panose="020B0604020202020204" pitchFamily="34" charset="0"/>
        <a:buChar char="•"/>
        <a:tabLst/>
        <a:defRPr sz="1600" b="0" i="0" kern="1200">
          <a:solidFill>
            <a:schemeClr val="tx1"/>
          </a:solidFill>
          <a:latin typeface="+mn-lt"/>
          <a:ea typeface="+mn-ea"/>
          <a:cs typeface="+mn-cs"/>
        </a:defRPr>
      </a:lvl3pPr>
      <a:lvl4pPr marL="856800" indent="-285750" algn="l" defTabSz="914400" rtl="0" eaLnBrk="1" latinLnBrk="0" hangingPunct="1">
        <a:lnSpc>
          <a:spcPct val="110000"/>
        </a:lnSpc>
        <a:spcBef>
          <a:spcPts val="0"/>
        </a:spcBef>
        <a:spcAft>
          <a:spcPts val="600"/>
        </a:spcAft>
        <a:buFont typeface="Arial" panose="020B0604020202020204" pitchFamily="34" charset="0"/>
        <a:buChar char="•"/>
        <a:tabLst/>
        <a:defRPr sz="1600" b="0" i="0" kern="1200">
          <a:solidFill>
            <a:schemeClr val="tx1"/>
          </a:solidFill>
          <a:latin typeface="+mn-lt"/>
          <a:ea typeface="+mn-ea"/>
          <a:cs typeface="+mn-cs"/>
        </a:defRPr>
      </a:lvl4pPr>
      <a:lvl5pPr marL="0" indent="0" algn="l" defTabSz="914400" rtl="0" eaLnBrk="1" latinLnBrk="0" hangingPunct="1">
        <a:lnSpc>
          <a:spcPct val="110000"/>
        </a:lnSpc>
        <a:spcBef>
          <a:spcPts val="600"/>
        </a:spcBef>
        <a:spcAft>
          <a:spcPts val="600"/>
        </a:spcAft>
        <a:buFont typeface="Arial" panose="020B0604020202020204" pitchFamily="34" charset="0"/>
        <a:buNone/>
        <a:tabLst/>
        <a:defRPr sz="800" b="0" i="0" kern="1200">
          <a:solidFill>
            <a:schemeClr val="tx1"/>
          </a:solidFill>
          <a:latin typeface="+mn-lt"/>
          <a:ea typeface="+mn-ea"/>
          <a:cs typeface="+mn-cs"/>
        </a:defRPr>
      </a:lvl5pPr>
      <a:lvl6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smtClean="0">
          <a:solidFill>
            <a:schemeClr val="tx1"/>
          </a:solidFill>
          <a:latin typeface="+mn-lt"/>
          <a:ea typeface="+mn-ea"/>
          <a:cs typeface="+mn-cs"/>
        </a:defRPr>
      </a:lvl6pPr>
      <a:lvl7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smtClean="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800" b="0" i="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8" userDrawn="1">
          <p15:clr>
            <a:srgbClr val="FDE53C"/>
          </p15:clr>
        </p15:guide>
        <p15:guide id="2" pos="181" userDrawn="1">
          <p15:clr>
            <a:srgbClr val="FDE53C"/>
          </p15:clr>
        </p15:guide>
        <p15:guide id="3" pos="708" userDrawn="1">
          <p15:clr>
            <a:srgbClr val="FDE53C"/>
          </p15:clr>
        </p15:guide>
        <p15:guide id="4" pos="798" userDrawn="1">
          <p15:clr>
            <a:srgbClr val="FDE53C"/>
          </p15:clr>
        </p15:guide>
        <p15:guide id="5" pos="1325" userDrawn="1">
          <p15:clr>
            <a:srgbClr val="FDE53C"/>
          </p15:clr>
        </p15:guide>
        <p15:guide id="6" pos="1416" userDrawn="1">
          <p15:clr>
            <a:srgbClr val="FDE53C"/>
          </p15:clr>
        </p15:guide>
        <p15:guide id="7" pos="1942" userDrawn="1">
          <p15:clr>
            <a:srgbClr val="FDE53C"/>
          </p15:clr>
        </p15:guide>
        <p15:guide id="8" pos="2032" userDrawn="1">
          <p15:clr>
            <a:srgbClr val="FDE53C"/>
          </p15:clr>
        </p15:guide>
        <p15:guide id="9" pos="2559" userDrawn="1">
          <p15:clr>
            <a:srgbClr val="FDE53C"/>
          </p15:clr>
        </p15:guide>
        <p15:guide id="10" pos="2650" userDrawn="1">
          <p15:clr>
            <a:srgbClr val="FDE53C"/>
          </p15:clr>
        </p15:guide>
        <p15:guide id="11" pos="3176" userDrawn="1">
          <p15:clr>
            <a:srgbClr val="FDE53C"/>
          </p15:clr>
        </p15:guide>
        <p15:guide id="12" pos="3264" userDrawn="1">
          <p15:clr>
            <a:srgbClr val="FDE53C"/>
          </p15:clr>
        </p15:guide>
        <p15:guide id="13" pos="3793" userDrawn="1">
          <p15:clr>
            <a:srgbClr val="FDE53C"/>
          </p15:clr>
        </p15:guide>
        <p15:guide id="14" pos="3884" userDrawn="1">
          <p15:clr>
            <a:srgbClr val="FDE53C"/>
          </p15:clr>
        </p15:guide>
        <p15:guide id="15" pos="4411" userDrawn="1">
          <p15:clr>
            <a:srgbClr val="FDE53C"/>
          </p15:clr>
        </p15:guide>
        <p15:guide id="16" pos="4501" userDrawn="1">
          <p15:clr>
            <a:srgbClr val="FDE53C"/>
          </p15:clr>
        </p15:guide>
        <p15:guide id="17" pos="5028" userDrawn="1">
          <p15:clr>
            <a:srgbClr val="FDE53C"/>
          </p15:clr>
        </p15:guide>
        <p15:guide id="18" pos="5118" userDrawn="1">
          <p15:clr>
            <a:srgbClr val="FDE53C"/>
          </p15:clr>
        </p15:guide>
        <p15:guide id="19" pos="5645" userDrawn="1">
          <p15:clr>
            <a:srgbClr val="FDE53C"/>
          </p15:clr>
        </p15:guide>
        <p15:guide id="20" pos="5735" userDrawn="1">
          <p15:clr>
            <a:srgbClr val="FDE53C"/>
          </p15:clr>
        </p15:guide>
        <p15:guide id="21" pos="6262" userDrawn="1">
          <p15:clr>
            <a:srgbClr val="FDE53C"/>
          </p15:clr>
        </p15:guide>
        <p15:guide id="22" pos="6352" userDrawn="1">
          <p15:clr>
            <a:srgbClr val="FDE53C"/>
          </p15:clr>
        </p15:guide>
        <p15:guide id="23" pos="6879" userDrawn="1">
          <p15:clr>
            <a:srgbClr val="FDE53C"/>
          </p15:clr>
        </p15:guide>
        <p15:guide id="24" pos="6970" userDrawn="1">
          <p15:clr>
            <a:srgbClr val="FDE53C"/>
          </p15:clr>
        </p15:guide>
        <p15:guide id="25" pos="7496" userDrawn="1">
          <p15:clr>
            <a:srgbClr val="FDE53C"/>
          </p15:clr>
        </p15:guide>
        <p15:guide id="28" orient="horz" pos="1382" userDrawn="1">
          <p15:clr>
            <a:srgbClr val="FDE53C"/>
          </p15:clr>
        </p15:guide>
        <p15:guide id="29" orient="horz" pos="1473" userDrawn="1">
          <p15:clr>
            <a:srgbClr val="FDE53C"/>
          </p15:clr>
        </p15:guide>
        <p15:guide id="30" orient="horz" pos="2024" userDrawn="1">
          <p15:clr>
            <a:srgbClr val="FDE53C"/>
          </p15:clr>
        </p15:guide>
        <p15:guide id="31" orient="horz" pos="2115" userDrawn="1">
          <p15:clr>
            <a:srgbClr val="FDE53C"/>
          </p15:clr>
        </p15:guide>
        <p15:guide id="32" orient="horz" pos="2666" userDrawn="1">
          <p15:clr>
            <a:srgbClr val="FDE53C"/>
          </p15:clr>
        </p15:guide>
        <p15:guide id="33" orient="horz" pos="2757" userDrawn="1">
          <p15:clr>
            <a:srgbClr val="FDE53C"/>
          </p15:clr>
        </p15:guide>
        <p15:guide id="34" orient="horz" pos="3308" userDrawn="1">
          <p15:clr>
            <a:srgbClr val="FDE53C"/>
          </p15:clr>
        </p15:guide>
        <p15:guide id="35" orient="horz" pos="3398" userDrawn="1">
          <p15:clr>
            <a:srgbClr val="FDE53C"/>
          </p15:clr>
        </p15:guide>
        <p15:guide id="36" orient="horz" pos="3954" userDrawn="1">
          <p15:clr>
            <a:srgbClr val="FDE53C"/>
          </p15:clr>
        </p15:guide>
        <p15:guide id="37" orient="horz" pos="4044" userDrawn="1">
          <p15:clr>
            <a:srgbClr val="FDE53C"/>
          </p15:clr>
        </p15:guide>
        <p15:guide id="38" orient="horz" pos="4131" userDrawn="1">
          <p15:clr>
            <a:srgbClr val="FDE53C"/>
          </p15:clr>
        </p15:guide>
        <p15:guide id="39" orient="horz" pos="738" userDrawn="1">
          <p15:clr>
            <a:srgbClr val="FDE53C"/>
          </p15:clr>
        </p15:guide>
        <p15:guide id="40" orient="horz" pos="828" userDrawn="1">
          <p15:clr>
            <a:srgbClr val="FDE53C"/>
          </p15:clr>
        </p15:guide>
        <p15:guide id="41" orient="horz" pos="1060" userDrawn="1">
          <p15:clr>
            <a:srgbClr val="FDE53C"/>
          </p15:clr>
        </p15:guide>
        <p15:guide id="42" orient="horz" pos="1148" userDrawn="1">
          <p15:clr>
            <a:srgbClr val="FDE53C"/>
          </p15:clr>
        </p15:guide>
        <p15:guide id="43" orient="horz" pos="1702" userDrawn="1">
          <p15:clr>
            <a:srgbClr val="FDE53C"/>
          </p15:clr>
        </p15:guide>
        <p15:guide id="44" orient="horz" pos="1794" userDrawn="1">
          <p15:clr>
            <a:srgbClr val="FDE53C"/>
          </p15:clr>
        </p15:guide>
        <p15:guide id="45" orient="horz" pos="2346" userDrawn="1">
          <p15:clr>
            <a:srgbClr val="FDE53C"/>
          </p15:clr>
        </p15:guide>
        <p15:guide id="46" orient="horz" pos="2436" userDrawn="1">
          <p15:clr>
            <a:srgbClr val="FDE53C"/>
          </p15:clr>
        </p15:guide>
        <p15:guide id="47" orient="horz" pos="2990" userDrawn="1">
          <p15:clr>
            <a:srgbClr val="FDE53C"/>
          </p15:clr>
        </p15:guide>
        <p15:guide id="48" orient="horz" pos="3080" userDrawn="1">
          <p15:clr>
            <a:srgbClr val="FDE53C"/>
          </p15:clr>
        </p15:guide>
        <p15:guide id="49" orient="horz" pos="3632" userDrawn="1">
          <p15:clr>
            <a:srgbClr val="FDE53C"/>
          </p15:clr>
        </p15:guide>
        <p15:guide id="50" orient="horz" pos="3722" userDrawn="1">
          <p15:clr>
            <a:srgbClr val="FDE53C"/>
          </p15:clr>
        </p15:guide>
        <p15:guide id="51" orient="horz" pos="380" userDrawn="1">
          <p15:clr>
            <a:srgbClr val="547EBF"/>
          </p15:clr>
        </p15:guide>
        <p15:guide id="52" pos="7172" userDrawn="1">
          <p15:clr>
            <a:srgbClr val="547EBF"/>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8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80.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hyperlink" Target="https://github.com/RConsortium/submissions-pilot3-adam-to-fda" TargetMode="Externa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80.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0.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80.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pharmaverse/tidytlg" TargetMode="External"/><Relationship Id="rId2" Type="http://schemas.openxmlformats.org/officeDocument/2006/relationships/notesSlide" Target="../notesSlides/notesSlide4.xml"/><Relationship Id="rId1" Type="http://schemas.openxmlformats.org/officeDocument/2006/relationships/slideLayout" Target="../slideLayouts/slideLayout80.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0.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8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0.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0.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0.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7FFFF9C3_ABF62B5C.xml"/><Relationship Id="rId2" Type="http://schemas.openxmlformats.org/officeDocument/2006/relationships/notesSlide" Target="../notesSlides/notesSlide9.xml"/><Relationship Id="rId1" Type="http://schemas.openxmlformats.org/officeDocument/2006/relationships/slideLayout" Target="../slideLayouts/slideLayout80.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80.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80.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80.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24.xml.rels><?xml version="1.0" encoding="UTF-8" standalone="yes"?>
<Relationships xmlns="http://schemas.openxmlformats.org/package/2006/relationships"><Relationship Id="rId8" Type="http://schemas.openxmlformats.org/officeDocument/2006/relationships/hyperlink" Target="https://github.com/RConsortium/submissions-pilot5-datasetjson" TargetMode="External"/><Relationship Id="rId3" Type="http://schemas.openxmlformats.org/officeDocument/2006/relationships/hyperlink" Target="https://posit.co/webinar/johnson-johnsons-open-source-journey-in-r/" TargetMode="External"/><Relationship Id="rId7" Type="http://schemas.openxmlformats.org/officeDocument/2006/relationships/hyperlink" Target="https://github.com/RConsortium/submissions-pilot4-container" TargetMode="External"/><Relationship Id="rId2" Type="http://schemas.openxmlformats.org/officeDocument/2006/relationships/hyperlink" Target="https://www.youtube.com/watch?v=lWXqfuaxNL8" TargetMode="External"/><Relationship Id="rId1" Type="http://schemas.openxmlformats.org/officeDocument/2006/relationships/slideLayout" Target="../slideLayouts/slideLayout80.xml"/><Relationship Id="rId6" Type="http://schemas.openxmlformats.org/officeDocument/2006/relationships/hyperlink" Target="https://github.com/RConsortium/submissions-pilot3-adam-to-fda" TargetMode="External"/><Relationship Id="rId5" Type="http://schemas.openxmlformats.org/officeDocument/2006/relationships/hyperlink" Target="https://github.com/RConsortium/submissions-pilot2-to-fda" TargetMode="External"/><Relationship Id="rId4" Type="http://schemas.openxmlformats.org/officeDocument/2006/relationships/hyperlink" Target="https://github.com/RConsortium/submissions-pilot1-to-fda"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5FC348-D682-EFDD-62C6-61C295069146}"/>
              </a:ext>
            </a:extLst>
          </p:cNvPr>
          <p:cNvSpPr>
            <a:spLocks noGrp="1"/>
          </p:cNvSpPr>
          <p:nvPr>
            <p:ph type="ctrTitle"/>
          </p:nvPr>
        </p:nvSpPr>
        <p:spPr/>
        <p:txBody>
          <a:bodyPr>
            <a:normAutofit fontScale="90000"/>
          </a:bodyPr>
          <a:lstStyle/>
          <a:p>
            <a:r>
              <a:rPr lang="en-US" sz="4400" dirty="0">
                <a:solidFill>
                  <a:srgbClr val="FFFFFF"/>
                </a:solidFill>
              </a:rPr>
              <a:t>Johnson &amp; Johnson’s Hybrid R Submission Strategy: Successful story of the R submission to the </a:t>
            </a:r>
            <a:r>
              <a:rPr lang="en-US" sz="4000" dirty="0">
                <a:solidFill>
                  <a:srgbClr val="FFFFFF"/>
                </a:solidFill>
              </a:rPr>
              <a:t>FDA</a:t>
            </a:r>
            <a:br>
              <a:rPr lang="en-US" sz="7200" dirty="0">
                <a:solidFill>
                  <a:srgbClr val="FFFFFF"/>
                </a:solidFill>
              </a:rPr>
            </a:br>
            <a:endParaRPr lang="en-US" dirty="0"/>
          </a:p>
        </p:txBody>
      </p:sp>
      <p:sp>
        <p:nvSpPr>
          <p:cNvPr id="5" name="Subtitle 4">
            <a:extLst>
              <a:ext uri="{FF2B5EF4-FFF2-40B4-BE49-F238E27FC236}">
                <a16:creationId xmlns:a16="http://schemas.microsoft.com/office/drawing/2014/main" id="{F6DB52FA-01B0-714C-53F7-A805E29A6597}"/>
              </a:ext>
            </a:extLst>
          </p:cNvPr>
          <p:cNvSpPr>
            <a:spLocks noGrp="1"/>
          </p:cNvSpPr>
          <p:nvPr>
            <p:ph type="subTitle" idx="1"/>
          </p:nvPr>
        </p:nvSpPr>
        <p:spPr>
          <a:xfrm>
            <a:off x="284806" y="4581144"/>
            <a:ext cx="1361114" cy="557784"/>
          </a:xfrm>
        </p:spPr>
        <p:txBody>
          <a:bodyPr/>
          <a:lstStyle/>
          <a:p>
            <a:r>
              <a:rPr lang="en-US" dirty="0">
                <a:latin typeface="Verdana"/>
                <a:ea typeface="Verdana"/>
              </a:rPr>
              <a:t>21 Oct 2025</a:t>
            </a:r>
          </a:p>
          <a:p>
            <a:endParaRPr lang="en-US" dirty="0"/>
          </a:p>
        </p:txBody>
      </p:sp>
      <p:pic>
        <p:nvPicPr>
          <p:cNvPr id="10" name="Picture Placeholder 9" descr="A person smiling at camera&#10;&#10;AI-generated content may be incorrect.">
            <a:extLst>
              <a:ext uri="{FF2B5EF4-FFF2-40B4-BE49-F238E27FC236}">
                <a16:creationId xmlns:a16="http://schemas.microsoft.com/office/drawing/2014/main" id="{AB54D914-B311-A777-DDD0-48525F6E55AD}"/>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3515" b="3515"/>
          <a:stretch/>
        </p:blipFill>
        <p:spPr>
          <a:xfrm>
            <a:off x="3303842" y="3077611"/>
            <a:ext cx="2616781" cy="2954347"/>
          </a:xfrm>
        </p:spPr>
      </p:pic>
      <p:pic>
        <p:nvPicPr>
          <p:cNvPr id="12" name="Picture Placeholder 11" descr="A person in a suit and bow tie&#10;&#10;AI-generated content may be incorrect.">
            <a:extLst>
              <a:ext uri="{FF2B5EF4-FFF2-40B4-BE49-F238E27FC236}">
                <a16:creationId xmlns:a16="http://schemas.microsoft.com/office/drawing/2014/main" id="{27F688DF-5C67-EA7B-E246-59C0835D7C66}"/>
              </a:ext>
            </a:extLst>
          </p:cNvPr>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t="1336" b="1336"/>
          <a:stretch/>
        </p:blipFill>
        <p:spPr>
          <a:xfrm>
            <a:off x="6557595" y="3079995"/>
            <a:ext cx="2616781" cy="2946145"/>
          </a:xfrm>
        </p:spPr>
      </p:pic>
      <p:pic>
        <p:nvPicPr>
          <p:cNvPr id="6" name="Picture Placeholder 5">
            <a:extLst>
              <a:ext uri="{FF2B5EF4-FFF2-40B4-BE49-F238E27FC236}">
                <a16:creationId xmlns:a16="http://schemas.microsoft.com/office/drawing/2014/main" id="{92C913FB-D610-91A9-048E-163F23E6A3DF}"/>
              </a:ext>
            </a:extLst>
          </p:cNvPr>
          <p:cNvPicPr>
            <a:picLocks noGrp="1" noChangeAspect="1"/>
          </p:cNvPicPr>
          <p:nvPr>
            <p:ph type="pic" sz="quarter" idx="12"/>
          </p:nvPr>
        </p:nvPicPr>
        <p:blipFill>
          <a:blip r:embed="rId4">
            <a:extLst>
              <a:ext uri="{28A0092B-C50C-407E-A947-70E740481C1C}">
                <a14:useLocalDpi xmlns:a14="http://schemas.microsoft.com/office/drawing/2010/main" val="0"/>
              </a:ext>
            </a:extLst>
          </a:blip>
          <a:srcRect t="7783" b="7783"/>
          <a:stretch>
            <a:fillRect/>
          </a:stretch>
        </p:blipFill>
        <p:spPr>
          <a:xfrm>
            <a:off x="9522976" y="3079995"/>
            <a:ext cx="2562146" cy="2884632"/>
          </a:xfrm>
        </p:spPr>
      </p:pic>
      <p:sp>
        <p:nvSpPr>
          <p:cNvPr id="2" name="Subtitle 4">
            <a:extLst>
              <a:ext uri="{FF2B5EF4-FFF2-40B4-BE49-F238E27FC236}">
                <a16:creationId xmlns:a16="http://schemas.microsoft.com/office/drawing/2014/main" id="{49492024-3ABC-381C-9F9C-9A289B19BB4D}"/>
              </a:ext>
            </a:extLst>
          </p:cNvPr>
          <p:cNvSpPr txBox="1">
            <a:spLocks/>
          </p:cNvSpPr>
          <p:nvPr/>
        </p:nvSpPr>
        <p:spPr>
          <a:xfrm>
            <a:off x="3774765" y="6033261"/>
            <a:ext cx="1870961" cy="557784"/>
          </a:xfrm>
          <a:prstGeom prst="rect">
            <a:avLst/>
          </a:prstGeom>
        </p:spPr>
        <p:txBody>
          <a:bodyPr vert="horz" lIns="0" tIns="0" rIns="0" bIns="0" rtlCol="0" anchor="b">
            <a:no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tabLst/>
              <a:defRPr sz="1400" b="0" i="0" kern="1200">
                <a:solidFill>
                  <a:schemeClr val="bg1"/>
                </a:solidFill>
                <a:latin typeface="+mn-lt"/>
                <a:ea typeface="+mn-ea"/>
                <a:cs typeface="+mn-cs"/>
              </a:defRPr>
            </a:lvl1pPr>
            <a:lvl2pPr marL="457200" indent="0" algn="ctr" defTabSz="914400" rtl="0" eaLnBrk="1" latinLnBrk="0" hangingPunct="1">
              <a:lnSpc>
                <a:spcPct val="110000"/>
              </a:lnSpc>
              <a:spcBef>
                <a:spcPts val="0"/>
              </a:spcBef>
              <a:spcAft>
                <a:spcPts val="600"/>
              </a:spcAft>
              <a:buFont typeface="Arial" panose="020B0604020202020204" pitchFamily="34" charset="0"/>
              <a:buNone/>
              <a:tabLst/>
              <a:defRPr sz="2000" b="0" i="0" kern="1200">
                <a:solidFill>
                  <a:schemeClr val="tx1"/>
                </a:solidFill>
                <a:latin typeface="+mn-lt"/>
                <a:ea typeface="+mn-ea"/>
                <a:cs typeface="+mn-cs"/>
              </a:defRPr>
            </a:lvl2pPr>
            <a:lvl3pPr marL="914400" indent="0" algn="ctr" defTabSz="914400" rtl="0" eaLnBrk="1" latinLnBrk="0" hangingPunct="1">
              <a:lnSpc>
                <a:spcPct val="110000"/>
              </a:lnSpc>
              <a:spcBef>
                <a:spcPts val="0"/>
              </a:spcBef>
              <a:spcAft>
                <a:spcPts val="600"/>
              </a:spcAft>
              <a:buFont typeface="Arial" panose="020B0604020202020204" pitchFamily="34" charset="0"/>
              <a:buNone/>
              <a:tabLst/>
              <a:defRPr sz="1800" b="0" i="0" kern="1200">
                <a:solidFill>
                  <a:schemeClr val="tx1"/>
                </a:solidFill>
                <a:latin typeface="+mn-lt"/>
                <a:ea typeface="+mn-ea"/>
                <a:cs typeface="+mn-cs"/>
              </a:defRPr>
            </a:lvl3pPr>
            <a:lvl4pPr marL="1371600" indent="0" algn="ctr" defTabSz="914400" rtl="0" eaLnBrk="1" latinLnBrk="0" hangingPunct="1">
              <a:lnSpc>
                <a:spcPct val="110000"/>
              </a:lnSpc>
              <a:spcBef>
                <a:spcPts val="0"/>
              </a:spcBef>
              <a:spcAft>
                <a:spcPts val="600"/>
              </a:spcAft>
              <a:buFont typeface="Arial" panose="020B0604020202020204" pitchFamily="34" charset="0"/>
              <a:buNone/>
              <a:tabLst/>
              <a:defRPr sz="1600" b="0" i="0" kern="1200">
                <a:solidFill>
                  <a:schemeClr val="tx1"/>
                </a:solidFill>
                <a:latin typeface="+mn-lt"/>
                <a:ea typeface="+mn-ea"/>
                <a:cs typeface="+mn-cs"/>
              </a:defRPr>
            </a:lvl4pPr>
            <a:lvl5pPr marL="1828800" indent="0" algn="ctr" defTabSz="914400" rtl="0" eaLnBrk="1" latinLnBrk="0" hangingPunct="1">
              <a:lnSpc>
                <a:spcPct val="110000"/>
              </a:lnSpc>
              <a:spcBef>
                <a:spcPts val="600"/>
              </a:spcBef>
              <a:spcAft>
                <a:spcPts val="600"/>
              </a:spcAft>
              <a:buFont typeface="Arial" panose="020B0604020202020204" pitchFamily="34" charset="0"/>
              <a:buNone/>
              <a:tabLst/>
              <a:defRPr sz="1600" b="0" i="0" kern="1200">
                <a:solidFill>
                  <a:schemeClr val="tx1"/>
                </a:solidFill>
                <a:latin typeface="+mn-lt"/>
                <a:ea typeface="+mn-ea"/>
                <a:cs typeface="+mn-cs"/>
              </a:defRPr>
            </a:lvl5pPr>
            <a:lvl6pPr marL="2286000" indent="0" algn="ctr" defTabSz="914400" rtl="0" eaLnBrk="1" latinLnBrk="0" hangingPunct="1">
              <a:lnSpc>
                <a:spcPct val="90000"/>
              </a:lnSpc>
              <a:spcBef>
                <a:spcPts val="600"/>
              </a:spcBef>
              <a:spcAft>
                <a:spcPts val="600"/>
              </a:spcAft>
              <a:buFont typeface="Arial" panose="020B0604020202020204" pitchFamily="34" charset="0"/>
              <a:buNone/>
              <a:defRPr lang="en-GB" sz="1600" b="0" i="0" kern="1200">
                <a:solidFill>
                  <a:schemeClr val="tx1"/>
                </a:solidFill>
                <a:latin typeface="+mn-lt"/>
                <a:ea typeface="+mn-ea"/>
                <a:cs typeface="+mn-cs"/>
              </a:defRPr>
            </a:lvl6pPr>
            <a:lvl7pPr marL="2743200" indent="0" algn="ctr" defTabSz="914400" rtl="0" eaLnBrk="1" latinLnBrk="0" hangingPunct="1">
              <a:lnSpc>
                <a:spcPct val="90000"/>
              </a:lnSpc>
              <a:spcBef>
                <a:spcPts val="600"/>
              </a:spcBef>
              <a:spcAft>
                <a:spcPts val="600"/>
              </a:spcAft>
              <a:buFont typeface="Arial" panose="020B0604020202020204" pitchFamily="34" charset="0"/>
              <a:buNone/>
              <a:defRPr lang="en-GB" sz="1600" b="0" i="0" kern="1200">
                <a:solidFill>
                  <a:schemeClr val="tx1"/>
                </a:solidFill>
                <a:latin typeface="+mn-lt"/>
                <a:ea typeface="+mn-ea"/>
                <a:cs typeface="+mn-cs"/>
              </a:defRPr>
            </a:lvl7pPr>
            <a:lvl8pPr marL="3200400" indent="0" algn="ctr" defTabSz="914400" rtl="0" eaLnBrk="1" latinLnBrk="0" hangingPunct="1">
              <a:lnSpc>
                <a:spcPct val="90000"/>
              </a:lnSpc>
              <a:spcBef>
                <a:spcPts val="600"/>
              </a:spcBef>
              <a:spcAft>
                <a:spcPts val="600"/>
              </a:spcAft>
              <a:buFont typeface="Arial" panose="020B0604020202020204" pitchFamily="34" charset="0"/>
              <a:buNone/>
              <a:defRPr lang="en-GB" sz="1600" b="0" i="0" kern="1200">
                <a:solidFill>
                  <a:schemeClr val="tx1"/>
                </a:solidFill>
                <a:latin typeface="+mn-lt"/>
                <a:ea typeface="+mn-ea"/>
                <a:cs typeface="+mn-cs"/>
              </a:defRPr>
            </a:lvl8pPr>
            <a:lvl9pPr marL="3657600" indent="0" algn="ctr" defTabSz="914400" rtl="0" eaLnBrk="1" latinLnBrk="0" hangingPunct="1">
              <a:lnSpc>
                <a:spcPct val="90000"/>
              </a:lnSpc>
              <a:spcBef>
                <a:spcPts val="600"/>
              </a:spcBef>
              <a:spcAft>
                <a:spcPts val="600"/>
              </a:spcAft>
              <a:buFont typeface="Arial" panose="020B0604020202020204" pitchFamily="34" charset="0"/>
              <a:buNone/>
              <a:defRPr sz="1600" b="0" i="0" kern="1200">
                <a:solidFill>
                  <a:schemeClr val="tx1"/>
                </a:solidFill>
                <a:latin typeface="+mn-lt"/>
                <a:ea typeface="+mn-ea"/>
                <a:cs typeface="+mn-cs"/>
              </a:defRPr>
            </a:lvl9pPr>
          </a:lstStyle>
          <a:p>
            <a:r>
              <a:rPr lang="en-US" dirty="0">
                <a:latin typeface="Verdana"/>
                <a:ea typeface="Verdana"/>
              </a:rPr>
              <a:t>Alicia Humphreys</a:t>
            </a:r>
          </a:p>
          <a:p>
            <a:endParaRPr lang="en-US" dirty="0"/>
          </a:p>
        </p:txBody>
      </p:sp>
      <p:sp>
        <p:nvSpPr>
          <p:cNvPr id="3" name="Subtitle 4">
            <a:extLst>
              <a:ext uri="{FF2B5EF4-FFF2-40B4-BE49-F238E27FC236}">
                <a16:creationId xmlns:a16="http://schemas.microsoft.com/office/drawing/2014/main" id="{66C134A2-127E-BCF6-CA44-B60651FCA9FB}"/>
              </a:ext>
            </a:extLst>
          </p:cNvPr>
          <p:cNvSpPr txBox="1">
            <a:spLocks/>
          </p:cNvSpPr>
          <p:nvPr/>
        </p:nvSpPr>
        <p:spPr>
          <a:xfrm>
            <a:off x="6822765" y="6033261"/>
            <a:ext cx="2217326" cy="557784"/>
          </a:xfrm>
          <a:prstGeom prst="rect">
            <a:avLst/>
          </a:prstGeom>
        </p:spPr>
        <p:txBody>
          <a:bodyPr vert="horz" lIns="0" tIns="0" rIns="0" bIns="0" rtlCol="0" anchor="b">
            <a:no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tabLst/>
              <a:defRPr sz="1400" b="0" i="0" kern="1200">
                <a:solidFill>
                  <a:schemeClr val="bg1"/>
                </a:solidFill>
                <a:latin typeface="+mn-lt"/>
                <a:ea typeface="+mn-ea"/>
                <a:cs typeface="+mn-cs"/>
              </a:defRPr>
            </a:lvl1pPr>
            <a:lvl2pPr marL="457200" indent="0" algn="ctr" defTabSz="914400" rtl="0" eaLnBrk="1" latinLnBrk="0" hangingPunct="1">
              <a:lnSpc>
                <a:spcPct val="110000"/>
              </a:lnSpc>
              <a:spcBef>
                <a:spcPts val="0"/>
              </a:spcBef>
              <a:spcAft>
                <a:spcPts val="600"/>
              </a:spcAft>
              <a:buFont typeface="Arial" panose="020B0604020202020204" pitchFamily="34" charset="0"/>
              <a:buNone/>
              <a:tabLst/>
              <a:defRPr sz="2000" b="0" i="0" kern="1200">
                <a:solidFill>
                  <a:schemeClr val="tx1"/>
                </a:solidFill>
                <a:latin typeface="+mn-lt"/>
                <a:ea typeface="+mn-ea"/>
                <a:cs typeface="+mn-cs"/>
              </a:defRPr>
            </a:lvl2pPr>
            <a:lvl3pPr marL="914400" indent="0" algn="ctr" defTabSz="914400" rtl="0" eaLnBrk="1" latinLnBrk="0" hangingPunct="1">
              <a:lnSpc>
                <a:spcPct val="110000"/>
              </a:lnSpc>
              <a:spcBef>
                <a:spcPts val="0"/>
              </a:spcBef>
              <a:spcAft>
                <a:spcPts val="600"/>
              </a:spcAft>
              <a:buFont typeface="Arial" panose="020B0604020202020204" pitchFamily="34" charset="0"/>
              <a:buNone/>
              <a:tabLst/>
              <a:defRPr sz="1800" b="0" i="0" kern="1200">
                <a:solidFill>
                  <a:schemeClr val="tx1"/>
                </a:solidFill>
                <a:latin typeface="+mn-lt"/>
                <a:ea typeface="+mn-ea"/>
                <a:cs typeface="+mn-cs"/>
              </a:defRPr>
            </a:lvl3pPr>
            <a:lvl4pPr marL="1371600" indent="0" algn="ctr" defTabSz="914400" rtl="0" eaLnBrk="1" latinLnBrk="0" hangingPunct="1">
              <a:lnSpc>
                <a:spcPct val="110000"/>
              </a:lnSpc>
              <a:spcBef>
                <a:spcPts val="0"/>
              </a:spcBef>
              <a:spcAft>
                <a:spcPts val="600"/>
              </a:spcAft>
              <a:buFont typeface="Arial" panose="020B0604020202020204" pitchFamily="34" charset="0"/>
              <a:buNone/>
              <a:tabLst/>
              <a:defRPr sz="1600" b="0" i="0" kern="1200">
                <a:solidFill>
                  <a:schemeClr val="tx1"/>
                </a:solidFill>
                <a:latin typeface="+mn-lt"/>
                <a:ea typeface="+mn-ea"/>
                <a:cs typeface="+mn-cs"/>
              </a:defRPr>
            </a:lvl4pPr>
            <a:lvl5pPr marL="1828800" indent="0" algn="ctr" defTabSz="914400" rtl="0" eaLnBrk="1" latinLnBrk="0" hangingPunct="1">
              <a:lnSpc>
                <a:spcPct val="110000"/>
              </a:lnSpc>
              <a:spcBef>
                <a:spcPts val="600"/>
              </a:spcBef>
              <a:spcAft>
                <a:spcPts val="600"/>
              </a:spcAft>
              <a:buFont typeface="Arial" panose="020B0604020202020204" pitchFamily="34" charset="0"/>
              <a:buNone/>
              <a:tabLst/>
              <a:defRPr sz="1600" b="0" i="0" kern="1200">
                <a:solidFill>
                  <a:schemeClr val="tx1"/>
                </a:solidFill>
                <a:latin typeface="+mn-lt"/>
                <a:ea typeface="+mn-ea"/>
                <a:cs typeface="+mn-cs"/>
              </a:defRPr>
            </a:lvl5pPr>
            <a:lvl6pPr marL="2286000" indent="0" algn="ctr" defTabSz="914400" rtl="0" eaLnBrk="1" latinLnBrk="0" hangingPunct="1">
              <a:lnSpc>
                <a:spcPct val="90000"/>
              </a:lnSpc>
              <a:spcBef>
                <a:spcPts val="600"/>
              </a:spcBef>
              <a:spcAft>
                <a:spcPts val="600"/>
              </a:spcAft>
              <a:buFont typeface="Arial" panose="020B0604020202020204" pitchFamily="34" charset="0"/>
              <a:buNone/>
              <a:defRPr lang="en-GB" sz="1600" b="0" i="0" kern="1200">
                <a:solidFill>
                  <a:schemeClr val="tx1"/>
                </a:solidFill>
                <a:latin typeface="+mn-lt"/>
                <a:ea typeface="+mn-ea"/>
                <a:cs typeface="+mn-cs"/>
              </a:defRPr>
            </a:lvl6pPr>
            <a:lvl7pPr marL="2743200" indent="0" algn="ctr" defTabSz="914400" rtl="0" eaLnBrk="1" latinLnBrk="0" hangingPunct="1">
              <a:lnSpc>
                <a:spcPct val="90000"/>
              </a:lnSpc>
              <a:spcBef>
                <a:spcPts val="600"/>
              </a:spcBef>
              <a:spcAft>
                <a:spcPts val="600"/>
              </a:spcAft>
              <a:buFont typeface="Arial" panose="020B0604020202020204" pitchFamily="34" charset="0"/>
              <a:buNone/>
              <a:defRPr lang="en-GB" sz="1600" b="0" i="0" kern="1200">
                <a:solidFill>
                  <a:schemeClr val="tx1"/>
                </a:solidFill>
                <a:latin typeface="+mn-lt"/>
                <a:ea typeface="+mn-ea"/>
                <a:cs typeface="+mn-cs"/>
              </a:defRPr>
            </a:lvl7pPr>
            <a:lvl8pPr marL="3200400" indent="0" algn="ctr" defTabSz="914400" rtl="0" eaLnBrk="1" latinLnBrk="0" hangingPunct="1">
              <a:lnSpc>
                <a:spcPct val="90000"/>
              </a:lnSpc>
              <a:spcBef>
                <a:spcPts val="600"/>
              </a:spcBef>
              <a:spcAft>
                <a:spcPts val="600"/>
              </a:spcAft>
              <a:buFont typeface="Arial" panose="020B0604020202020204" pitchFamily="34" charset="0"/>
              <a:buNone/>
              <a:defRPr lang="en-GB" sz="1600" b="0" i="0" kern="1200">
                <a:solidFill>
                  <a:schemeClr val="tx1"/>
                </a:solidFill>
                <a:latin typeface="+mn-lt"/>
                <a:ea typeface="+mn-ea"/>
                <a:cs typeface="+mn-cs"/>
              </a:defRPr>
            </a:lvl8pPr>
            <a:lvl9pPr marL="3657600" indent="0" algn="ctr" defTabSz="914400" rtl="0" eaLnBrk="1" latinLnBrk="0" hangingPunct="1">
              <a:lnSpc>
                <a:spcPct val="90000"/>
              </a:lnSpc>
              <a:spcBef>
                <a:spcPts val="600"/>
              </a:spcBef>
              <a:spcAft>
                <a:spcPts val="600"/>
              </a:spcAft>
              <a:buFont typeface="Arial" panose="020B0604020202020204" pitchFamily="34" charset="0"/>
              <a:buNone/>
              <a:defRPr sz="1600" b="0" i="0" kern="1200">
                <a:solidFill>
                  <a:schemeClr val="tx1"/>
                </a:solidFill>
                <a:latin typeface="+mn-lt"/>
                <a:ea typeface="+mn-ea"/>
                <a:cs typeface="+mn-cs"/>
              </a:defRPr>
            </a:lvl9pPr>
          </a:lstStyle>
          <a:p>
            <a:r>
              <a:rPr lang="en-US" dirty="0">
                <a:latin typeface="Verdana"/>
                <a:ea typeface="Verdana"/>
              </a:rPr>
              <a:t>Steven Haesendonckx</a:t>
            </a:r>
          </a:p>
          <a:p>
            <a:endParaRPr lang="en-US" dirty="0"/>
          </a:p>
        </p:txBody>
      </p:sp>
      <p:sp>
        <p:nvSpPr>
          <p:cNvPr id="7" name="Subtitle 4">
            <a:extLst>
              <a:ext uri="{FF2B5EF4-FFF2-40B4-BE49-F238E27FC236}">
                <a16:creationId xmlns:a16="http://schemas.microsoft.com/office/drawing/2014/main" id="{C0720E07-3B59-0B62-1153-F56241BF513D}"/>
              </a:ext>
            </a:extLst>
          </p:cNvPr>
          <p:cNvSpPr txBox="1">
            <a:spLocks/>
          </p:cNvSpPr>
          <p:nvPr/>
        </p:nvSpPr>
        <p:spPr>
          <a:xfrm>
            <a:off x="9867796" y="6026140"/>
            <a:ext cx="2217326" cy="557784"/>
          </a:xfrm>
          <a:prstGeom prst="rect">
            <a:avLst/>
          </a:prstGeom>
        </p:spPr>
        <p:txBody>
          <a:bodyPr vert="horz" lIns="0" tIns="0" rIns="0" bIns="0" rtlCol="0" anchor="b">
            <a:no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tabLst/>
              <a:defRPr sz="1400" b="0" i="0" kern="1200">
                <a:solidFill>
                  <a:schemeClr val="bg1"/>
                </a:solidFill>
                <a:latin typeface="+mn-lt"/>
                <a:ea typeface="+mn-ea"/>
                <a:cs typeface="+mn-cs"/>
              </a:defRPr>
            </a:lvl1pPr>
            <a:lvl2pPr marL="457200" indent="0" algn="ctr" defTabSz="914400" rtl="0" eaLnBrk="1" latinLnBrk="0" hangingPunct="1">
              <a:lnSpc>
                <a:spcPct val="110000"/>
              </a:lnSpc>
              <a:spcBef>
                <a:spcPts val="0"/>
              </a:spcBef>
              <a:spcAft>
                <a:spcPts val="600"/>
              </a:spcAft>
              <a:buFont typeface="Arial" panose="020B0604020202020204" pitchFamily="34" charset="0"/>
              <a:buNone/>
              <a:tabLst/>
              <a:defRPr sz="2000" b="0" i="0" kern="1200">
                <a:solidFill>
                  <a:schemeClr val="tx1"/>
                </a:solidFill>
                <a:latin typeface="+mn-lt"/>
                <a:ea typeface="+mn-ea"/>
                <a:cs typeface="+mn-cs"/>
              </a:defRPr>
            </a:lvl2pPr>
            <a:lvl3pPr marL="914400" indent="0" algn="ctr" defTabSz="914400" rtl="0" eaLnBrk="1" latinLnBrk="0" hangingPunct="1">
              <a:lnSpc>
                <a:spcPct val="110000"/>
              </a:lnSpc>
              <a:spcBef>
                <a:spcPts val="0"/>
              </a:spcBef>
              <a:spcAft>
                <a:spcPts val="600"/>
              </a:spcAft>
              <a:buFont typeface="Arial" panose="020B0604020202020204" pitchFamily="34" charset="0"/>
              <a:buNone/>
              <a:tabLst/>
              <a:defRPr sz="1800" b="0" i="0" kern="1200">
                <a:solidFill>
                  <a:schemeClr val="tx1"/>
                </a:solidFill>
                <a:latin typeface="+mn-lt"/>
                <a:ea typeface="+mn-ea"/>
                <a:cs typeface="+mn-cs"/>
              </a:defRPr>
            </a:lvl3pPr>
            <a:lvl4pPr marL="1371600" indent="0" algn="ctr" defTabSz="914400" rtl="0" eaLnBrk="1" latinLnBrk="0" hangingPunct="1">
              <a:lnSpc>
                <a:spcPct val="110000"/>
              </a:lnSpc>
              <a:spcBef>
                <a:spcPts val="0"/>
              </a:spcBef>
              <a:spcAft>
                <a:spcPts val="600"/>
              </a:spcAft>
              <a:buFont typeface="Arial" panose="020B0604020202020204" pitchFamily="34" charset="0"/>
              <a:buNone/>
              <a:tabLst/>
              <a:defRPr sz="1600" b="0" i="0" kern="1200">
                <a:solidFill>
                  <a:schemeClr val="tx1"/>
                </a:solidFill>
                <a:latin typeface="+mn-lt"/>
                <a:ea typeface="+mn-ea"/>
                <a:cs typeface="+mn-cs"/>
              </a:defRPr>
            </a:lvl4pPr>
            <a:lvl5pPr marL="1828800" indent="0" algn="ctr" defTabSz="914400" rtl="0" eaLnBrk="1" latinLnBrk="0" hangingPunct="1">
              <a:lnSpc>
                <a:spcPct val="110000"/>
              </a:lnSpc>
              <a:spcBef>
                <a:spcPts val="600"/>
              </a:spcBef>
              <a:spcAft>
                <a:spcPts val="600"/>
              </a:spcAft>
              <a:buFont typeface="Arial" panose="020B0604020202020204" pitchFamily="34" charset="0"/>
              <a:buNone/>
              <a:tabLst/>
              <a:defRPr sz="1600" b="0" i="0" kern="1200">
                <a:solidFill>
                  <a:schemeClr val="tx1"/>
                </a:solidFill>
                <a:latin typeface="+mn-lt"/>
                <a:ea typeface="+mn-ea"/>
                <a:cs typeface="+mn-cs"/>
              </a:defRPr>
            </a:lvl5pPr>
            <a:lvl6pPr marL="2286000" indent="0" algn="ctr" defTabSz="914400" rtl="0" eaLnBrk="1" latinLnBrk="0" hangingPunct="1">
              <a:lnSpc>
                <a:spcPct val="90000"/>
              </a:lnSpc>
              <a:spcBef>
                <a:spcPts val="600"/>
              </a:spcBef>
              <a:spcAft>
                <a:spcPts val="600"/>
              </a:spcAft>
              <a:buFont typeface="Arial" panose="020B0604020202020204" pitchFamily="34" charset="0"/>
              <a:buNone/>
              <a:defRPr lang="en-GB" sz="1600" b="0" i="0" kern="1200">
                <a:solidFill>
                  <a:schemeClr val="tx1"/>
                </a:solidFill>
                <a:latin typeface="+mn-lt"/>
                <a:ea typeface="+mn-ea"/>
                <a:cs typeface="+mn-cs"/>
              </a:defRPr>
            </a:lvl6pPr>
            <a:lvl7pPr marL="2743200" indent="0" algn="ctr" defTabSz="914400" rtl="0" eaLnBrk="1" latinLnBrk="0" hangingPunct="1">
              <a:lnSpc>
                <a:spcPct val="90000"/>
              </a:lnSpc>
              <a:spcBef>
                <a:spcPts val="600"/>
              </a:spcBef>
              <a:spcAft>
                <a:spcPts val="600"/>
              </a:spcAft>
              <a:buFont typeface="Arial" panose="020B0604020202020204" pitchFamily="34" charset="0"/>
              <a:buNone/>
              <a:defRPr lang="en-GB" sz="1600" b="0" i="0" kern="1200">
                <a:solidFill>
                  <a:schemeClr val="tx1"/>
                </a:solidFill>
                <a:latin typeface="+mn-lt"/>
                <a:ea typeface="+mn-ea"/>
                <a:cs typeface="+mn-cs"/>
              </a:defRPr>
            </a:lvl7pPr>
            <a:lvl8pPr marL="3200400" indent="0" algn="ctr" defTabSz="914400" rtl="0" eaLnBrk="1" latinLnBrk="0" hangingPunct="1">
              <a:lnSpc>
                <a:spcPct val="90000"/>
              </a:lnSpc>
              <a:spcBef>
                <a:spcPts val="600"/>
              </a:spcBef>
              <a:spcAft>
                <a:spcPts val="600"/>
              </a:spcAft>
              <a:buFont typeface="Arial" panose="020B0604020202020204" pitchFamily="34" charset="0"/>
              <a:buNone/>
              <a:defRPr lang="en-GB" sz="1600" b="0" i="0" kern="1200">
                <a:solidFill>
                  <a:schemeClr val="tx1"/>
                </a:solidFill>
                <a:latin typeface="+mn-lt"/>
                <a:ea typeface="+mn-ea"/>
                <a:cs typeface="+mn-cs"/>
              </a:defRPr>
            </a:lvl8pPr>
            <a:lvl9pPr marL="3657600" indent="0" algn="ctr" defTabSz="914400" rtl="0" eaLnBrk="1" latinLnBrk="0" hangingPunct="1">
              <a:lnSpc>
                <a:spcPct val="90000"/>
              </a:lnSpc>
              <a:spcBef>
                <a:spcPts val="600"/>
              </a:spcBef>
              <a:spcAft>
                <a:spcPts val="600"/>
              </a:spcAft>
              <a:buFont typeface="Arial" panose="020B0604020202020204" pitchFamily="34" charset="0"/>
              <a:buNone/>
              <a:defRPr sz="1600" b="0" i="0" kern="1200">
                <a:solidFill>
                  <a:schemeClr val="tx1"/>
                </a:solidFill>
                <a:latin typeface="+mn-lt"/>
                <a:ea typeface="+mn-ea"/>
                <a:cs typeface="+mn-cs"/>
              </a:defRPr>
            </a:lvl9pPr>
          </a:lstStyle>
          <a:p>
            <a:r>
              <a:rPr lang="en-US" dirty="0">
                <a:latin typeface="Verdana"/>
                <a:ea typeface="Verdana"/>
              </a:rPr>
              <a:t>Linshan Yuan</a:t>
            </a:r>
          </a:p>
          <a:p>
            <a:endParaRPr lang="en-US" dirty="0"/>
          </a:p>
        </p:txBody>
      </p:sp>
    </p:spTree>
    <p:extLst>
      <p:ext uri="{BB962C8B-B14F-4D97-AF65-F5344CB8AC3E}">
        <p14:creationId xmlns:p14="http://schemas.microsoft.com/office/powerpoint/2010/main" val="2530432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D4580F7-CDC3-EF2E-B9D6-66BFF53E2924}"/>
              </a:ext>
            </a:extLst>
          </p:cNvPr>
          <p:cNvSpPr txBox="1">
            <a:spLocks/>
          </p:cNvSpPr>
          <p:nvPr/>
        </p:nvSpPr>
        <p:spPr>
          <a:xfrm>
            <a:off x="713872" y="299677"/>
            <a:ext cx="5394098" cy="1079801"/>
          </a:xfrm>
          <a:prstGeom prst="rect">
            <a:avLst/>
          </a:prstGeom>
        </p:spPr>
        <p:txBody>
          <a:bodyPr vert="horz" wrap="square" lIns="0" tIns="0" rIns="0" bIns="0" rtlCol="0" anchor="t">
            <a:normAutofit/>
          </a:bodyPr>
          <a:lstStyle>
            <a:lvl1pPr algn="l" defTabSz="914400" rtl="0" eaLnBrk="1" latinLnBrk="0" hangingPunct="1">
              <a:lnSpc>
                <a:spcPct val="80000"/>
              </a:lnSpc>
              <a:spcBef>
                <a:spcPts val="600"/>
              </a:spcBef>
              <a:spcAft>
                <a:spcPts val="600"/>
              </a:spcAft>
              <a:buNone/>
              <a:defRPr lang="en-GB" sz="7000" b="0" i="0" kern="1200" spc="0" baseline="0" smtClean="0">
                <a:solidFill>
                  <a:schemeClr val="bg1"/>
                </a:solidFill>
                <a:latin typeface="+mj-lt"/>
                <a:ea typeface="+mj-ea"/>
                <a:cs typeface="+mj-cs"/>
              </a:defRPr>
            </a:lvl1pPr>
          </a:lstStyle>
          <a:p>
            <a:r>
              <a:rPr lang="en-US" sz="4800" dirty="0">
                <a:solidFill>
                  <a:srgbClr val="FFFFFF"/>
                </a:solidFill>
              </a:rPr>
              <a:t>Highlights</a:t>
            </a:r>
          </a:p>
        </p:txBody>
      </p:sp>
      <p:pic>
        <p:nvPicPr>
          <p:cNvPr id="18" name="Picture 17">
            <a:extLst>
              <a:ext uri="{FF2B5EF4-FFF2-40B4-BE49-F238E27FC236}">
                <a16:creationId xmlns:a16="http://schemas.microsoft.com/office/drawing/2014/main" id="{D044230D-BA91-1430-9540-AE8FD7A1CF69}"/>
              </a:ext>
            </a:extLst>
          </p:cNvPr>
          <p:cNvPicPr>
            <a:picLocks noChangeAspect="1"/>
          </p:cNvPicPr>
          <p:nvPr/>
        </p:nvPicPr>
        <p:blipFill>
          <a:blip r:embed="rId3"/>
          <a:stretch>
            <a:fillRect/>
          </a:stretch>
        </p:blipFill>
        <p:spPr>
          <a:xfrm>
            <a:off x="2062923" y="886747"/>
            <a:ext cx="8090093" cy="5084505"/>
          </a:xfrm>
          <a:prstGeom prst="rect">
            <a:avLst/>
          </a:prstGeom>
        </p:spPr>
      </p:pic>
      <p:sp>
        <p:nvSpPr>
          <p:cNvPr id="2" name="Slide Number Placeholder 5">
            <a:extLst>
              <a:ext uri="{FF2B5EF4-FFF2-40B4-BE49-F238E27FC236}">
                <a16:creationId xmlns:a16="http://schemas.microsoft.com/office/drawing/2014/main" id="{D896FF56-2097-7A79-F52E-04944A6FBA74}"/>
              </a:ext>
            </a:extLst>
          </p:cNvPr>
          <p:cNvSpPr>
            <a:spLocks noGrp="1"/>
          </p:cNvSpPr>
          <p:nvPr>
            <p:ph type="sldNum" sz="quarter" idx="12"/>
          </p:nvPr>
        </p:nvSpPr>
        <p:spPr>
          <a:xfrm>
            <a:off x="11581942" y="6433878"/>
            <a:ext cx="320674" cy="153463"/>
          </a:xfrm>
        </p:spPr>
        <p:txBody>
          <a:bodyPr/>
          <a:lstStyle/>
          <a:p>
            <a:fld id="{AEC8D767-5246-2244-A4A3-B8AFB218393C}" type="slidenum">
              <a:rPr lang="en-GB" smtClean="0"/>
              <a:t>2</a:t>
            </a:fld>
            <a:endParaRPr lang="en-GB"/>
          </a:p>
        </p:txBody>
      </p:sp>
    </p:spTree>
    <p:extLst>
      <p:ext uri="{BB962C8B-B14F-4D97-AF65-F5344CB8AC3E}">
        <p14:creationId xmlns:p14="http://schemas.microsoft.com/office/powerpoint/2010/main" val="3172060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6A756-C026-2733-C46E-3B17714329D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2267A1C-BD8B-0BAC-52FA-8A1EA42467CE}"/>
              </a:ext>
            </a:extLst>
          </p:cNvPr>
          <p:cNvSpPr txBox="1">
            <a:spLocks/>
          </p:cNvSpPr>
          <p:nvPr/>
        </p:nvSpPr>
        <p:spPr>
          <a:xfrm>
            <a:off x="427683" y="295339"/>
            <a:ext cx="5394098" cy="1079801"/>
          </a:xfrm>
          <a:prstGeom prst="rect">
            <a:avLst/>
          </a:prstGeom>
        </p:spPr>
        <p:txBody>
          <a:bodyPr vert="horz" wrap="square" lIns="0" tIns="0" rIns="0" bIns="0" rtlCol="0" anchor="t">
            <a:normAutofit/>
          </a:bodyPr>
          <a:lstStyle>
            <a:lvl1pPr algn="l" defTabSz="914400" rtl="0" eaLnBrk="1" latinLnBrk="0" hangingPunct="1">
              <a:lnSpc>
                <a:spcPct val="80000"/>
              </a:lnSpc>
              <a:spcBef>
                <a:spcPts val="600"/>
              </a:spcBef>
              <a:spcAft>
                <a:spcPts val="600"/>
              </a:spcAft>
              <a:buNone/>
              <a:defRPr lang="en-GB" sz="7000" b="0" i="0" kern="1200" spc="0" baseline="0" smtClean="0">
                <a:solidFill>
                  <a:schemeClr val="bg1"/>
                </a:solidFill>
                <a:latin typeface="+mj-lt"/>
                <a:ea typeface="+mj-ea"/>
                <a:cs typeface="+mj-cs"/>
              </a:defRPr>
            </a:lvl1pPr>
          </a:lstStyle>
          <a:p>
            <a:r>
              <a:rPr lang="en-US" sz="4800" dirty="0">
                <a:solidFill>
                  <a:srgbClr val="FFFFFF"/>
                </a:solidFill>
              </a:rPr>
              <a:t>Contents</a:t>
            </a:r>
          </a:p>
        </p:txBody>
      </p:sp>
      <p:graphicFrame>
        <p:nvGraphicFramePr>
          <p:cNvPr id="7" name="Content Placeholder 2">
            <a:extLst>
              <a:ext uri="{FF2B5EF4-FFF2-40B4-BE49-F238E27FC236}">
                <a16:creationId xmlns:a16="http://schemas.microsoft.com/office/drawing/2014/main" id="{59A6B7DB-47C3-E153-84AD-CA5DC955923A}"/>
              </a:ext>
            </a:extLst>
          </p:cNvPr>
          <p:cNvGraphicFramePr>
            <a:graphicFrameLocks/>
          </p:cNvGraphicFramePr>
          <p:nvPr/>
        </p:nvGraphicFramePr>
        <p:xfrm>
          <a:off x="552011" y="104428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Content Placeholder 2">
            <a:extLst>
              <a:ext uri="{FF2B5EF4-FFF2-40B4-BE49-F238E27FC236}">
                <a16:creationId xmlns:a16="http://schemas.microsoft.com/office/drawing/2014/main" id="{225906FB-DC14-053F-D659-11D0D09A4263}"/>
              </a:ext>
            </a:extLst>
          </p:cNvPr>
          <p:cNvGraphicFramePr>
            <a:graphicFrameLocks/>
          </p:cNvGraphicFramePr>
          <p:nvPr>
            <p:extLst>
              <p:ext uri="{D42A27DB-BD31-4B8C-83A1-F6EECF244321}">
                <p14:modId xmlns:p14="http://schemas.microsoft.com/office/powerpoint/2010/main" val="2115662106"/>
              </p:ext>
            </p:extLst>
          </p:nvPr>
        </p:nvGraphicFramePr>
        <p:xfrm>
          <a:off x="357867" y="1108131"/>
          <a:ext cx="10927829" cy="368940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pSp>
        <p:nvGrpSpPr>
          <p:cNvPr id="9" name="Group 8">
            <a:extLst>
              <a:ext uri="{FF2B5EF4-FFF2-40B4-BE49-F238E27FC236}">
                <a16:creationId xmlns:a16="http://schemas.microsoft.com/office/drawing/2014/main" id="{B9A169DC-9A0F-0EEF-EB7A-54E4EB34FA1F}"/>
              </a:ext>
            </a:extLst>
          </p:cNvPr>
          <p:cNvGrpSpPr/>
          <p:nvPr/>
        </p:nvGrpSpPr>
        <p:grpSpPr>
          <a:xfrm>
            <a:off x="3333675" y="4910496"/>
            <a:ext cx="8414428" cy="688688"/>
            <a:chOff x="2576222" y="2937218"/>
            <a:chExt cx="8414428" cy="688688"/>
          </a:xfrm>
        </p:grpSpPr>
        <p:sp>
          <p:nvSpPr>
            <p:cNvPr id="10" name="Rectangle: Rounded Corners 9">
              <a:extLst>
                <a:ext uri="{FF2B5EF4-FFF2-40B4-BE49-F238E27FC236}">
                  <a16:creationId xmlns:a16="http://schemas.microsoft.com/office/drawing/2014/main" id="{CF116F0C-88C3-E9F0-FF46-15232135CA13}"/>
                </a:ext>
              </a:extLst>
            </p:cNvPr>
            <p:cNvSpPr/>
            <p:nvPr/>
          </p:nvSpPr>
          <p:spPr>
            <a:xfrm>
              <a:off x="2576222" y="2937218"/>
              <a:ext cx="8414428" cy="664092"/>
            </a:xfrm>
            <a:prstGeom prst="roundRect">
              <a:avLst>
                <a:gd name="adj" fmla="val 10000"/>
              </a:avLst>
            </a:prstGeom>
            <a:solidFill>
              <a:srgbClr val="ED7D31">
                <a:hueOff val="-1455363"/>
                <a:satOff val="-83928"/>
                <a:lumOff val="8628"/>
                <a:alphaOff val="0"/>
              </a:srgbClr>
            </a:solidFill>
            <a:ln w="12700" cap="flat" cmpd="sng" algn="ctr">
              <a:solidFill>
                <a:sysClr val="window" lastClr="FFFFFF">
                  <a:hueOff val="0"/>
                  <a:satOff val="0"/>
                  <a:lumOff val="0"/>
                  <a:alphaOff val="0"/>
                </a:sys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tangle: Rounded Corners 4">
              <a:extLst>
                <a:ext uri="{FF2B5EF4-FFF2-40B4-BE49-F238E27FC236}">
                  <a16:creationId xmlns:a16="http://schemas.microsoft.com/office/drawing/2014/main" id="{DE4ABD0D-7F9A-B67C-B099-29DFCD6AF641}"/>
                </a:ext>
              </a:extLst>
            </p:cNvPr>
            <p:cNvSpPr txBox="1"/>
            <p:nvPr/>
          </p:nvSpPr>
          <p:spPr>
            <a:xfrm>
              <a:off x="2668216" y="3000716"/>
              <a:ext cx="7315515" cy="625190"/>
            </a:xfrm>
            <a:prstGeom prst="rect">
              <a:avLst/>
            </a:prstGeom>
            <a:noFill/>
            <a:ln>
              <a:noFill/>
            </a:ln>
            <a:effectLst/>
          </p:spPr>
          <p:txBody>
            <a:bodyPr spcFirstLastPara="0" vert="horz" wrap="square" lIns="64770" tIns="64770" rIns="64770" bIns="64770" numCol="1" spcCol="1270" anchor="ctr" anchorCtr="0">
              <a:noAutofit/>
            </a:bodyPr>
            <a:lstStyle/>
            <a:p>
              <a:pPr marL="0" marR="0" lvl="0" indent="0" defTabSz="755650" eaLnBrk="1" fontAlgn="auto" latinLnBrk="0" hangingPunct="1">
                <a:lnSpc>
                  <a:spcPct val="90000"/>
                </a:lnSpc>
                <a:spcBef>
                  <a:spcPct val="0"/>
                </a:spcBef>
                <a:spcAft>
                  <a:spcPct val="35000"/>
                </a:spcAft>
                <a:buClrTx/>
                <a:buSzTx/>
                <a:buFontTx/>
                <a:buNone/>
                <a:tabLst/>
                <a:defRPr/>
              </a:pPr>
              <a:r>
                <a:rPr kumimoji="0" lang="en-US" b="0" i="0" u="none" strike="noStrike" kern="0" cap="none" spc="0" normalizeH="0" baseline="0" noProof="0" dirty="0">
                  <a:ln>
                    <a:noFill/>
                  </a:ln>
                  <a:solidFill>
                    <a:prstClr val="white"/>
                  </a:solidFill>
                  <a:effectLst/>
                  <a:uLnTx/>
                  <a:uFillTx/>
                  <a:ea typeface="+mn-ea"/>
                  <a:cs typeface="+mn-cs"/>
                </a:rPr>
                <a:t>Conclusion and Challenges</a:t>
              </a:r>
            </a:p>
          </p:txBody>
        </p:sp>
      </p:grpSp>
      <p:grpSp>
        <p:nvGrpSpPr>
          <p:cNvPr id="12" name="Group 11">
            <a:extLst>
              <a:ext uri="{FF2B5EF4-FFF2-40B4-BE49-F238E27FC236}">
                <a16:creationId xmlns:a16="http://schemas.microsoft.com/office/drawing/2014/main" id="{8D0723E5-E9B8-1B51-E070-2A8D46048F37}"/>
              </a:ext>
            </a:extLst>
          </p:cNvPr>
          <p:cNvGrpSpPr/>
          <p:nvPr/>
        </p:nvGrpSpPr>
        <p:grpSpPr>
          <a:xfrm>
            <a:off x="10797610" y="4630019"/>
            <a:ext cx="431660" cy="431660"/>
            <a:chOff x="9867818" y="2750451"/>
            <a:chExt cx="431660" cy="431660"/>
          </a:xfrm>
        </p:grpSpPr>
        <p:sp>
          <p:nvSpPr>
            <p:cNvPr id="13" name="Arrow: Down 12">
              <a:extLst>
                <a:ext uri="{FF2B5EF4-FFF2-40B4-BE49-F238E27FC236}">
                  <a16:creationId xmlns:a16="http://schemas.microsoft.com/office/drawing/2014/main" id="{E7142E74-76A2-53E0-7D0D-A5BC698C59FD}"/>
                </a:ext>
              </a:extLst>
            </p:cNvPr>
            <p:cNvSpPr/>
            <p:nvPr/>
          </p:nvSpPr>
          <p:spPr>
            <a:xfrm>
              <a:off x="9867818" y="2750451"/>
              <a:ext cx="431660" cy="431660"/>
            </a:xfrm>
            <a:prstGeom prst="downArrow">
              <a:avLst>
                <a:gd name="adj1" fmla="val 55000"/>
                <a:gd name="adj2" fmla="val 45000"/>
              </a:avLst>
            </a:prstGeom>
            <a:solidFill>
              <a:srgbClr val="ED7D31">
                <a:tint val="40000"/>
                <a:alpha val="90000"/>
                <a:hueOff val="-849226"/>
                <a:satOff val="-75346"/>
                <a:lumOff val="-769"/>
                <a:alphaOff val="0"/>
              </a:srgbClr>
            </a:solidFill>
            <a:ln w="12700" cap="flat" cmpd="sng" algn="ctr">
              <a:solidFill>
                <a:srgbClr val="ED7D31">
                  <a:tint val="40000"/>
                  <a:alpha val="90000"/>
                  <a:hueOff val="-849226"/>
                  <a:satOff val="-75346"/>
                  <a:lumOff val="-769"/>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sp>
          <p:nvSpPr>
            <p:cNvPr id="14" name="Arrow: Down 4">
              <a:extLst>
                <a:ext uri="{FF2B5EF4-FFF2-40B4-BE49-F238E27FC236}">
                  <a16:creationId xmlns:a16="http://schemas.microsoft.com/office/drawing/2014/main" id="{F6D3B359-19F1-AF84-AB8A-F6F9E3CAD845}"/>
                </a:ext>
              </a:extLst>
            </p:cNvPr>
            <p:cNvSpPr txBox="1"/>
            <p:nvPr/>
          </p:nvSpPr>
          <p:spPr>
            <a:xfrm>
              <a:off x="9964941" y="2750451"/>
              <a:ext cx="237414" cy="324824"/>
            </a:xfrm>
            <a:prstGeom prst="rect">
              <a:avLst/>
            </a:prstGeom>
            <a:noFill/>
            <a:ln>
              <a:noFill/>
            </a:ln>
            <a:effectLst/>
          </p:spPr>
          <p:txBody>
            <a:bodyPr spcFirstLastPara="0" vert="horz" wrap="square" lIns="24130" tIns="24130" rIns="24130" bIns="24130" numCol="1" spcCol="1270" anchor="ctr" anchorCtr="0">
              <a:noAutofit/>
            </a:bodyPr>
            <a:lstStyle/>
            <a:p>
              <a:pPr marL="0" marR="0" lvl="0" indent="0" algn="ctr" defTabSz="844550" eaLnBrk="1" fontAlgn="auto" latinLnBrk="0" hangingPunct="1">
                <a:lnSpc>
                  <a:spcPct val="90000"/>
                </a:lnSpc>
                <a:spcBef>
                  <a:spcPct val="0"/>
                </a:spcBef>
                <a:spcAft>
                  <a:spcPct val="35000"/>
                </a:spcAft>
                <a:buClrTx/>
                <a:buSzTx/>
                <a:buFontTx/>
                <a:buNone/>
                <a:tabLst/>
                <a:defRPr/>
              </a:pPr>
              <a:endParaRPr kumimoji="0" lang="en-US" sz="1900" b="0" i="0" u="none" strike="noStrike" kern="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15" name="TextBox 14">
            <a:extLst>
              <a:ext uri="{FF2B5EF4-FFF2-40B4-BE49-F238E27FC236}">
                <a16:creationId xmlns:a16="http://schemas.microsoft.com/office/drawing/2014/main" id="{FB7840C4-65B4-9827-87BA-75D64A8DF2B2}"/>
              </a:ext>
            </a:extLst>
          </p:cNvPr>
          <p:cNvSpPr txBox="1"/>
          <p:nvPr/>
        </p:nvSpPr>
        <p:spPr>
          <a:xfrm>
            <a:off x="228143" y="5813715"/>
            <a:ext cx="9838944" cy="369332"/>
          </a:xfrm>
          <a:prstGeom prst="rect">
            <a:avLst/>
          </a:prstGeom>
          <a:noFill/>
        </p:spPr>
        <p:txBody>
          <a:bodyPr wrap="square" rtlCol="0">
            <a:spAutoFit/>
          </a:bodyPr>
          <a:lstStyle/>
          <a:p>
            <a:r>
              <a:rPr lang="en-US" dirty="0">
                <a:solidFill>
                  <a:prstClr val="white"/>
                </a:solidFill>
                <a:latin typeface="Calibri" panose="020F0502020204030204"/>
              </a:rPr>
              <a:t>R Consortium pilot: </a:t>
            </a:r>
            <a:r>
              <a:rPr lang="en-AU" dirty="0">
                <a:solidFill>
                  <a:prstClr val="white"/>
                </a:solidFill>
                <a:latin typeface="Aptos"/>
                <a:ea typeface="Times New Roman" panose="02020603050405020304" pitchFamily="18" charset="0"/>
                <a:hlinkClick r:id="rId13">
                  <a:extLst>
                    <a:ext uri="{A12FA001-AC4F-418D-AE19-62706E023703}">
                      <ahyp:hlinkClr xmlns:ahyp="http://schemas.microsoft.com/office/drawing/2018/hyperlinkcolor" val="tx"/>
                    </a:ext>
                  </a:extLst>
                </a:hlinkClick>
              </a:rPr>
              <a:t>https://github.com/RConsortium/submissions-pilot3-adam-to-fda</a:t>
            </a:r>
            <a:r>
              <a:rPr lang="en-US" dirty="0">
                <a:solidFill>
                  <a:prstClr val="white"/>
                </a:solidFill>
                <a:latin typeface="Calibri" panose="020F0502020204030204"/>
              </a:rPr>
              <a:t> </a:t>
            </a:r>
          </a:p>
        </p:txBody>
      </p:sp>
      <p:sp>
        <p:nvSpPr>
          <p:cNvPr id="2" name="Slide Number Placeholder 5">
            <a:extLst>
              <a:ext uri="{FF2B5EF4-FFF2-40B4-BE49-F238E27FC236}">
                <a16:creationId xmlns:a16="http://schemas.microsoft.com/office/drawing/2014/main" id="{822EFB05-D883-837E-414F-1231E775C86B}"/>
              </a:ext>
            </a:extLst>
          </p:cNvPr>
          <p:cNvSpPr>
            <a:spLocks noGrp="1"/>
          </p:cNvSpPr>
          <p:nvPr>
            <p:ph type="sldNum" sz="quarter" idx="12"/>
          </p:nvPr>
        </p:nvSpPr>
        <p:spPr>
          <a:xfrm>
            <a:off x="11581942" y="6433878"/>
            <a:ext cx="320674" cy="153463"/>
          </a:xfrm>
        </p:spPr>
        <p:txBody>
          <a:bodyPr/>
          <a:lstStyle/>
          <a:p>
            <a:fld id="{AEC8D767-5246-2244-A4A3-B8AFB218393C}" type="slidenum">
              <a:rPr lang="en-GB" smtClean="0"/>
              <a:t>3</a:t>
            </a:fld>
            <a:endParaRPr lang="en-GB"/>
          </a:p>
        </p:txBody>
      </p:sp>
    </p:spTree>
    <p:extLst>
      <p:ext uri="{BB962C8B-B14F-4D97-AF65-F5344CB8AC3E}">
        <p14:creationId xmlns:p14="http://schemas.microsoft.com/office/powerpoint/2010/main" val="2399378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2">
            <a:extLst>
              <a:ext uri="{FF2B5EF4-FFF2-40B4-BE49-F238E27FC236}">
                <a16:creationId xmlns:a16="http://schemas.microsoft.com/office/drawing/2014/main" id="{E473F396-0EBC-83F2-72F9-643BAA342076}"/>
              </a:ext>
            </a:extLst>
          </p:cNvPr>
          <p:cNvGraphicFramePr>
            <a:graphicFrameLocks/>
          </p:cNvGraphicFramePr>
          <p:nvPr>
            <p:extLst>
              <p:ext uri="{D42A27DB-BD31-4B8C-83A1-F6EECF244321}">
                <p14:modId xmlns:p14="http://schemas.microsoft.com/office/powerpoint/2010/main" val="3020314761"/>
              </p:ext>
            </p:extLst>
          </p:nvPr>
        </p:nvGraphicFramePr>
        <p:xfrm>
          <a:off x="453710" y="3688992"/>
          <a:ext cx="10658693" cy="25058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E1A0057E-B93C-F13B-F2DE-9771D10E9FF4}"/>
              </a:ext>
            </a:extLst>
          </p:cNvPr>
          <p:cNvSpPr txBox="1"/>
          <p:nvPr/>
        </p:nvSpPr>
        <p:spPr>
          <a:xfrm>
            <a:off x="608475" y="3451974"/>
            <a:ext cx="10503928" cy="2862322"/>
          </a:xfrm>
          <a:prstGeom prst="rect">
            <a:avLst/>
          </a:prstGeom>
          <a:noFill/>
        </p:spPr>
        <p:txBody>
          <a:bodyPr wrap="square" rtlCol="0">
            <a:spAutoFit/>
          </a:bodyPr>
          <a:lstStyle/>
          <a:p>
            <a:r>
              <a:rPr lang="en-US" dirty="0">
                <a:solidFill>
                  <a:prstClr val="white"/>
                </a:solidFill>
                <a:latin typeface="+mj-lt"/>
              </a:rPr>
              <a:t>Hybrid SAS/R strategy</a:t>
            </a:r>
          </a:p>
          <a:p>
            <a:endParaRPr lang="en-US" dirty="0">
              <a:solidFill>
                <a:prstClr val="white"/>
              </a:solidFill>
              <a:latin typeface="Calibri" panose="020F0502020204030204"/>
            </a:endParaRPr>
          </a:p>
          <a:p>
            <a:pPr marL="285750" indent="-285750">
              <a:buFont typeface="Arial" panose="020B0604020202020204" pitchFamily="34" charset="0"/>
              <a:buChar char="•"/>
            </a:pPr>
            <a:r>
              <a:rPr lang="en-US" dirty="0">
                <a:solidFill>
                  <a:prstClr val="white"/>
                </a:solidFill>
              </a:rPr>
              <a:t>ADaM datasets were created using SAS: Keeping current standards/knowledges reusability.</a:t>
            </a:r>
          </a:p>
          <a:p>
            <a:pPr marL="285750" indent="-285750">
              <a:buFont typeface="Arial" panose="020B0604020202020204" pitchFamily="34" charset="0"/>
              <a:buChar char="•"/>
            </a:pPr>
            <a:r>
              <a:rPr lang="en-US" dirty="0">
                <a:solidFill>
                  <a:prstClr val="white"/>
                </a:solidFill>
              </a:rPr>
              <a:t>TFLs are generated by R: more flexible and extensive visualization framework benefiting from a large, active and constantly evolving open-source community.</a:t>
            </a:r>
          </a:p>
          <a:p>
            <a:pPr marL="285750" indent="-285750">
              <a:buFont typeface="Arial" panose="020B0604020202020204" pitchFamily="34" charset="0"/>
              <a:buChar char="•"/>
            </a:pPr>
            <a:r>
              <a:rPr lang="en-US" dirty="0">
                <a:solidFill>
                  <a:schemeClr val="bg1"/>
                </a:solidFill>
              </a:rPr>
              <a:t>Cutting edge statistical methods readily available and supports complex modeling.</a:t>
            </a:r>
            <a:endParaRPr lang="en-US" dirty="0">
              <a:solidFill>
                <a:prstClr val="white"/>
              </a:solidFill>
            </a:endParaRPr>
          </a:p>
          <a:p>
            <a:pPr marL="285750" indent="-285750">
              <a:buFont typeface="Arial" panose="020B0604020202020204" pitchFamily="34" charset="0"/>
              <a:buChar char="•"/>
            </a:pPr>
            <a:r>
              <a:rPr lang="en-US" dirty="0">
                <a:solidFill>
                  <a:prstClr val="white"/>
                </a:solidFill>
              </a:rPr>
              <a:t>Seamlessly moving workflow integration towards multiple languages while maintaining compatibility with existing in-house tools that were built before with one language centric.</a:t>
            </a:r>
          </a:p>
          <a:p>
            <a:pPr marL="285750" indent="-285750">
              <a:buFont typeface="Arial" panose="020B0604020202020204" pitchFamily="34" charset="0"/>
              <a:buChar char="•"/>
            </a:pPr>
            <a:r>
              <a:rPr lang="en-US" dirty="0">
                <a:solidFill>
                  <a:prstClr val="white"/>
                </a:solidFill>
              </a:rPr>
              <a:t>Take advantage of the strengths offered by various programming languages.</a:t>
            </a:r>
          </a:p>
          <a:p>
            <a:r>
              <a:rPr lang="en-US" dirty="0">
                <a:solidFill>
                  <a:prstClr val="white"/>
                </a:solidFill>
                <a:latin typeface="Calibri" panose="020F0502020204030204"/>
              </a:rPr>
              <a:t> </a:t>
            </a:r>
          </a:p>
        </p:txBody>
      </p:sp>
      <p:grpSp>
        <p:nvGrpSpPr>
          <p:cNvPr id="8" name="Group 7">
            <a:extLst>
              <a:ext uri="{FF2B5EF4-FFF2-40B4-BE49-F238E27FC236}">
                <a16:creationId xmlns:a16="http://schemas.microsoft.com/office/drawing/2014/main" id="{B3F93F22-E469-B39D-A7C8-93DC539A2052}"/>
              </a:ext>
            </a:extLst>
          </p:cNvPr>
          <p:cNvGrpSpPr/>
          <p:nvPr/>
        </p:nvGrpSpPr>
        <p:grpSpPr>
          <a:xfrm>
            <a:off x="608475" y="1506310"/>
            <a:ext cx="2885839" cy="1731503"/>
            <a:chOff x="795" y="1184735"/>
            <a:chExt cx="2885839" cy="1731503"/>
          </a:xfrm>
          <a:solidFill>
            <a:srgbClr val="ED7D31"/>
          </a:solidFill>
        </p:grpSpPr>
        <p:sp>
          <p:nvSpPr>
            <p:cNvPr id="9" name="Rectangle: Rounded Corners 8">
              <a:extLst>
                <a:ext uri="{FF2B5EF4-FFF2-40B4-BE49-F238E27FC236}">
                  <a16:creationId xmlns:a16="http://schemas.microsoft.com/office/drawing/2014/main" id="{6D8FB7BD-68EC-8A00-E50A-AEA2978B2CB8}"/>
                </a:ext>
              </a:extLst>
            </p:cNvPr>
            <p:cNvSpPr/>
            <p:nvPr/>
          </p:nvSpPr>
          <p:spPr>
            <a:xfrm>
              <a:off x="795" y="1184735"/>
              <a:ext cx="2885839" cy="1731503"/>
            </a:xfrm>
            <a:prstGeom prst="roundRect">
              <a:avLst>
                <a:gd name="adj" fmla="val 10000"/>
              </a:avLst>
            </a:prstGeom>
            <a:grpFill/>
            <a:ln w="19050" cap="flat" cmpd="sng" algn="ctr">
              <a:solidFill>
                <a:sysClr val="window" lastClr="FFFFFF">
                  <a:hueOff val="0"/>
                  <a:satOff val="0"/>
                  <a:lumOff val="0"/>
                  <a:alphaOff val="0"/>
                </a:sys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 name="Rectangle: Rounded Corners 4">
              <a:extLst>
                <a:ext uri="{FF2B5EF4-FFF2-40B4-BE49-F238E27FC236}">
                  <a16:creationId xmlns:a16="http://schemas.microsoft.com/office/drawing/2014/main" id="{AC94C45A-C70E-F514-E8EA-FBD314E5A0B9}"/>
                </a:ext>
              </a:extLst>
            </p:cNvPr>
            <p:cNvSpPr txBox="1"/>
            <p:nvPr/>
          </p:nvSpPr>
          <p:spPr>
            <a:xfrm>
              <a:off x="51509" y="1235449"/>
              <a:ext cx="2784411" cy="1630075"/>
            </a:xfrm>
            <a:prstGeom prst="rect">
              <a:avLst/>
            </a:prstGeom>
            <a:grpFill/>
            <a:ln>
              <a:noFill/>
            </a:ln>
            <a:effectLst/>
          </p:spPr>
          <p:txBody>
            <a:bodyPr spcFirstLastPara="0" vert="horz" wrap="square" lIns="60960" tIns="60960" rIns="60960" bIns="60960" numCol="1" spcCol="1270" anchor="ctr" anchorCtr="0">
              <a:noAutofit/>
            </a:bodyPr>
            <a:lstStyle/>
            <a:p>
              <a:pPr marL="0" marR="0" lvl="0" indent="0" algn="ctr" defTabSz="711200" eaLnBrk="1" fontAlgn="auto" latinLnBrk="0" hangingPunct="1">
                <a:lnSpc>
                  <a:spcPct val="90000"/>
                </a:lnSpc>
                <a:spcBef>
                  <a:spcPct val="0"/>
                </a:spcBef>
                <a:spcAft>
                  <a:spcPct val="35000"/>
                </a:spcAft>
                <a:buClrTx/>
                <a:buSzTx/>
                <a:buFontTx/>
                <a:buNone/>
                <a:tabLst/>
                <a:defRPr/>
              </a:pPr>
              <a:r>
                <a:rPr kumimoji="0" lang="en-US" sz="1600" b="0" i="0" u="none" strike="noStrike" kern="0" cap="none" spc="0" normalizeH="0" baseline="0" noProof="0">
                  <a:ln>
                    <a:noFill/>
                  </a:ln>
                  <a:solidFill>
                    <a:prstClr val="white"/>
                  </a:solidFill>
                  <a:effectLst/>
                  <a:uLnTx/>
                  <a:uFillTx/>
                  <a:latin typeface="Calibri" panose="020F0502020204030204"/>
                  <a:ea typeface="+mn-ea"/>
                  <a:cs typeface="+mn-cs"/>
                </a:rPr>
                <a:t>Early R Adaptors Identification:</a:t>
              </a:r>
            </a:p>
            <a:p>
              <a:pPr marL="0" marR="0" lvl="0" indent="0" algn="ctr" defTabSz="711200" eaLnBrk="1" fontAlgn="auto" latinLnBrk="0" hangingPunct="1">
                <a:lnSpc>
                  <a:spcPct val="90000"/>
                </a:lnSpc>
                <a:spcBef>
                  <a:spcPct val="0"/>
                </a:spcBef>
                <a:spcAft>
                  <a:spcPct val="35000"/>
                </a:spcAft>
                <a:buClrTx/>
                <a:buSzTx/>
                <a:buFontTx/>
                <a:buNone/>
                <a:tabLst/>
                <a:defRPr/>
              </a:pPr>
              <a:r>
                <a:rPr kumimoji="0" lang="en-US" sz="1600" b="0" i="0" u="none" strike="noStrike" kern="0" cap="none" spc="0" normalizeH="0" baseline="0" noProof="0">
                  <a:ln>
                    <a:noFill/>
                  </a:ln>
                  <a:solidFill>
                    <a:prstClr val="white"/>
                  </a:solidFill>
                  <a:effectLst/>
                  <a:uLnTx/>
                  <a:uFillTx/>
                  <a:latin typeface="Calibri" panose="020F0502020204030204"/>
                  <a:ea typeface="+mn-ea"/>
                  <a:cs typeface="+mn-cs"/>
                </a:rPr>
                <a:t>Trials from </a:t>
              </a:r>
              <a:r>
                <a:rPr lang="en-US" sz="1600" kern="0">
                  <a:solidFill>
                    <a:prstClr val="white"/>
                  </a:solidFill>
                  <a:latin typeface="Calibri" panose="020F0502020204030204"/>
                </a:rPr>
                <a:t>different</a:t>
              </a:r>
              <a:r>
                <a:rPr kumimoji="0" lang="en-US" sz="1600" b="0" i="0" u="none" strike="noStrike" kern="0" cap="none" spc="0" normalizeH="0" baseline="0" noProof="0">
                  <a:ln>
                    <a:noFill/>
                  </a:ln>
                  <a:solidFill>
                    <a:prstClr val="white"/>
                  </a:solidFill>
                  <a:effectLst/>
                  <a:uLnTx/>
                  <a:uFillTx/>
                  <a:latin typeface="Calibri" panose="020F0502020204030204"/>
                  <a:ea typeface="+mn-ea"/>
                  <a:cs typeface="+mn-cs"/>
                </a:rPr>
                <a:t> therapeutic areas and phases particularly those with submission potential</a:t>
              </a:r>
            </a:p>
          </p:txBody>
        </p:sp>
      </p:grpSp>
      <p:grpSp>
        <p:nvGrpSpPr>
          <p:cNvPr id="11" name="Group 10">
            <a:extLst>
              <a:ext uri="{FF2B5EF4-FFF2-40B4-BE49-F238E27FC236}">
                <a16:creationId xmlns:a16="http://schemas.microsoft.com/office/drawing/2014/main" id="{B828DA57-E2F3-4092-9379-28B47C26FBC7}"/>
              </a:ext>
            </a:extLst>
          </p:cNvPr>
          <p:cNvGrpSpPr/>
          <p:nvPr/>
        </p:nvGrpSpPr>
        <p:grpSpPr>
          <a:xfrm>
            <a:off x="3736441" y="2014218"/>
            <a:ext cx="583303" cy="715688"/>
            <a:chOff x="3128761" y="1692643"/>
            <a:chExt cx="583303" cy="715688"/>
          </a:xfrm>
        </p:grpSpPr>
        <p:sp>
          <p:nvSpPr>
            <p:cNvPr id="12" name="Arrow: Right 11">
              <a:extLst>
                <a:ext uri="{FF2B5EF4-FFF2-40B4-BE49-F238E27FC236}">
                  <a16:creationId xmlns:a16="http://schemas.microsoft.com/office/drawing/2014/main" id="{2D05A9A1-57BA-860B-7611-A306FEC7DD1F}"/>
                </a:ext>
              </a:extLst>
            </p:cNvPr>
            <p:cNvSpPr/>
            <p:nvPr/>
          </p:nvSpPr>
          <p:spPr>
            <a:xfrm>
              <a:off x="3128761" y="1692643"/>
              <a:ext cx="583303" cy="715688"/>
            </a:xfrm>
            <a:prstGeom prst="rightArrow">
              <a:avLst>
                <a:gd name="adj1" fmla="val 60000"/>
                <a:gd name="adj2" fmla="val 50000"/>
              </a:avLst>
            </a:prstGeom>
            <a:solidFill>
              <a:srgbClr val="A5A5A5">
                <a:tint val="60000"/>
                <a:hueOff val="0"/>
                <a:satOff val="0"/>
                <a:lumOff val="0"/>
                <a:alphaOff val="0"/>
              </a:srgbClr>
            </a:solidFill>
            <a:ln>
              <a:noFill/>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Arrow: Right 6">
              <a:extLst>
                <a:ext uri="{FF2B5EF4-FFF2-40B4-BE49-F238E27FC236}">
                  <a16:creationId xmlns:a16="http://schemas.microsoft.com/office/drawing/2014/main" id="{C94625BC-D492-5790-EA33-2EAC35D23D9B}"/>
                </a:ext>
              </a:extLst>
            </p:cNvPr>
            <p:cNvSpPr txBox="1"/>
            <p:nvPr/>
          </p:nvSpPr>
          <p:spPr>
            <a:xfrm>
              <a:off x="3128761" y="1835781"/>
              <a:ext cx="408312" cy="429412"/>
            </a:xfrm>
            <a:prstGeom prst="rect">
              <a:avLst/>
            </a:prstGeom>
            <a:noFill/>
            <a:ln>
              <a:noFill/>
            </a:ln>
            <a:effectLst/>
          </p:spPr>
          <p:txBody>
            <a:bodyPr spcFirstLastPara="0" vert="horz" wrap="square" lIns="0" tIns="0" rIns="0" bIns="0" numCol="1" spcCol="1270" anchor="ctr" anchorCtr="0">
              <a:noAutofit/>
            </a:bodyPr>
            <a:lstStyle/>
            <a:p>
              <a:pPr marL="0" marR="0" lvl="0" indent="0" algn="ctr" defTabSz="577850" eaLnBrk="1" fontAlgn="auto" latinLnBrk="0" hangingPunct="1">
                <a:lnSpc>
                  <a:spcPct val="90000"/>
                </a:lnSpc>
                <a:spcBef>
                  <a:spcPct val="0"/>
                </a:spcBef>
                <a:spcAft>
                  <a:spcPct val="35000"/>
                </a:spcAft>
                <a:buClrTx/>
                <a:buSzTx/>
                <a:buFontTx/>
                <a:buNone/>
                <a:tabLst/>
                <a:defRPr/>
              </a:pPr>
              <a:endParaRPr kumimoji="0" lang="en-US" sz="13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14" name="Group 13">
            <a:extLst>
              <a:ext uri="{FF2B5EF4-FFF2-40B4-BE49-F238E27FC236}">
                <a16:creationId xmlns:a16="http://schemas.microsoft.com/office/drawing/2014/main" id="{A0471E12-3423-6FAA-B6A5-D42D682A3F2F}"/>
              </a:ext>
            </a:extLst>
          </p:cNvPr>
          <p:cNvGrpSpPr/>
          <p:nvPr/>
        </p:nvGrpSpPr>
        <p:grpSpPr>
          <a:xfrm>
            <a:off x="4594887" y="1506310"/>
            <a:ext cx="2885839" cy="1731503"/>
            <a:chOff x="3987207" y="1184735"/>
            <a:chExt cx="2885839" cy="1731503"/>
          </a:xfrm>
          <a:solidFill>
            <a:srgbClr val="ED7D31"/>
          </a:solidFill>
        </p:grpSpPr>
        <p:sp>
          <p:nvSpPr>
            <p:cNvPr id="15" name="Rectangle: Rounded Corners 14">
              <a:extLst>
                <a:ext uri="{FF2B5EF4-FFF2-40B4-BE49-F238E27FC236}">
                  <a16:creationId xmlns:a16="http://schemas.microsoft.com/office/drawing/2014/main" id="{E7E03CE7-026D-28E0-EB9F-6137394ECD7D}"/>
                </a:ext>
              </a:extLst>
            </p:cNvPr>
            <p:cNvSpPr/>
            <p:nvPr/>
          </p:nvSpPr>
          <p:spPr>
            <a:xfrm>
              <a:off x="3987207" y="1184735"/>
              <a:ext cx="2885839" cy="1731503"/>
            </a:xfrm>
            <a:prstGeom prst="roundRect">
              <a:avLst>
                <a:gd name="adj" fmla="val 10000"/>
              </a:avLst>
            </a:prstGeom>
            <a:grpFill/>
            <a:ln w="19050" cap="flat" cmpd="sng" algn="ctr">
              <a:solidFill>
                <a:sysClr val="window" lastClr="FFFFFF">
                  <a:hueOff val="0"/>
                  <a:satOff val="0"/>
                  <a:lumOff val="0"/>
                  <a:alphaOff val="0"/>
                </a:sys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 name="Rectangle: Rounded Corners 8">
              <a:extLst>
                <a:ext uri="{FF2B5EF4-FFF2-40B4-BE49-F238E27FC236}">
                  <a16:creationId xmlns:a16="http://schemas.microsoft.com/office/drawing/2014/main" id="{81548392-7F0F-2832-3697-4546A8E899B8}"/>
                </a:ext>
              </a:extLst>
            </p:cNvPr>
            <p:cNvSpPr txBox="1"/>
            <p:nvPr/>
          </p:nvSpPr>
          <p:spPr>
            <a:xfrm>
              <a:off x="4037921" y="1235449"/>
              <a:ext cx="2784411" cy="1630075"/>
            </a:xfrm>
            <a:prstGeom prst="rect">
              <a:avLst/>
            </a:prstGeom>
            <a:grpFill/>
            <a:ln>
              <a:noFill/>
            </a:ln>
            <a:effectLst/>
          </p:spPr>
          <p:txBody>
            <a:bodyPr spcFirstLastPara="0" vert="horz" wrap="square" lIns="60960" tIns="60960" rIns="60960" bIns="60960" numCol="1" spcCol="1270" anchor="ctr" anchorCtr="0">
              <a:noAutofit/>
            </a:bodyPr>
            <a:lstStyle/>
            <a:p>
              <a:pPr marL="0" marR="0" lvl="0" indent="0" algn="ctr" defTabSz="711200" eaLnBrk="1" fontAlgn="auto" latinLnBrk="0" hangingPunct="1">
                <a:lnSpc>
                  <a:spcPct val="90000"/>
                </a:lnSpc>
                <a:spcBef>
                  <a:spcPct val="0"/>
                </a:spcBef>
                <a:spcAft>
                  <a:spcPct val="35000"/>
                </a:spcAft>
                <a:buClrTx/>
                <a:buSzTx/>
                <a:buFontTx/>
                <a:buNone/>
                <a:tabLst/>
                <a:defRPr/>
              </a:pPr>
              <a:r>
                <a:rPr kumimoji="0" lang="en-US" sz="1600" b="0" i="0" u="none" strike="noStrike" kern="0" cap="none" spc="0" normalizeH="0" baseline="0" noProof="0">
                  <a:ln>
                    <a:noFill/>
                  </a:ln>
                  <a:solidFill>
                    <a:prstClr val="white"/>
                  </a:solidFill>
                  <a:effectLst/>
                  <a:uLnTx/>
                  <a:uFillTx/>
                  <a:latin typeface="Calibri" panose="020F0502020204030204"/>
                  <a:ea typeface="+mn-ea"/>
                  <a:cs typeface="+mn-cs"/>
                </a:rPr>
                <a:t>Submission Pilot Trails :</a:t>
              </a:r>
            </a:p>
            <a:p>
              <a:pPr marL="0" marR="0" lvl="0" indent="0" algn="ctr" defTabSz="711200" eaLnBrk="1" fontAlgn="auto" latinLnBrk="0" hangingPunct="1">
                <a:lnSpc>
                  <a:spcPct val="90000"/>
                </a:lnSpc>
                <a:spcBef>
                  <a:spcPct val="0"/>
                </a:spcBef>
                <a:spcAft>
                  <a:spcPct val="35000"/>
                </a:spcAft>
                <a:buClrTx/>
                <a:buSzTx/>
                <a:buFontTx/>
                <a:buNone/>
                <a:tabLst/>
                <a:defRPr/>
              </a:pPr>
              <a:r>
                <a:rPr kumimoji="0" lang="en-US" sz="1600" b="0" i="0" u="none" strike="noStrike" kern="0" cap="none" spc="0" normalizeH="0" baseline="0" noProof="0">
                  <a:ln>
                    <a:noFill/>
                  </a:ln>
                  <a:solidFill>
                    <a:prstClr val="white"/>
                  </a:solidFill>
                  <a:effectLst/>
                  <a:uLnTx/>
                  <a:uFillTx/>
                  <a:latin typeface="Calibri" panose="020F0502020204030204"/>
                  <a:ea typeface="+mn-ea"/>
                  <a:cs typeface="+mn-cs"/>
                </a:rPr>
                <a:t>Trials featuring TFLs developed in R, intended for submission to the FDA, with potential for other health authorities.</a:t>
              </a:r>
            </a:p>
          </p:txBody>
        </p:sp>
      </p:grpSp>
      <p:grpSp>
        <p:nvGrpSpPr>
          <p:cNvPr id="17" name="Group 16">
            <a:extLst>
              <a:ext uri="{FF2B5EF4-FFF2-40B4-BE49-F238E27FC236}">
                <a16:creationId xmlns:a16="http://schemas.microsoft.com/office/drawing/2014/main" id="{C0BA9812-FC03-459F-F60E-8D2A13200CEF}"/>
              </a:ext>
            </a:extLst>
          </p:cNvPr>
          <p:cNvGrpSpPr/>
          <p:nvPr/>
        </p:nvGrpSpPr>
        <p:grpSpPr>
          <a:xfrm>
            <a:off x="7748446" y="2031344"/>
            <a:ext cx="645010" cy="715688"/>
            <a:chOff x="7140766" y="1709769"/>
            <a:chExt cx="645010" cy="715688"/>
          </a:xfrm>
        </p:grpSpPr>
        <p:sp>
          <p:nvSpPr>
            <p:cNvPr id="18" name="Arrow: Right 17">
              <a:extLst>
                <a:ext uri="{FF2B5EF4-FFF2-40B4-BE49-F238E27FC236}">
                  <a16:creationId xmlns:a16="http://schemas.microsoft.com/office/drawing/2014/main" id="{ED523211-AEB0-D871-CE78-19D464944D30}"/>
                </a:ext>
              </a:extLst>
            </p:cNvPr>
            <p:cNvSpPr/>
            <p:nvPr/>
          </p:nvSpPr>
          <p:spPr>
            <a:xfrm rot="28958">
              <a:off x="7140766" y="1709769"/>
              <a:ext cx="645010" cy="715688"/>
            </a:xfrm>
            <a:prstGeom prst="rightArrow">
              <a:avLst>
                <a:gd name="adj1" fmla="val 60000"/>
                <a:gd name="adj2" fmla="val 50000"/>
              </a:avLst>
            </a:prstGeom>
            <a:solidFill>
              <a:srgbClr val="A5A5A5">
                <a:tint val="60000"/>
                <a:hueOff val="0"/>
                <a:satOff val="0"/>
                <a:lumOff val="0"/>
                <a:alphaOff val="0"/>
              </a:srgbClr>
            </a:solidFill>
            <a:ln>
              <a:noFill/>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Arrow: Right 10">
              <a:extLst>
                <a:ext uri="{FF2B5EF4-FFF2-40B4-BE49-F238E27FC236}">
                  <a16:creationId xmlns:a16="http://schemas.microsoft.com/office/drawing/2014/main" id="{F14293D6-B8AF-01A3-C31F-90238574F936}"/>
                </a:ext>
              </a:extLst>
            </p:cNvPr>
            <p:cNvSpPr txBox="1"/>
            <p:nvPr/>
          </p:nvSpPr>
          <p:spPr>
            <a:xfrm rot="28958">
              <a:off x="7140769" y="1852092"/>
              <a:ext cx="451507" cy="429412"/>
            </a:xfrm>
            <a:prstGeom prst="rect">
              <a:avLst/>
            </a:prstGeom>
            <a:noFill/>
            <a:ln>
              <a:noFill/>
            </a:ln>
            <a:effectLst/>
          </p:spPr>
          <p:txBody>
            <a:bodyPr spcFirstLastPara="0" vert="horz" wrap="square" lIns="0" tIns="0" rIns="0" bIns="0" numCol="1" spcCol="1270" anchor="ctr" anchorCtr="0">
              <a:noAutofit/>
            </a:bodyPr>
            <a:lstStyle/>
            <a:p>
              <a:pPr marL="0" marR="0" lvl="0" indent="0" algn="ctr" defTabSz="577850" eaLnBrk="1" fontAlgn="auto" latinLnBrk="0" hangingPunct="1">
                <a:lnSpc>
                  <a:spcPct val="90000"/>
                </a:lnSpc>
                <a:spcBef>
                  <a:spcPct val="0"/>
                </a:spcBef>
                <a:spcAft>
                  <a:spcPct val="35000"/>
                </a:spcAft>
                <a:buClrTx/>
                <a:buSzTx/>
                <a:buFontTx/>
                <a:buNone/>
                <a:tabLst/>
                <a:defRPr/>
              </a:pPr>
              <a:endParaRPr kumimoji="0" lang="en-US" sz="13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20" name="Group 19">
            <a:extLst>
              <a:ext uri="{FF2B5EF4-FFF2-40B4-BE49-F238E27FC236}">
                <a16:creationId xmlns:a16="http://schemas.microsoft.com/office/drawing/2014/main" id="{9529AC4D-D742-6533-854E-AC3A3A6AF3F4}"/>
              </a:ext>
            </a:extLst>
          </p:cNvPr>
          <p:cNvGrpSpPr/>
          <p:nvPr/>
        </p:nvGrpSpPr>
        <p:grpSpPr>
          <a:xfrm>
            <a:off x="8697685" y="1540871"/>
            <a:ext cx="2885839" cy="1731503"/>
            <a:chOff x="8090005" y="1219296"/>
            <a:chExt cx="2885839" cy="1731503"/>
          </a:xfrm>
        </p:grpSpPr>
        <p:sp>
          <p:nvSpPr>
            <p:cNvPr id="21" name="Rectangle: Rounded Corners 20">
              <a:extLst>
                <a:ext uri="{FF2B5EF4-FFF2-40B4-BE49-F238E27FC236}">
                  <a16:creationId xmlns:a16="http://schemas.microsoft.com/office/drawing/2014/main" id="{FCEA55DC-B347-88D9-35A7-B6FBAD858B8C}"/>
                </a:ext>
              </a:extLst>
            </p:cNvPr>
            <p:cNvSpPr/>
            <p:nvPr/>
          </p:nvSpPr>
          <p:spPr>
            <a:xfrm>
              <a:off x="8090005" y="1219296"/>
              <a:ext cx="2885839" cy="1731503"/>
            </a:xfrm>
            <a:prstGeom prst="roundRect">
              <a:avLst>
                <a:gd name="adj" fmla="val 10000"/>
              </a:avLst>
            </a:prstGeom>
            <a:solidFill>
              <a:srgbClr val="A5A5A5">
                <a:hueOff val="0"/>
                <a:satOff val="0"/>
                <a:lumOff val="0"/>
                <a:alphaOff val="0"/>
              </a:srgbClr>
            </a:solidFill>
            <a:ln w="19050" cap="flat" cmpd="sng" algn="ctr">
              <a:solidFill>
                <a:sysClr val="window" lastClr="FFFFFF">
                  <a:hueOff val="0"/>
                  <a:satOff val="0"/>
                  <a:lumOff val="0"/>
                  <a:alphaOff val="0"/>
                </a:sys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 name="Rectangle: Rounded Corners 12">
              <a:extLst>
                <a:ext uri="{FF2B5EF4-FFF2-40B4-BE49-F238E27FC236}">
                  <a16:creationId xmlns:a16="http://schemas.microsoft.com/office/drawing/2014/main" id="{26C75255-F155-E0B9-8080-9A00923DDED7}"/>
                </a:ext>
              </a:extLst>
            </p:cNvPr>
            <p:cNvSpPr txBox="1"/>
            <p:nvPr/>
          </p:nvSpPr>
          <p:spPr>
            <a:xfrm>
              <a:off x="8140719" y="1270010"/>
              <a:ext cx="2784411" cy="1630075"/>
            </a:xfrm>
            <a:prstGeom prst="rect">
              <a:avLst/>
            </a:prstGeom>
            <a:solidFill>
              <a:srgbClr val="ED7D31"/>
            </a:solidFill>
            <a:ln>
              <a:noFill/>
            </a:ln>
            <a:effectLst/>
          </p:spPr>
          <p:txBody>
            <a:bodyPr spcFirstLastPara="0" vert="horz" wrap="square" lIns="60960" tIns="60960" rIns="60960" bIns="60960" numCol="1" spcCol="1270" anchor="ctr" anchorCtr="0">
              <a:noAutofit/>
            </a:bodyPr>
            <a:lstStyle/>
            <a:p>
              <a:pPr marL="0" marR="0" lvl="0" indent="0" algn="ctr" defTabSz="711200" eaLnBrk="1" fontAlgn="auto" latinLnBrk="0" hangingPunct="1">
                <a:lnSpc>
                  <a:spcPct val="90000"/>
                </a:lnSpc>
                <a:spcBef>
                  <a:spcPct val="0"/>
                </a:spcBef>
                <a:spcAft>
                  <a:spcPct val="3500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Calibri" panose="020F0502020204030204"/>
                  <a:ea typeface="+mn-ea"/>
                  <a:cs typeface="+mn-cs"/>
                </a:rPr>
                <a:t>Two studies from different therapeutic area were submitted to FDA following hybrid SAS/R strategy</a:t>
              </a:r>
            </a:p>
          </p:txBody>
        </p:sp>
      </p:grpSp>
      <p:sp>
        <p:nvSpPr>
          <p:cNvPr id="23" name="Title 1">
            <a:extLst>
              <a:ext uri="{FF2B5EF4-FFF2-40B4-BE49-F238E27FC236}">
                <a16:creationId xmlns:a16="http://schemas.microsoft.com/office/drawing/2014/main" id="{9512FE1D-495E-D15E-8340-DAB3ADFB9660}"/>
              </a:ext>
            </a:extLst>
          </p:cNvPr>
          <p:cNvSpPr>
            <a:spLocks noGrp="1"/>
          </p:cNvSpPr>
          <p:nvPr>
            <p:ph type="title"/>
          </p:nvPr>
        </p:nvSpPr>
        <p:spPr>
          <a:xfrm>
            <a:off x="287338" y="266705"/>
            <a:ext cx="10149253" cy="1768392"/>
          </a:xfrm>
        </p:spPr>
        <p:txBody>
          <a:bodyPr>
            <a:normAutofit/>
          </a:bodyPr>
          <a:lstStyle/>
          <a:p>
            <a:r>
              <a:rPr lang="en-US" sz="4400" kern="1200" dirty="0">
                <a:solidFill>
                  <a:srgbClr val="FFFFFF"/>
                </a:solidFill>
                <a:latin typeface="+mj-lt"/>
                <a:ea typeface="+mj-ea"/>
                <a:cs typeface="+mj-cs"/>
              </a:rPr>
              <a:t>Pilot trial selection &amp; Hybrid SAS/R strategy</a:t>
            </a:r>
            <a:endParaRPr lang="en-US" dirty="0">
              <a:solidFill>
                <a:srgbClr val="FFFFFF"/>
              </a:solidFill>
            </a:endParaRPr>
          </a:p>
        </p:txBody>
      </p:sp>
      <p:sp>
        <p:nvSpPr>
          <p:cNvPr id="3" name="Slide Number Placeholder 5">
            <a:extLst>
              <a:ext uri="{FF2B5EF4-FFF2-40B4-BE49-F238E27FC236}">
                <a16:creationId xmlns:a16="http://schemas.microsoft.com/office/drawing/2014/main" id="{3694E80C-05B9-D6AA-69DA-F5C687D83EA1}"/>
              </a:ext>
            </a:extLst>
          </p:cNvPr>
          <p:cNvSpPr>
            <a:spLocks noGrp="1"/>
          </p:cNvSpPr>
          <p:nvPr>
            <p:ph type="sldNum" sz="quarter" idx="12"/>
          </p:nvPr>
        </p:nvSpPr>
        <p:spPr>
          <a:xfrm>
            <a:off x="11581942" y="6433878"/>
            <a:ext cx="320674" cy="153463"/>
          </a:xfrm>
        </p:spPr>
        <p:txBody>
          <a:bodyPr/>
          <a:lstStyle/>
          <a:p>
            <a:fld id="{AEC8D767-5246-2244-A4A3-B8AFB218393C}" type="slidenum">
              <a:rPr lang="en-GB" smtClean="0"/>
              <a:t>4</a:t>
            </a:fld>
            <a:endParaRPr lang="en-GB"/>
          </a:p>
        </p:txBody>
      </p:sp>
    </p:spTree>
    <p:extLst>
      <p:ext uri="{BB962C8B-B14F-4D97-AF65-F5344CB8AC3E}">
        <p14:creationId xmlns:p14="http://schemas.microsoft.com/office/powerpoint/2010/main" val="841023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9A346-95AE-8768-D361-444C8DFADE9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32C4D4A-512F-0B1E-4F00-66844508A69A}"/>
              </a:ext>
            </a:extLst>
          </p:cNvPr>
          <p:cNvSpPr>
            <a:spLocks noGrp="1"/>
          </p:cNvSpPr>
          <p:nvPr>
            <p:ph type="title"/>
          </p:nvPr>
        </p:nvSpPr>
        <p:spPr>
          <a:xfrm>
            <a:off x="414930" y="468724"/>
            <a:ext cx="10813053" cy="1004955"/>
          </a:xfrm>
        </p:spPr>
        <p:txBody>
          <a:bodyPr/>
          <a:lstStyle/>
          <a:p>
            <a:r>
              <a:rPr lang="en-US" sz="4000" dirty="0"/>
              <a:t>In-House Developed Package: envsetup </a:t>
            </a:r>
          </a:p>
        </p:txBody>
      </p:sp>
      <p:sp>
        <p:nvSpPr>
          <p:cNvPr id="8" name="Text Placeholder 7">
            <a:extLst>
              <a:ext uri="{FF2B5EF4-FFF2-40B4-BE49-F238E27FC236}">
                <a16:creationId xmlns:a16="http://schemas.microsoft.com/office/drawing/2014/main" id="{826B2E51-C8FC-124B-1A4E-E55735228F38}"/>
              </a:ext>
            </a:extLst>
          </p:cNvPr>
          <p:cNvSpPr>
            <a:spLocks noGrp="1"/>
          </p:cNvSpPr>
          <p:nvPr>
            <p:ph type="body" sz="quarter" idx="10"/>
          </p:nvPr>
        </p:nvSpPr>
        <p:spPr>
          <a:xfrm>
            <a:off x="414930" y="2084896"/>
            <a:ext cx="10979491" cy="1727877"/>
          </a:xfrm>
        </p:spPr>
        <p:txBody>
          <a:bodyPr/>
          <a:lstStyle/>
          <a:p>
            <a:endParaRPr lang="en-US" sz="1600" dirty="0"/>
          </a:p>
          <a:p>
            <a:endParaRPr lang="en-US" sz="1600" dirty="0"/>
          </a:p>
          <a:p>
            <a:r>
              <a:rPr lang="en-US" sz="1600" u="sng" dirty="0">
                <a:solidFill>
                  <a:schemeClr val="accent6">
                    <a:lumMod val="60000"/>
                    <a:lumOff val="40000"/>
                  </a:schemeClr>
                </a:solidFill>
                <a:ea typeface="+mn-lt"/>
                <a:cs typeface="+mn-lt"/>
              </a:rPr>
              <a:t>https://github.com/pharmaverse/envsetup</a:t>
            </a:r>
            <a:endParaRPr lang="en-US" sz="1600" u="sng" dirty="0">
              <a:solidFill>
                <a:schemeClr val="accent6">
                  <a:lumMod val="60000"/>
                  <a:lumOff val="40000"/>
                </a:schemeClr>
              </a:solidFill>
            </a:endParaRPr>
          </a:p>
          <a:p>
            <a:endParaRPr lang="en-US" sz="2400"/>
          </a:p>
          <a:p>
            <a:r>
              <a:rPr lang="en-US" sz="2400" dirty="0"/>
              <a:t>Support the setup of the R environment.</a:t>
            </a:r>
          </a:p>
          <a:p>
            <a:endParaRPr lang="en-US" sz="2400" dirty="0"/>
          </a:p>
          <a:p>
            <a:r>
              <a:rPr lang="en-US" sz="2400" dirty="0"/>
              <a:t>Manages I/O locations during the development of programs through a configuration file.</a:t>
            </a:r>
            <a:endParaRPr lang="en-US" sz="2400" dirty="0">
              <a:ea typeface="+mn-lt"/>
              <a:cs typeface="+mn-lt"/>
            </a:endParaRPr>
          </a:p>
          <a:p>
            <a:endParaRPr lang="en-US" sz="2400" dirty="0"/>
          </a:p>
          <a:p>
            <a:r>
              <a:rPr lang="en-US" sz="2400" dirty="0"/>
              <a:t>Configuration file is tailed to Statistical Computing Environment of sponsor or reviewer </a:t>
            </a:r>
          </a:p>
          <a:p>
            <a:endParaRPr lang="en-US" sz="2400" dirty="0"/>
          </a:p>
        </p:txBody>
      </p:sp>
      <p:sp>
        <p:nvSpPr>
          <p:cNvPr id="2" name="Flowchart: Alternate Process 1">
            <a:extLst>
              <a:ext uri="{FF2B5EF4-FFF2-40B4-BE49-F238E27FC236}">
                <a16:creationId xmlns:a16="http://schemas.microsoft.com/office/drawing/2014/main" id="{C415B5E5-A44D-631A-2EF2-CE1383FD336D}"/>
              </a:ext>
            </a:extLst>
          </p:cNvPr>
          <p:cNvSpPr/>
          <p:nvPr/>
        </p:nvSpPr>
        <p:spPr>
          <a:xfrm>
            <a:off x="491491" y="3809825"/>
            <a:ext cx="1325278" cy="411990"/>
          </a:xfrm>
          <a:prstGeom prst="flowChartAlternateProcess">
            <a:avLst/>
          </a:prstGeom>
          <a:solidFill>
            <a:srgbClr val="F18C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n-lt"/>
              </a:rPr>
              <a:t>rprofile</a:t>
            </a:r>
            <a:r>
              <a:rPr lang="en-US" dirty="0"/>
              <a:t>()</a:t>
            </a:r>
            <a:endParaRPr lang="en-US" dirty="0">
              <a:latin typeface="+mn-lt"/>
            </a:endParaRPr>
          </a:p>
        </p:txBody>
      </p:sp>
      <p:sp>
        <p:nvSpPr>
          <p:cNvPr id="3" name="Flowchart: Alternate Process 2">
            <a:extLst>
              <a:ext uri="{FF2B5EF4-FFF2-40B4-BE49-F238E27FC236}">
                <a16:creationId xmlns:a16="http://schemas.microsoft.com/office/drawing/2014/main" id="{2E47C4E4-35FA-79EF-AF14-C5F7CEF3972D}"/>
              </a:ext>
            </a:extLst>
          </p:cNvPr>
          <p:cNvSpPr/>
          <p:nvPr/>
        </p:nvSpPr>
        <p:spPr>
          <a:xfrm>
            <a:off x="491489" y="4710020"/>
            <a:ext cx="1457627" cy="411991"/>
          </a:xfrm>
          <a:prstGeom prst="flowChartAlternateProcess">
            <a:avLst/>
          </a:prstGeom>
          <a:solidFill>
            <a:srgbClr val="F18C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n-lt"/>
              </a:rPr>
              <a:t>read_path</a:t>
            </a:r>
            <a:r>
              <a:rPr lang="en-US" dirty="0"/>
              <a:t>()</a:t>
            </a:r>
            <a:endParaRPr lang="en-US" dirty="0">
              <a:latin typeface="+mn-lt"/>
            </a:endParaRPr>
          </a:p>
        </p:txBody>
      </p:sp>
      <p:pic>
        <p:nvPicPr>
          <p:cNvPr id="4" name="Picture 3">
            <a:extLst>
              <a:ext uri="{FF2B5EF4-FFF2-40B4-BE49-F238E27FC236}">
                <a16:creationId xmlns:a16="http://schemas.microsoft.com/office/drawing/2014/main" id="{EE588B05-2DF8-CF62-CA46-AC6507777D35}"/>
              </a:ext>
            </a:extLst>
          </p:cNvPr>
          <p:cNvPicPr>
            <a:picLocks noChangeAspect="1"/>
          </p:cNvPicPr>
          <p:nvPr/>
        </p:nvPicPr>
        <p:blipFill>
          <a:blip r:embed="rId3"/>
          <a:stretch>
            <a:fillRect/>
          </a:stretch>
        </p:blipFill>
        <p:spPr>
          <a:xfrm>
            <a:off x="2424649" y="4746897"/>
            <a:ext cx="7228567" cy="411991"/>
          </a:xfrm>
          <a:prstGeom prst="rect">
            <a:avLst/>
          </a:prstGeom>
        </p:spPr>
      </p:pic>
      <p:pic>
        <p:nvPicPr>
          <p:cNvPr id="5" name="Picture 4">
            <a:extLst>
              <a:ext uri="{FF2B5EF4-FFF2-40B4-BE49-F238E27FC236}">
                <a16:creationId xmlns:a16="http://schemas.microsoft.com/office/drawing/2014/main" id="{38B42FDA-77C6-CCE6-F1DD-08B5010FBEE6}"/>
              </a:ext>
            </a:extLst>
          </p:cNvPr>
          <p:cNvPicPr>
            <a:picLocks noChangeAspect="1"/>
          </p:cNvPicPr>
          <p:nvPr/>
        </p:nvPicPr>
        <p:blipFill>
          <a:blip r:embed="rId4"/>
          <a:stretch>
            <a:fillRect/>
          </a:stretch>
        </p:blipFill>
        <p:spPr>
          <a:xfrm>
            <a:off x="2424649" y="3815141"/>
            <a:ext cx="8727524" cy="574914"/>
          </a:xfrm>
          <a:prstGeom prst="rect">
            <a:avLst/>
          </a:prstGeom>
        </p:spPr>
      </p:pic>
      <p:pic>
        <p:nvPicPr>
          <p:cNvPr id="6" name="Picture 5" descr="Icon">
            <a:extLst>
              <a:ext uri="{FF2B5EF4-FFF2-40B4-BE49-F238E27FC236}">
                <a16:creationId xmlns:a16="http://schemas.microsoft.com/office/drawing/2014/main" id="{E52EB2CB-87D9-3640-85E8-C34464DEE231}"/>
              </a:ext>
            </a:extLst>
          </p:cNvPr>
          <p:cNvPicPr>
            <a:picLocks noChangeAspect="1"/>
          </p:cNvPicPr>
          <p:nvPr/>
        </p:nvPicPr>
        <p:blipFill>
          <a:blip r:embed="rId5"/>
          <a:stretch>
            <a:fillRect/>
          </a:stretch>
        </p:blipFill>
        <p:spPr>
          <a:xfrm>
            <a:off x="10377377" y="368604"/>
            <a:ext cx="1549593" cy="1726567"/>
          </a:xfrm>
          <a:prstGeom prst="rect">
            <a:avLst/>
          </a:prstGeom>
          <a:noFill/>
        </p:spPr>
      </p:pic>
      <p:sp>
        <p:nvSpPr>
          <p:cNvPr id="9" name="Flowchart: Alternate Process 8">
            <a:extLst>
              <a:ext uri="{FF2B5EF4-FFF2-40B4-BE49-F238E27FC236}">
                <a16:creationId xmlns:a16="http://schemas.microsoft.com/office/drawing/2014/main" id="{222F59BF-91E5-F767-4DD7-ACCB4FA9B0A5}"/>
              </a:ext>
            </a:extLst>
          </p:cNvPr>
          <p:cNvSpPr/>
          <p:nvPr/>
        </p:nvSpPr>
        <p:spPr>
          <a:xfrm>
            <a:off x="491488" y="5610216"/>
            <a:ext cx="1457627" cy="411991"/>
          </a:xfrm>
          <a:prstGeom prst="flowChartAlternateProcess">
            <a:avLst/>
          </a:prstGeom>
          <a:solidFill>
            <a:srgbClr val="F18C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n-lt"/>
              </a:rPr>
              <a:t>write_path</a:t>
            </a:r>
            <a:r>
              <a:rPr lang="en-US" dirty="0"/>
              <a:t>()</a:t>
            </a:r>
            <a:endParaRPr lang="en-US" dirty="0">
              <a:latin typeface="+mn-lt"/>
            </a:endParaRPr>
          </a:p>
        </p:txBody>
      </p:sp>
      <p:pic>
        <p:nvPicPr>
          <p:cNvPr id="15" name="Picture 14">
            <a:extLst>
              <a:ext uri="{FF2B5EF4-FFF2-40B4-BE49-F238E27FC236}">
                <a16:creationId xmlns:a16="http://schemas.microsoft.com/office/drawing/2014/main" id="{D0827E8B-F2A3-4E4E-48B0-29E090B670A5}"/>
              </a:ext>
            </a:extLst>
          </p:cNvPr>
          <p:cNvPicPr>
            <a:picLocks noChangeAspect="1"/>
          </p:cNvPicPr>
          <p:nvPr/>
        </p:nvPicPr>
        <p:blipFill>
          <a:blip r:embed="rId6"/>
          <a:stretch>
            <a:fillRect/>
          </a:stretch>
        </p:blipFill>
        <p:spPr>
          <a:xfrm>
            <a:off x="2424649" y="5515730"/>
            <a:ext cx="4492100" cy="534774"/>
          </a:xfrm>
          <a:prstGeom prst="rect">
            <a:avLst/>
          </a:prstGeom>
        </p:spPr>
      </p:pic>
    </p:spTree>
    <p:extLst>
      <p:ext uri="{BB962C8B-B14F-4D97-AF65-F5344CB8AC3E}">
        <p14:creationId xmlns:p14="http://schemas.microsoft.com/office/powerpoint/2010/main" val="113328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5D4B5-3110-1AD6-D45D-5BFC73308A9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35D6601-9A0E-91DA-F22A-17E8C48C2646}"/>
              </a:ext>
            </a:extLst>
          </p:cNvPr>
          <p:cNvSpPr>
            <a:spLocks noGrp="1"/>
          </p:cNvSpPr>
          <p:nvPr>
            <p:ph type="title"/>
          </p:nvPr>
        </p:nvSpPr>
        <p:spPr>
          <a:xfrm>
            <a:off x="491491" y="383663"/>
            <a:ext cx="8674100" cy="512513"/>
          </a:xfrm>
        </p:spPr>
        <p:txBody>
          <a:bodyPr/>
          <a:lstStyle/>
          <a:p>
            <a:r>
              <a:rPr lang="en-US" sz="4000" dirty="0"/>
              <a:t>In-House Developed Package: </a:t>
            </a:r>
            <a:r>
              <a:rPr lang="en-US" sz="4000" dirty="0" err="1"/>
              <a:t>tidyTLG</a:t>
            </a:r>
            <a:endParaRPr lang="en-US" sz="4000" dirty="0"/>
          </a:p>
        </p:txBody>
      </p:sp>
      <p:sp>
        <p:nvSpPr>
          <p:cNvPr id="2" name="Content Placeholder 17">
            <a:extLst>
              <a:ext uri="{FF2B5EF4-FFF2-40B4-BE49-F238E27FC236}">
                <a16:creationId xmlns:a16="http://schemas.microsoft.com/office/drawing/2014/main" id="{A5A72FD5-CCED-C5B5-1680-5D5D443D8981}"/>
              </a:ext>
            </a:extLst>
          </p:cNvPr>
          <p:cNvSpPr txBox="1">
            <a:spLocks/>
          </p:cNvSpPr>
          <p:nvPr/>
        </p:nvSpPr>
        <p:spPr>
          <a:xfrm>
            <a:off x="491491" y="896815"/>
            <a:ext cx="9524380" cy="1352503"/>
          </a:xfrm>
          <a:prstGeom prst="rect">
            <a:avLst/>
          </a:prstGeom>
        </p:spPr>
        <p:txBody>
          <a:bodyPr vert="horz" lIns="0" tIns="0" rIns="0" bIns="0" rtlCol="0" anchor="t">
            <a:noAutofit/>
          </a:bodyPr>
          <a:lstStyle>
            <a:lvl1pPr marL="0" indent="0" algn="l" defTabSz="914400" rtl="0" eaLnBrk="1" latinLnBrk="0" hangingPunct="1">
              <a:lnSpc>
                <a:spcPct val="110000"/>
              </a:lnSpc>
              <a:spcBef>
                <a:spcPts val="600"/>
              </a:spcBef>
              <a:spcAft>
                <a:spcPts val="600"/>
              </a:spcAft>
              <a:buFont typeface="Arial" panose="020B0604020202020204" pitchFamily="34" charset="0"/>
              <a:buNone/>
              <a:tabLst/>
              <a:defRPr sz="1800" b="0" i="0" kern="1200">
                <a:solidFill>
                  <a:schemeClr val="tx1"/>
                </a:solidFill>
                <a:latin typeface="+mn-lt"/>
                <a:ea typeface="+mn-ea"/>
                <a:cs typeface="+mn-cs"/>
              </a:defRPr>
            </a:lvl1pPr>
            <a:lvl2pPr marL="285750" indent="-285750" algn="l" defTabSz="914400" rtl="0" eaLnBrk="1" latinLnBrk="0" hangingPunct="1">
              <a:lnSpc>
                <a:spcPct val="110000"/>
              </a:lnSpc>
              <a:spcBef>
                <a:spcPts val="0"/>
              </a:spcBef>
              <a:spcAft>
                <a:spcPts val="600"/>
              </a:spcAft>
              <a:buFont typeface="Arial" panose="020B0604020202020204" pitchFamily="34" charset="0"/>
              <a:buChar char="•"/>
              <a:tabLst/>
              <a:defRPr sz="1800" b="0" i="0" kern="1200">
                <a:solidFill>
                  <a:schemeClr val="tx1"/>
                </a:solidFill>
                <a:latin typeface="+mn-lt"/>
                <a:ea typeface="+mn-ea"/>
                <a:cs typeface="+mn-cs"/>
              </a:defRPr>
            </a:lvl2pPr>
            <a:lvl3pPr marL="571500" indent="-285750" algn="l" defTabSz="914400" rtl="0" eaLnBrk="1" latinLnBrk="0" hangingPunct="1">
              <a:lnSpc>
                <a:spcPct val="110000"/>
              </a:lnSpc>
              <a:spcBef>
                <a:spcPts val="0"/>
              </a:spcBef>
              <a:spcAft>
                <a:spcPts val="600"/>
              </a:spcAft>
              <a:buFont typeface="Arial" panose="020B0604020202020204" pitchFamily="34" charset="0"/>
              <a:buChar char="•"/>
              <a:tabLst/>
              <a:defRPr sz="1600" b="0" i="0" kern="1200">
                <a:solidFill>
                  <a:schemeClr val="tx1"/>
                </a:solidFill>
                <a:latin typeface="+mn-lt"/>
                <a:ea typeface="+mn-ea"/>
                <a:cs typeface="+mn-cs"/>
              </a:defRPr>
            </a:lvl3pPr>
            <a:lvl4pPr marL="856800" indent="-285750" algn="l" defTabSz="914400" rtl="0" eaLnBrk="1" latinLnBrk="0" hangingPunct="1">
              <a:lnSpc>
                <a:spcPct val="110000"/>
              </a:lnSpc>
              <a:spcBef>
                <a:spcPts val="0"/>
              </a:spcBef>
              <a:spcAft>
                <a:spcPts val="600"/>
              </a:spcAft>
              <a:buFont typeface="Arial" panose="020B0604020202020204" pitchFamily="34" charset="0"/>
              <a:buChar char="•"/>
              <a:tabLst/>
              <a:defRPr sz="1600" b="0" i="0" kern="1200">
                <a:solidFill>
                  <a:schemeClr val="tx1"/>
                </a:solidFill>
                <a:latin typeface="+mn-lt"/>
                <a:ea typeface="+mn-ea"/>
                <a:cs typeface="+mn-cs"/>
              </a:defRPr>
            </a:lvl4pPr>
            <a:lvl5pPr marL="0" indent="0" algn="l" defTabSz="914400" rtl="0" eaLnBrk="1" latinLnBrk="0" hangingPunct="1">
              <a:lnSpc>
                <a:spcPct val="110000"/>
              </a:lnSpc>
              <a:spcBef>
                <a:spcPts val="600"/>
              </a:spcBef>
              <a:spcAft>
                <a:spcPts val="600"/>
              </a:spcAft>
              <a:buFont typeface="Arial" panose="020B0604020202020204" pitchFamily="34" charset="0"/>
              <a:buNone/>
              <a:tabLst/>
              <a:defRPr sz="800" b="0" i="0" kern="1200">
                <a:solidFill>
                  <a:schemeClr val="tx1"/>
                </a:solidFill>
                <a:latin typeface="+mn-lt"/>
                <a:ea typeface="+mn-ea"/>
                <a:cs typeface="+mn-cs"/>
              </a:defRPr>
            </a:lvl5pPr>
            <a:lvl6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smtClean="0">
                <a:solidFill>
                  <a:schemeClr val="tx1"/>
                </a:solidFill>
                <a:latin typeface="+mn-lt"/>
                <a:ea typeface="+mn-ea"/>
                <a:cs typeface="+mn-cs"/>
              </a:defRPr>
            </a:lvl6pPr>
            <a:lvl7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smtClean="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800" b="0" i="0" kern="1200">
                <a:solidFill>
                  <a:schemeClr val="tx1"/>
                </a:solidFill>
                <a:latin typeface="+mn-lt"/>
                <a:ea typeface="+mn-ea"/>
                <a:cs typeface="+mn-cs"/>
              </a:defRPr>
            </a:lvl9pPr>
          </a:lstStyle>
          <a:p>
            <a:r>
              <a:rPr lang="en-US" sz="1600" u="sng" dirty="0">
                <a:solidFill>
                  <a:schemeClr val="accent6">
                    <a:lumMod val="60000"/>
                    <a:lumOff val="40000"/>
                  </a:schemeClr>
                </a:solidFill>
                <a:ea typeface="+mn-lt"/>
                <a:cs typeface="+mn-lt"/>
                <a:hlinkClick r:id="rId3">
                  <a:extLst>
                    <a:ext uri="{A12FA001-AC4F-418D-AE19-62706E023703}">
                      <ahyp:hlinkClr xmlns:ahyp="http://schemas.microsoft.com/office/drawing/2018/hyperlinkcolor" val="tx"/>
                    </a:ext>
                  </a:extLst>
                </a:hlinkClick>
              </a:rPr>
              <a:t>https://github.com/pharmaverse/tidytlg</a:t>
            </a:r>
            <a:r>
              <a:rPr lang="en-US" sz="1600" u="sng" dirty="0">
                <a:solidFill>
                  <a:schemeClr val="accent6">
                    <a:lumMod val="60000"/>
                    <a:lumOff val="40000"/>
                  </a:schemeClr>
                </a:solidFill>
                <a:ea typeface="+mn-lt"/>
                <a:cs typeface="+mn-lt"/>
              </a:rPr>
              <a:t>, </a:t>
            </a:r>
            <a:r>
              <a:rPr lang="en-US" sz="1600" dirty="0">
                <a:solidFill>
                  <a:schemeClr val="accent6">
                    <a:lumMod val="60000"/>
                    <a:lumOff val="40000"/>
                  </a:schemeClr>
                </a:solidFill>
                <a:ea typeface="+mn-lt"/>
                <a:cs typeface="+mn-lt"/>
                <a:hlinkClick r:id="rId3">
                  <a:extLst>
                    <a:ext uri="{A12FA001-AC4F-418D-AE19-62706E023703}">
                      <ahyp:hlinkClr xmlns:ahyp="http://schemas.microsoft.com/office/drawing/2018/hyperlinkcolor" val="tx"/>
                    </a:ext>
                  </a:extLst>
                </a:hlinkClick>
              </a:rPr>
              <a:t>https://cran.r-project.org/web/packages/tidytlg/index.html</a:t>
            </a:r>
            <a:endParaRPr lang="en-US" dirty="0">
              <a:solidFill>
                <a:schemeClr val="accent6">
                  <a:lumMod val="60000"/>
                  <a:lumOff val="40000"/>
                </a:schemeClr>
              </a:solidFill>
              <a:hlinkClick r:id="rId3">
                <a:extLst>
                  <a:ext uri="{A12FA001-AC4F-418D-AE19-62706E023703}">
                    <ahyp:hlinkClr xmlns:ahyp="http://schemas.microsoft.com/office/drawing/2018/hyperlinkcolor" val="tx"/>
                  </a:ext>
                </a:extLst>
              </a:hlinkClick>
            </a:endParaRPr>
          </a:p>
          <a:p>
            <a:endParaRPr lang="en-US" sz="2400" dirty="0">
              <a:solidFill>
                <a:schemeClr val="bg1"/>
              </a:solidFill>
              <a:ea typeface="+mn-lt"/>
              <a:cs typeface="+mn-lt"/>
            </a:endParaRPr>
          </a:p>
          <a:p>
            <a:r>
              <a:rPr lang="en-US" sz="2400" dirty="0">
                <a:solidFill>
                  <a:schemeClr val="bg1"/>
                </a:solidFill>
                <a:ea typeface="+mn-lt"/>
                <a:cs typeface="+mn-lt"/>
              </a:rPr>
              <a:t>Create</a:t>
            </a:r>
            <a:r>
              <a:rPr lang="en-US" sz="2400" dirty="0">
                <a:solidFill>
                  <a:schemeClr val="bg1"/>
                </a:solidFill>
              </a:rPr>
              <a:t> table, figure and listing using the '</a:t>
            </a:r>
            <a:r>
              <a:rPr lang="en-US" sz="2400" dirty="0" err="1">
                <a:solidFill>
                  <a:schemeClr val="bg1"/>
                </a:solidFill>
              </a:rPr>
              <a:t>tidyverse</a:t>
            </a:r>
            <a:r>
              <a:rPr lang="en-US" sz="2400" dirty="0">
                <a:solidFill>
                  <a:schemeClr val="bg1"/>
                </a:solidFill>
              </a:rPr>
              <a:t>'.</a:t>
            </a:r>
            <a:endParaRPr lang="en-US">
              <a:solidFill>
                <a:schemeClr val="bg1"/>
              </a:solidFill>
            </a:endParaRPr>
          </a:p>
          <a:p>
            <a:endParaRPr lang="en-US" sz="2400" dirty="0">
              <a:solidFill>
                <a:schemeClr val="bg1"/>
              </a:solidFill>
            </a:endParaRPr>
          </a:p>
        </p:txBody>
      </p:sp>
      <p:pic>
        <p:nvPicPr>
          <p:cNvPr id="3" name="Picture 2" descr="A blue and white hexagon with a tie and text&#10;&#10;AI-generated content may be incorrect.">
            <a:extLst>
              <a:ext uri="{FF2B5EF4-FFF2-40B4-BE49-F238E27FC236}">
                <a16:creationId xmlns:a16="http://schemas.microsoft.com/office/drawing/2014/main" id="{3923ACFA-F701-5E01-9432-7990F58399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19514" y="508818"/>
            <a:ext cx="1580692" cy="1824847"/>
          </a:xfrm>
          <a:prstGeom prst="rect">
            <a:avLst/>
          </a:prstGeom>
        </p:spPr>
      </p:pic>
      <p:sp>
        <p:nvSpPr>
          <p:cNvPr id="4" name="Content Placeholder 17">
            <a:extLst>
              <a:ext uri="{FF2B5EF4-FFF2-40B4-BE49-F238E27FC236}">
                <a16:creationId xmlns:a16="http://schemas.microsoft.com/office/drawing/2014/main" id="{80E8FCE7-A63E-D7F2-84E3-37DB5882775A}"/>
              </a:ext>
            </a:extLst>
          </p:cNvPr>
          <p:cNvSpPr txBox="1">
            <a:spLocks/>
          </p:cNvSpPr>
          <p:nvPr/>
        </p:nvSpPr>
        <p:spPr>
          <a:xfrm>
            <a:off x="491490" y="2666017"/>
            <a:ext cx="10527030" cy="3310672"/>
          </a:xfrm>
          <a:prstGeom prst="rect">
            <a:avLst/>
          </a:prstGeom>
        </p:spPr>
        <p:txBody>
          <a:bodyPr/>
          <a:lstStyle>
            <a:lvl1pPr marL="0" indent="0" algn="l" defTabSz="914400" rtl="0" eaLnBrk="1" latinLnBrk="0" hangingPunct="1">
              <a:lnSpc>
                <a:spcPct val="110000"/>
              </a:lnSpc>
              <a:spcBef>
                <a:spcPts val="600"/>
              </a:spcBef>
              <a:spcAft>
                <a:spcPts val="600"/>
              </a:spcAft>
              <a:buFont typeface="Arial" panose="020B0604020202020204" pitchFamily="34" charset="0"/>
              <a:buNone/>
              <a:tabLst/>
              <a:defRPr sz="1800" b="0" i="0" kern="1200">
                <a:solidFill>
                  <a:schemeClr val="tx1"/>
                </a:solidFill>
                <a:latin typeface="+mn-lt"/>
                <a:ea typeface="+mn-ea"/>
                <a:cs typeface="+mn-cs"/>
              </a:defRPr>
            </a:lvl1pPr>
            <a:lvl2pPr marL="285750" indent="-285750" algn="l" defTabSz="914400" rtl="0" eaLnBrk="1" latinLnBrk="0" hangingPunct="1">
              <a:lnSpc>
                <a:spcPct val="110000"/>
              </a:lnSpc>
              <a:spcBef>
                <a:spcPts val="0"/>
              </a:spcBef>
              <a:spcAft>
                <a:spcPts val="600"/>
              </a:spcAft>
              <a:buFont typeface="Arial" panose="020B0604020202020204" pitchFamily="34" charset="0"/>
              <a:buChar char="•"/>
              <a:tabLst/>
              <a:defRPr sz="1800" b="0" i="0" kern="1200">
                <a:solidFill>
                  <a:schemeClr val="tx1"/>
                </a:solidFill>
                <a:latin typeface="+mn-lt"/>
                <a:ea typeface="+mn-ea"/>
                <a:cs typeface="+mn-cs"/>
              </a:defRPr>
            </a:lvl2pPr>
            <a:lvl3pPr marL="571500" indent="-285750" algn="l" defTabSz="914400" rtl="0" eaLnBrk="1" latinLnBrk="0" hangingPunct="1">
              <a:lnSpc>
                <a:spcPct val="110000"/>
              </a:lnSpc>
              <a:spcBef>
                <a:spcPts val="0"/>
              </a:spcBef>
              <a:spcAft>
                <a:spcPts val="600"/>
              </a:spcAft>
              <a:buFont typeface="Arial" panose="020B0604020202020204" pitchFamily="34" charset="0"/>
              <a:buChar char="•"/>
              <a:tabLst/>
              <a:defRPr sz="1600" b="0" i="0" kern="1200">
                <a:solidFill>
                  <a:schemeClr val="tx1"/>
                </a:solidFill>
                <a:latin typeface="+mn-lt"/>
                <a:ea typeface="+mn-ea"/>
                <a:cs typeface="+mn-cs"/>
              </a:defRPr>
            </a:lvl3pPr>
            <a:lvl4pPr marL="856800" indent="-285750" algn="l" defTabSz="914400" rtl="0" eaLnBrk="1" latinLnBrk="0" hangingPunct="1">
              <a:lnSpc>
                <a:spcPct val="110000"/>
              </a:lnSpc>
              <a:spcBef>
                <a:spcPts val="0"/>
              </a:spcBef>
              <a:spcAft>
                <a:spcPts val="600"/>
              </a:spcAft>
              <a:buFont typeface="Arial" panose="020B0604020202020204" pitchFamily="34" charset="0"/>
              <a:buChar char="•"/>
              <a:tabLst/>
              <a:defRPr sz="1600" b="0" i="0" kern="1200">
                <a:solidFill>
                  <a:schemeClr val="tx1"/>
                </a:solidFill>
                <a:latin typeface="+mn-lt"/>
                <a:ea typeface="+mn-ea"/>
                <a:cs typeface="+mn-cs"/>
              </a:defRPr>
            </a:lvl4pPr>
            <a:lvl5pPr marL="0" indent="0" algn="l" defTabSz="914400" rtl="0" eaLnBrk="1" latinLnBrk="0" hangingPunct="1">
              <a:lnSpc>
                <a:spcPct val="110000"/>
              </a:lnSpc>
              <a:spcBef>
                <a:spcPts val="600"/>
              </a:spcBef>
              <a:spcAft>
                <a:spcPts val="600"/>
              </a:spcAft>
              <a:buFont typeface="Arial" panose="020B0604020202020204" pitchFamily="34" charset="0"/>
              <a:buNone/>
              <a:tabLst/>
              <a:defRPr sz="800" b="0" i="0" kern="1200">
                <a:solidFill>
                  <a:schemeClr val="tx1"/>
                </a:solidFill>
                <a:latin typeface="+mn-lt"/>
                <a:ea typeface="+mn-ea"/>
                <a:cs typeface="+mn-cs"/>
              </a:defRPr>
            </a:lvl5pPr>
            <a:lvl6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smtClean="0">
                <a:solidFill>
                  <a:schemeClr val="tx1"/>
                </a:solidFill>
                <a:latin typeface="+mn-lt"/>
                <a:ea typeface="+mn-ea"/>
                <a:cs typeface="+mn-cs"/>
              </a:defRPr>
            </a:lvl6pPr>
            <a:lvl7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smtClean="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800" b="0" i="0" kern="1200">
                <a:solidFill>
                  <a:schemeClr val="tx1"/>
                </a:solidFill>
                <a:latin typeface="+mn-lt"/>
                <a:ea typeface="+mn-ea"/>
                <a:cs typeface="+mn-cs"/>
              </a:defRPr>
            </a:lvl9pPr>
          </a:lstStyle>
          <a:p>
            <a:r>
              <a:rPr lang="en-US" dirty="0">
                <a:solidFill>
                  <a:schemeClr val="bg1"/>
                </a:solidFill>
                <a:hlinkClick r:id="" action="ppaction://noaction">
                  <a:extLst>
                    <a:ext uri="{A12FA001-AC4F-418D-AE19-62706E023703}">
                      <ahyp:hlinkClr xmlns:ahyp="http://schemas.microsoft.com/office/drawing/2018/hyperlinkcolor" val="tx"/>
                    </a:ext>
                  </a:extLst>
                </a:hlinkClick>
              </a:rPr>
              <a:t>General descriptive functions:  </a:t>
            </a:r>
          </a:p>
          <a:p>
            <a:endParaRPr lang="en-US" dirty="0">
              <a:solidFill>
                <a:schemeClr val="bg1"/>
              </a:solidFill>
              <a:hlinkClick r:id="" action="ppaction://noaction">
                <a:extLst>
                  <a:ext uri="{A12FA001-AC4F-418D-AE19-62706E023703}">
                    <ahyp:hlinkClr xmlns:ahyp="http://schemas.microsoft.com/office/drawing/2018/hyperlinkcolor" val="tx"/>
                  </a:ext>
                </a:extLst>
              </a:hlinkClick>
            </a:endParaRPr>
          </a:p>
          <a:p>
            <a:r>
              <a:rPr lang="en-US" dirty="0">
                <a:solidFill>
                  <a:schemeClr val="bg1"/>
                </a:solidFill>
                <a:hlinkClick r:id="" action="ppaction://noaction">
                  <a:extLst>
                    <a:ext uri="{A12FA001-AC4F-418D-AE19-62706E023703}">
                      <ahyp:hlinkClr xmlns:ahyp="http://schemas.microsoft.com/office/drawing/2018/hyperlinkcolor" val="tx"/>
                    </a:ext>
                  </a:extLst>
                </a:hlinkClick>
              </a:rPr>
              <a:t>Set up column metadata: </a:t>
            </a:r>
          </a:p>
          <a:p>
            <a:endParaRPr lang="en-US" dirty="0">
              <a:solidFill>
                <a:schemeClr val="bg1"/>
              </a:solidFill>
              <a:hlinkClick r:id="" action="ppaction://noaction">
                <a:extLst>
                  <a:ext uri="{A12FA001-AC4F-418D-AE19-62706E023703}">
                    <ahyp:hlinkClr xmlns:ahyp="http://schemas.microsoft.com/office/drawing/2018/hyperlinkcolor" val="tx"/>
                  </a:ext>
                </a:extLst>
              </a:hlinkClick>
            </a:endParaRPr>
          </a:p>
          <a:p>
            <a:r>
              <a:rPr lang="en-US" dirty="0">
                <a:solidFill>
                  <a:schemeClr val="bg1"/>
                </a:solidFill>
                <a:hlinkClick r:id="" action="ppaction://noaction">
                  <a:extLst>
                    <a:ext uri="{A12FA001-AC4F-418D-AE19-62706E023703}">
                      <ahyp:hlinkClr xmlns:ahyp="http://schemas.microsoft.com/office/drawing/2018/hyperlinkcolor" val="tx"/>
                    </a:ext>
                  </a:extLst>
                </a:hlinkClick>
              </a:rPr>
              <a:t>Generate outputs:</a:t>
            </a:r>
          </a:p>
          <a:p>
            <a:endParaRPr lang="en-US" dirty="0">
              <a:solidFill>
                <a:schemeClr val="bg1"/>
              </a:solidFill>
              <a:hlinkClick r:id="" action="ppaction://noaction">
                <a:extLst>
                  <a:ext uri="{A12FA001-AC4F-418D-AE19-62706E023703}">
                    <ahyp:hlinkClr xmlns:ahyp="http://schemas.microsoft.com/office/drawing/2018/hyperlinkcolor" val="tx"/>
                  </a:ext>
                </a:extLst>
              </a:hlinkClick>
            </a:endParaRPr>
          </a:p>
          <a:p>
            <a:r>
              <a:rPr lang="en-US" dirty="0">
                <a:solidFill>
                  <a:schemeClr val="bg1"/>
                </a:solidFill>
                <a:hlinkClick r:id="" action="ppaction://noaction">
                  <a:extLst>
                    <a:ext uri="{A12FA001-AC4F-418D-AE19-62706E023703}">
                      <ahyp:hlinkClr xmlns:ahyp="http://schemas.microsoft.com/office/drawing/2018/hyperlinkcolor" val="tx"/>
                    </a:ext>
                  </a:extLst>
                </a:hlinkClick>
              </a:rPr>
              <a:t>Other functions: </a:t>
            </a:r>
          </a:p>
        </p:txBody>
      </p:sp>
      <p:sp>
        <p:nvSpPr>
          <p:cNvPr id="5" name="Flowchart: Alternate Process 4">
            <a:extLst>
              <a:ext uri="{FF2B5EF4-FFF2-40B4-BE49-F238E27FC236}">
                <a16:creationId xmlns:a16="http://schemas.microsoft.com/office/drawing/2014/main" id="{8E714F93-DC89-AA29-9DC9-648A1A730C2A}"/>
              </a:ext>
            </a:extLst>
          </p:cNvPr>
          <p:cNvSpPr/>
          <p:nvPr/>
        </p:nvSpPr>
        <p:spPr>
          <a:xfrm>
            <a:off x="3884395" y="2721480"/>
            <a:ext cx="1457627" cy="411991"/>
          </a:xfrm>
          <a:prstGeom prst="flowChartAlternateProcess">
            <a:avLst/>
          </a:prstGeom>
          <a:solidFill>
            <a:srgbClr val="F18C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n-lt"/>
              </a:rPr>
              <a:t>univar</a:t>
            </a:r>
            <a:r>
              <a:rPr lang="en-US" dirty="0"/>
              <a:t>()</a:t>
            </a:r>
            <a:endParaRPr lang="en-US" dirty="0">
              <a:latin typeface="+mn-lt"/>
            </a:endParaRPr>
          </a:p>
        </p:txBody>
      </p:sp>
      <p:sp>
        <p:nvSpPr>
          <p:cNvPr id="6" name="Flowchart: Alternate Process 5">
            <a:extLst>
              <a:ext uri="{FF2B5EF4-FFF2-40B4-BE49-F238E27FC236}">
                <a16:creationId xmlns:a16="http://schemas.microsoft.com/office/drawing/2014/main" id="{04A398FE-0631-16A1-2E6B-BFB64BB6D370}"/>
              </a:ext>
            </a:extLst>
          </p:cNvPr>
          <p:cNvSpPr/>
          <p:nvPr/>
        </p:nvSpPr>
        <p:spPr>
          <a:xfrm>
            <a:off x="5993830" y="2721480"/>
            <a:ext cx="1457627" cy="411991"/>
          </a:xfrm>
          <a:prstGeom prst="flowChartAlternateProcess">
            <a:avLst/>
          </a:prstGeom>
          <a:solidFill>
            <a:srgbClr val="F18C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n-lt"/>
              </a:rPr>
              <a:t>freq</a:t>
            </a:r>
            <a:r>
              <a:rPr lang="en-US" dirty="0"/>
              <a:t>()</a:t>
            </a:r>
            <a:endParaRPr lang="en-US" dirty="0">
              <a:latin typeface="+mn-lt"/>
            </a:endParaRPr>
          </a:p>
        </p:txBody>
      </p:sp>
      <p:sp>
        <p:nvSpPr>
          <p:cNvPr id="9" name="Flowchart: Alternate Process 8">
            <a:extLst>
              <a:ext uri="{FF2B5EF4-FFF2-40B4-BE49-F238E27FC236}">
                <a16:creationId xmlns:a16="http://schemas.microsoft.com/office/drawing/2014/main" id="{6A3F662C-9760-37A1-77C7-BF9101FE03FC}"/>
              </a:ext>
            </a:extLst>
          </p:cNvPr>
          <p:cNvSpPr/>
          <p:nvPr/>
        </p:nvSpPr>
        <p:spPr>
          <a:xfrm>
            <a:off x="7914872" y="2721479"/>
            <a:ext cx="1770549" cy="411991"/>
          </a:xfrm>
          <a:prstGeom prst="flowChartAlternateProcess">
            <a:avLst/>
          </a:prstGeom>
          <a:solidFill>
            <a:srgbClr val="F18C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n-lt"/>
              </a:rPr>
              <a:t>Nested_freq</a:t>
            </a:r>
            <a:r>
              <a:rPr lang="en-US" dirty="0"/>
              <a:t>()</a:t>
            </a:r>
            <a:endParaRPr lang="en-US" dirty="0">
              <a:latin typeface="+mn-lt"/>
            </a:endParaRPr>
          </a:p>
        </p:txBody>
      </p:sp>
      <p:sp>
        <p:nvSpPr>
          <p:cNvPr id="10" name="Flowchart: Alternate Process 9">
            <a:extLst>
              <a:ext uri="{FF2B5EF4-FFF2-40B4-BE49-F238E27FC236}">
                <a16:creationId xmlns:a16="http://schemas.microsoft.com/office/drawing/2014/main" id="{ADB14DD0-26AF-E7A2-2BC5-BC29913887A0}"/>
              </a:ext>
            </a:extLst>
          </p:cNvPr>
          <p:cNvSpPr/>
          <p:nvPr/>
        </p:nvSpPr>
        <p:spPr>
          <a:xfrm>
            <a:off x="3884394" y="3590751"/>
            <a:ext cx="1457627" cy="411991"/>
          </a:xfrm>
          <a:prstGeom prst="flowChartAlternateProcess">
            <a:avLst/>
          </a:prstGeom>
          <a:solidFill>
            <a:srgbClr val="F18C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n-lt"/>
              </a:rPr>
              <a:t>tlgsetup</a:t>
            </a:r>
            <a:r>
              <a:rPr lang="en-US" dirty="0"/>
              <a:t>()</a:t>
            </a:r>
            <a:endParaRPr lang="en-US" dirty="0">
              <a:latin typeface="+mn-lt"/>
            </a:endParaRPr>
          </a:p>
        </p:txBody>
      </p:sp>
      <p:sp>
        <p:nvSpPr>
          <p:cNvPr id="11" name="Flowchart: Alternate Process 10">
            <a:extLst>
              <a:ext uri="{FF2B5EF4-FFF2-40B4-BE49-F238E27FC236}">
                <a16:creationId xmlns:a16="http://schemas.microsoft.com/office/drawing/2014/main" id="{168961F9-F2CF-295A-10B1-AF0D6A56FEE2}"/>
              </a:ext>
            </a:extLst>
          </p:cNvPr>
          <p:cNvSpPr/>
          <p:nvPr/>
        </p:nvSpPr>
        <p:spPr>
          <a:xfrm>
            <a:off x="3884394" y="4514946"/>
            <a:ext cx="1457627" cy="411991"/>
          </a:xfrm>
          <a:prstGeom prst="flowChartAlternateProcess">
            <a:avLst/>
          </a:prstGeom>
          <a:solidFill>
            <a:srgbClr val="F18C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n-lt"/>
              </a:rPr>
              <a:t>gentlg</a:t>
            </a:r>
            <a:r>
              <a:rPr lang="en-US" dirty="0"/>
              <a:t>()</a:t>
            </a:r>
            <a:endParaRPr lang="en-US" dirty="0">
              <a:latin typeface="+mn-lt"/>
            </a:endParaRPr>
          </a:p>
        </p:txBody>
      </p:sp>
      <p:sp>
        <p:nvSpPr>
          <p:cNvPr id="12" name="Flowchart: Alternate Process 11">
            <a:extLst>
              <a:ext uri="{FF2B5EF4-FFF2-40B4-BE49-F238E27FC236}">
                <a16:creationId xmlns:a16="http://schemas.microsoft.com/office/drawing/2014/main" id="{BE47D01D-AB09-CEF7-2688-7B6283ACF155}"/>
              </a:ext>
            </a:extLst>
          </p:cNvPr>
          <p:cNvSpPr/>
          <p:nvPr/>
        </p:nvSpPr>
        <p:spPr>
          <a:xfrm>
            <a:off x="3884394" y="5384217"/>
            <a:ext cx="1457627" cy="411991"/>
          </a:xfrm>
          <a:prstGeom prst="flowChartAlternateProcess">
            <a:avLst/>
          </a:prstGeom>
          <a:solidFill>
            <a:srgbClr val="F18C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n-lt"/>
              </a:rPr>
              <a:t>roundSAS</a:t>
            </a:r>
            <a:r>
              <a:rPr lang="en-US" dirty="0"/>
              <a:t>()</a:t>
            </a:r>
            <a:endParaRPr lang="en-US" dirty="0">
              <a:latin typeface="+mn-lt"/>
            </a:endParaRPr>
          </a:p>
        </p:txBody>
      </p:sp>
      <p:sp>
        <p:nvSpPr>
          <p:cNvPr id="13" name="Slide Number Placeholder 5">
            <a:extLst>
              <a:ext uri="{FF2B5EF4-FFF2-40B4-BE49-F238E27FC236}">
                <a16:creationId xmlns:a16="http://schemas.microsoft.com/office/drawing/2014/main" id="{0AC75B5D-F00D-948B-A859-47AE98505ACD}"/>
              </a:ext>
            </a:extLst>
          </p:cNvPr>
          <p:cNvSpPr>
            <a:spLocks noGrp="1"/>
          </p:cNvSpPr>
          <p:nvPr>
            <p:ph type="sldNum" sz="quarter" idx="12"/>
          </p:nvPr>
        </p:nvSpPr>
        <p:spPr>
          <a:xfrm>
            <a:off x="11581942" y="6433878"/>
            <a:ext cx="320674" cy="153463"/>
          </a:xfrm>
        </p:spPr>
        <p:txBody>
          <a:bodyPr/>
          <a:lstStyle/>
          <a:p>
            <a:fld id="{AEC8D767-5246-2244-A4A3-B8AFB218393C}" type="slidenum">
              <a:rPr lang="en-GB" smtClean="0"/>
              <a:t>6</a:t>
            </a:fld>
            <a:endParaRPr lang="en-GB"/>
          </a:p>
        </p:txBody>
      </p:sp>
    </p:spTree>
    <p:extLst>
      <p:ext uri="{BB962C8B-B14F-4D97-AF65-F5344CB8AC3E}">
        <p14:creationId xmlns:p14="http://schemas.microsoft.com/office/powerpoint/2010/main" val="1035199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7C23D-794F-D740-AD38-A29D8F77F56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D2AF4BA-900A-C74E-D5B1-3F057B9E257A}"/>
              </a:ext>
            </a:extLst>
          </p:cNvPr>
          <p:cNvSpPr>
            <a:spLocks noGrp="1"/>
          </p:cNvSpPr>
          <p:nvPr>
            <p:ph type="title"/>
          </p:nvPr>
        </p:nvSpPr>
        <p:spPr>
          <a:xfrm>
            <a:off x="287338" y="266705"/>
            <a:ext cx="5347918" cy="512513"/>
          </a:xfrm>
        </p:spPr>
        <p:txBody>
          <a:bodyPr/>
          <a:lstStyle/>
          <a:p>
            <a:r>
              <a:rPr lang="en-US" sz="4000" dirty="0"/>
              <a:t>Example of R script for analysis output</a:t>
            </a:r>
          </a:p>
        </p:txBody>
      </p:sp>
      <p:sp>
        <p:nvSpPr>
          <p:cNvPr id="8" name="Text Placeholder 7">
            <a:extLst>
              <a:ext uri="{FF2B5EF4-FFF2-40B4-BE49-F238E27FC236}">
                <a16:creationId xmlns:a16="http://schemas.microsoft.com/office/drawing/2014/main" id="{99FB9C4C-4CCE-B9F0-D592-55C82EBFD48C}"/>
              </a:ext>
            </a:extLst>
          </p:cNvPr>
          <p:cNvSpPr>
            <a:spLocks noGrp="1"/>
          </p:cNvSpPr>
          <p:nvPr>
            <p:ph type="body" sz="quarter" idx="10"/>
          </p:nvPr>
        </p:nvSpPr>
        <p:spPr>
          <a:xfrm>
            <a:off x="287339" y="1977656"/>
            <a:ext cx="5347917" cy="619642"/>
          </a:xfrm>
        </p:spPr>
        <p:txBody>
          <a:bodyPr/>
          <a:lstStyle/>
          <a:p>
            <a:r>
              <a:rPr lang="en-US" sz="2400" dirty="0"/>
              <a:t>Follow the clear analysis logic to develop the R code</a:t>
            </a:r>
          </a:p>
          <a:p>
            <a:endParaRPr lang="en-US" dirty="0"/>
          </a:p>
        </p:txBody>
      </p:sp>
      <p:pic>
        <p:nvPicPr>
          <p:cNvPr id="2" name="Picture 1" descr="A screenshot of a computer program">
            <a:extLst>
              <a:ext uri="{FF2B5EF4-FFF2-40B4-BE49-F238E27FC236}">
                <a16:creationId xmlns:a16="http://schemas.microsoft.com/office/drawing/2014/main" id="{3361D368-E835-6748-F6E1-E3732C7521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0615" y="462766"/>
            <a:ext cx="4943475" cy="6124575"/>
          </a:xfrm>
          <a:prstGeom prst="rect">
            <a:avLst/>
          </a:prstGeom>
        </p:spPr>
      </p:pic>
      <p:sp>
        <p:nvSpPr>
          <p:cNvPr id="3" name="TextBox 2">
            <a:extLst>
              <a:ext uri="{FF2B5EF4-FFF2-40B4-BE49-F238E27FC236}">
                <a16:creationId xmlns:a16="http://schemas.microsoft.com/office/drawing/2014/main" id="{248B40B6-B25F-9450-A6B8-66C1D8E154A4}"/>
              </a:ext>
            </a:extLst>
          </p:cNvPr>
          <p:cNvSpPr txBox="1"/>
          <p:nvPr/>
        </p:nvSpPr>
        <p:spPr>
          <a:xfrm>
            <a:off x="2604545" y="4940834"/>
            <a:ext cx="3065929" cy="369332"/>
          </a:xfrm>
          <a:prstGeom prst="rect">
            <a:avLst/>
          </a:prstGeom>
          <a:noFill/>
        </p:spPr>
        <p:txBody>
          <a:bodyPr wrap="square" rtlCol="0">
            <a:spAutoFit/>
          </a:bodyPr>
          <a:lstStyle/>
          <a:p>
            <a:r>
              <a:rPr lang="en-US" dirty="0">
                <a:solidFill>
                  <a:schemeClr val="bg1"/>
                </a:solidFill>
              </a:rPr>
              <a:t>Applying column meta data</a:t>
            </a:r>
          </a:p>
        </p:txBody>
      </p:sp>
      <p:sp>
        <p:nvSpPr>
          <p:cNvPr id="4" name="TextBox 3">
            <a:extLst>
              <a:ext uri="{FF2B5EF4-FFF2-40B4-BE49-F238E27FC236}">
                <a16:creationId xmlns:a16="http://schemas.microsoft.com/office/drawing/2014/main" id="{E258215B-365B-F939-537E-CC9F6AB84B77}"/>
              </a:ext>
            </a:extLst>
          </p:cNvPr>
          <p:cNvSpPr txBox="1"/>
          <p:nvPr/>
        </p:nvSpPr>
        <p:spPr>
          <a:xfrm>
            <a:off x="3028174" y="5975489"/>
            <a:ext cx="3065929" cy="369332"/>
          </a:xfrm>
          <a:prstGeom prst="rect">
            <a:avLst/>
          </a:prstGeom>
          <a:noFill/>
        </p:spPr>
        <p:txBody>
          <a:bodyPr wrap="square" rtlCol="0">
            <a:spAutoFit/>
          </a:bodyPr>
          <a:lstStyle/>
          <a:p>
            <a:r>
              <a:rPr lang="en-US" dirty="0">
                <a:solidFill>
                  <a:schemeClr val="bg1"/>
                </a:solidFill>
              </a:rPr>
              <a:t>Adding titles/footnotes</a:t>
            </a:r>
          </a:p>
        </p:txBody>
      </p:sp>
      <p:cxnSp>
        <p:nvCxnSpPr>
          <p:cNvPr id="5" name="Straight Arrow Connector 4">
            <a:extLst>
              <a:ext uri="{FF2B5EF4-FFF2-40B4-BE49-F238E27FC236}">
                <a16:creationId xmlns:a16="http://schemas.microsoft.com/office/drawing/2014/main" id="{B2860892-F811-0AF7-5421-B51522BFC2D6}"/>
              </a:ext>
            </a:extLst>
          </p:cNvPr>
          <p:cNvCxnSpPr>
            <a:cxnSpLocks/>
          </p:cNvCxnSpPr>
          <p:nvPr/>
        </p:nvCxnSpPr>
        <p:spPr>
          <a:xfrm>
            <a:off x="5529425" y="5125500"/>
            <a:ext cx="512151" cy="0"/>
          </a:xfrm>
          <a:prstGeom prst="straightConnector1">
            <a:avLst/>
          </a:prstGeom>
          <a:ln w="1905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 name="Straight Arrow Connector 5">
            <a:extLst>
              <a:ext uri="{FF2B5EF4-FFF2-40B4-BE49-F238E27FC236}">
                <a16:creationId xmlns:a16="http://schemas.microsoft.com/office/drawing/2014/main" id="{27702AB4-1F19-82E3-7C56-B756480FDF93}"/>
              </a:ext>
            </a:extLst>
          </p:cNvPr>
          <p:cNvCxnSpPr/>
          <p:nvPr/>
        </p:nvCxnSpPr>
        <p:spPr>
          <a:xfrm>
            <a:off x="5549095" y="6160155"/>
            <a:ext cx="472812" cy="0"/>
          </a:xfrm>
          <a:prstGeom prst="straightConnector1">
            <a:avLst/>
          </a:prstGeom>
          <a:ln w="19050"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123597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C1F1A8C-5809-D7BE-0A02-D429990227EF}"/>
              </a:ext>
            </a:extLst>
          </p:cNvPr>
          <p:cNvSpPr txBox="1"/>
          <p:nvPr/>
        </p:nvSpPr>
        <p:spPr>
          <a:xfrm>
            <a:off x="196217" y="1353224"/>
            <a:ext cx="4544371" cy="707886"/>
          </a:xfrm>
          <a:prstGeom prst="rect">
            <a:avLst/>
          </a:prstGeom>
          <a:noFill/>
        </p:spPr>
        <p:txBody>
          <a:bodyPr wrap="square" rtlCol="0">
            <a:spAutoFit/>
          </a:bodyPr>
          <a:lstStyle/>
          <a:p>
            <a:r>
              <a:rPr lang="en-US" sz="2000" dirty="0">
                <a:solidFill>
                  <a:prstClr val="white"/>
                </a:solidFill>
                <a:latin typeface="Calibri" panose="020F0502020204030204"/>
              </a:rPr>
              <a:t>ADRG in submission: adding description of major R functions</a:t>
            </a:r>
          </a:p>
        </p:txBody>
      </p:sp>
      <p:sp>
        <p:nvSpPr>
          <p:cNvPr id="13" name="Title 1">
            <a:extLst>
              <a:ext uri="{FF2B5EF4-FFF2-40B4-BE49-F238E27FC236}">
                <a16:creationId xmlns:a16="http://schemas.microsoft.com/office/drawing/2014/main" id="{14F4D62B-202E-D492-2482-74F08CAA21B6}"/>
              </a:ext>
            </a:extLst>
          </p:cNvPr>
          <p:cNvSpPr>
            <a:spLocks noGrp="1"/>
          </p:cNvSpPr>
          <p:nvPr>
            <p:ph type="title"/>
          </p:nvPr>
        </p:nvSpPr>
        <p:spPr>
          <a:xfrm>
            <a:off x="516343" y="315793"/>
            <a:ext cx="9770657" cy="656133"/>
          </a:xfrm>
        </p:spPr>
        <p:txBody>
          <a:bodyPr>
            <a:noAutofit/>
          </a:bodyPr>
          <a:lstStyle/>
          <a:p>
            <a:pPr lvl="0"/>
            <a:r>
              <a:rPr lang="en-US" sz="4800" dirty="0"/>
              <a:t>ADRG for Hybrid SAS/R: Section 7</a:t>
            </a:r>
          </a:p>
        </p:txBody>
      </p:sp>
      <p:pic>
        <p:nvPicPr>
          <p:cNvPr id="14" name="Picture 13">
            <a:extLst>
              <a:ext uri="{FF2B5EF4-FFF2-40B4-BE49-F238E27FC236}">
                <a16:creationId xmlns:a16="http://schemas.microsoft.com/office/drawing/2014/main" id="{AC0841FE-8291-E048-7324-BEA954C85FAD}"/>
              </a:ext>
            </a:extLst>
          </p:cNvPr>
          <p:cNvPicPr>
            <a:picLocks noChangeAspect="1"/>
          </p:cNvPicPr>
          <p:nvPr/>
        </p:nvPicPr>
        <p:blipFill>
          <a:blip r:embed="rId3"/>
          <a:stretch>
            <a:fillRect/>
          </a:stretch>
        </p:blipFill>
        <p:spPr>
          <a:xfrm>
            <a:off x="5549998" y="5260405"/>
            <a:ext cx="6839864" cy="1398645"/>
          </a:xfrm>
          <a:prstGeom prst="rect">
            <a:avLst/>
          </a:prstGeom>
        </p:spPr>
      </p:pic>
      <p:sp>
        <p:nvSpPr>
          <p:cNvPr id="17" name="Slide Number Placeholder 5">
            <a:extLst>
              <a:ext uri="{FF2B5EF4-FFF2-40B4-BE49-F238E27FC236}">
                <a16:creationId xmlns:a16="http://schemas.microsoft.com/office/drawing/2014/main" id="{4F5F0023-65C6-7B72-CCF5-3E4EF821309A}"/>
              </a:ext>
            </a:extLst>
          </p:cNvPr>
          <p:cNvSpPr>
            <a:spLocks noGrp="1"/>
          </p:cNvSpPr>
          <p:nvPr>
            <p:ph type="sldNum" sz="quarter" idx="12"/>
          </p:nvPr>
        </p:nvSpPr>
        <p:spPr>
          <a:xfrm>
            <a:off x="11581942" y="6433878"/>
            <a:ext cx="320674" cy="153463"/>
          </a:xfrm>
        </p:spPr>
        <p:txBody>
          <a:bodyPr/>
          <a:lstStyle/>
          <a:p>
            <a:fld id="{AEC8D767-5246-2244-A4A3-B8AFB218393C}" type="slidenum">
              <a:rPr lang="en-GB" smtClean="0"/>
              <a:t>8</a:t>
            </a:fld>
            <a:endParaRPr lang="en-GB"/>
          </a:p>
        </p:txBody>
      </p:sp>
      <p:pic>
        <p:nvPicPr>
          <p:cNvPr id="23" name="Picture 22">
            <a:extLst>
              <a:ext uri="{FF2B5EF4-FFF2-40B4-BE49-F238E27FC236}">
                <a16:creationId xmlns:a16="http://schemas.microsoft.com/office/drawing/2014/main" id="{E890844A-ABA8-C142-27DA-82FCBA7CBA75}"/>
              </a:ext>
            </a:extLst>
          </p:cNvPr>
          <p:cNvPicPr>
            <a:picLocks noChangeAspect="1"/>
          </p:cNvPicPr>
          <p:nvPr/>
        </p:nvPicPr>
        <p:blipFill>
          <a:blip r:embed="rId4"/>
          <a:stretch>
            <a:fillRect/>
          </a:stretch>
        </p:blipFill>
        <p:spPr>
          <a:xfrm>
            <a:off x="5549998" y="3123021"/>
            <a:ext cx="6477245" cy="1954537"/>
          </a:xfrm>
          <a:prstGeom prst="rect">
            <a:avLst/>
          </a:prstGeom>
        </p:spPr>
      </p:pic>
      <p:pic>
        <p:nvPicPr>
          <p:cNvPr id="3" name="Picture 2">
            <a:extLst>
              <a:ext uri="{FF2B5EF4-FFF2-40B4-BE49-F238E27FC236}">
                <a16:creationId xmlns:a16="http://schemas.microsoft.com/office/drawing/2014/main" id="{DEF2FF49-E185-8EC0-8B08-FD6AF319BBA9}"/>
              </a:ext>
            </a:extLst>
          </p:cNvPr>
          <p:cNvPicPr>
            <a:picLocks noChangeAspect="1"/>
          </p:cNvPicPr>
          <p:nvPr/>
        </p:nvPicPr>
        <p:blipFill>
          <a:blip r:embed="rId5"/>
          <a:stretch>
            <a:fillRect/>
          </a:stretch>
        </p:blipFill>
        <p:spPr>
          <a:xfrm>
            <a:off x="298658" y="2262206"/>
            <a:ext cx="4916136" cy="2732883"/>
          </a:xfrm>
          <a:prstGeom prst="rect">
            <a:avLst/>
          </a:prstGeom>
        </p:spPr>
      </p:pic>
      <p:pic>
        <p:nvPicPr>
          <p:cNvPr id="16" name="Picture 15">
            <a:extLst>
              <a:ext uri="{FF2B5EF4-FFF2-40B4-BE49-F238E27FC236}">
                <a16:creationId xmlns:a16="http://schemas.microsoft.com/office/drawing/2014/main" id="{0C9B8230-1D75-EDFD-EBE3-912A7381ED09}"/>
              </a:ext>
            </a:extLst>
          </p:cNvPr>
          <p:cNvPicPr>
            <a:picLocks noChangeAspect="1"/>
          </p:cNvPicPr>
          <p:nvPr/>
        </p:nvPicPr>
        <p:blipFill>
          <a:blip r:embed="rId6"/>
          <a:stretch>
            <a:fillRect/>
          </a:stretch>
        </p:blipFill>
        <p:spPr>
          <a:xfrm>
            <a:off x="5518539" y="1679752"/>
            <a:ext cx="6477244" cy="1246726"/>
          </a:xfrm>
          <a:prstGeom prst="rect">
            <a:avLst/>
          </a:prstGeom>
        </p:spPr>
      </p:pic>
    </p:spTree>
    <p:extLst>
      <p:ext uri="{BB962C8B-B14F-4D97-AF65-F5344CB8AC3E}">
        <p14:creationId xmlns:p14="http://schemas.microsoft.com/office/powerpoint/2010/main" val="2857639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CF2DD4F-0F87-3EE8-E7E3-24DA8E632016}"/>
              </a:ext>
            </a:extLst>
          </p:cNvPr>
          <p:cNvSpPr>
            <a:spLocks noGrp="1"/>
          </p:cNvSpPr>
          <p:nvPr>
            <p:ph type="title"/>
          </p:nvPr>
        </p:nvSpPr>
        <p:spPr>
          <a:xfrm>
            <a:off x="287337" y="266706"/>
            <a:ext cx="10993807" cy="512513"/>
          </a:xfrm>
        </p:spPr>
        <p:txBody>
          <a:bodyPr/>
          <a:lstStyle/>
          <a:p>
            <a:r>
              <a:rPr lang="en-US" sz="4000" dirty="0"/>
              <a:t>ADRG for Hybrid SAS/R: Appendix</a:t>
            </a:r>
          </a:p>
        </p:txBody>
      </p:sp>
      <p:sp>
        <p:nvSpPr>
          <p:cNvPr id="6" name="Slide Number Placeholder 5">
            <a:extLst>
              <a:ext uri="{FF2B5EF4-FFF2-40B4-BE49-F238E27FC236}">
                <a16:creationId xmlns:a16="http://schemas.microsoft.com/office/drawing/2014/main" id="{E84785BC-71D2-2F2B-9A5F-7530E635D0B3}"/>
              </a:ext>
            </a:extLst>
          </p:cNvPr>
          <p:cNvSpPr>
            <a:spLocks noGrp="1"/>
          </p:cNvSpPr>
          <p:nvPr>
            <p:ph type="sldNum" sz="quarter" idx="12"/>
          </p:nvPr>
        </p:nvSpPr>
        <p:spPr/>
        <p:txBody>
          <a:bodyPr/>
          <a:lstStyle/>
          <a:p>
            <a:fld id="{AEC8D767-5246-2244-A4A3-B8AFB218393C}" type="slidenum">
              <a:rPr lang="en-GB" smtClean="0"/>
              <a:t>9</a:t>
            </a:fld>
            <a:endParaRPr lang="en-GB"/>
          </a:p>
        </p:txBody>
      </p:sp>
      <p:sp>
        <p:nvSpPr>
          <p:cNvPr id="10" name="Text Placeholder 7">
            <a:extLst>
              <a:ext uri="{FF2B5EF4-FFF2-40B4-BE49-F238E27FC236}">
                <a16:creationId xmlns:a16="http://schemas.microsoft.com/office/drawing/2014/main" id="{614BFB97-3AE7-B3C1-6ED8-3C8D844BC4B9}"/>
              </a:ext>
            </a:extLst>
          </p:cNvPr>
          <p:cNvSpPr>
            <a:spLocks noGrp="1"/>
          </p:cNvSpPr>
          <p:nvPr>
            <p:ph type="body" sz="quarter" idx="10"/>
          </p:nvPr>
        </p:nvSpPr>
        <p:spPr>
          <a:xfrm>
            <a:off x="287337" y="848346"/>
            <a:ext cx="10664199" cy="953888"/>
          </a:xfrm>
        </p:spPr>
        <p:txBody>
          <a:bodyPr/>
          <a:lstStyle/>
          <a:p>
            <a:r>
              <a:rPr lang="en-US" sz="1600" dirty="0"/>
              <a:t>The appendix is added to facilitate the R environment setup, including installation of required R packages. It provides guidance on how tables, figures, and listings developed in R can be executed to reproduce the analysis report in RTF format independently of the sponsor's computational system.</a:t>
            </a:r>
          </a:p>
          <a:p>
            <a:endParaRPr lang="en-US" dirty="0"/>
          </a:p>
        </p:txBody>
      </p:sp>
      <p:pic>
        <p:nvPicPr>
          <p:cNvPr id="14" name="Picture 13">
            <a:extLst>
              <a:ext uri="{FF2B5EF4-FFF2-40B4-BE49-F238E27FC236}">
                <a16:creationId xmlns:a16="http://schemas.microsoft.com/office/drawing/2014/main" id="{C87C76A3-9041-EEC9-8677-975F356CAFDA}"/>
              </a:ext>
            </a:extLst>
          </p:cNvPr>
          <p:cNvPicPr>
            <a:picLocks noChangeAspect="1"/>
          </p:cNvPicPr>
          <p:nvPr/>
        </p:nvPicPr>
        <p:blipFill>
          <a:blip r:embed="rId3"/>
          <a:stretch>
            <a:fillRect/>
          </a:stretch>
        </p:blipFill>
        <p:spPr>
          <a:xfrm>
            <a:off x="6221796" y="2508917"/>
            <a:ext cx="5059348" cy="3760691"/>
          </a:xfrm>
          <a:prstGeom prst="rect">
            <a:avLst/>
          </a:prstGeom>
        </p:spPr>
      </p:pic>
      <p:sp>
        <p:nvSpPr>
          <p:cNvPr id="15" name="TextBox 14">
            <a:extLst>
              <a:ext uri="{FF2B5EF4-FFF2-40B4-BE49-F238E27FC236}">
                <a16:creationId xmlns:a16="http://schemas.microsoft.com/office/drawing/2014/main" id="{51235972-11D1-C0B3-8C37-02273512A8E4}"/>
              </a:ext>
            </a:extLst>
          </p:cNvPr>
          <p:cNvSpPr txBox="1"/>
          <p:nvPr/>
        </p:nvSpPr>
        <p:spPr>
          <a:xfrm>
            <a:off x="6341315" y="1844012"/>
            <a:ext cx="4610220" cy="553998"/>
          </a:xfrm>
          <a:prstGeom prst="rect">
            <a:avLst/>
          </a:prstGeom>
          <a:noFill/>
        </p:spPr>
        <p:txBody>
          <a:bodyPr wrap="square" lIns="0" tIns="0" rIns="0" bIns="0" rtlCol="0">
            <a:spAutoFit/>
          </a:bodyPr>
          <a:lstStyle/>
          <a:p>
            <a:r>
              <a:rPr lang="en-US" dirty="0">
                <a:solidFill>
                  <a:schemeClr val="bg1"/>
                </a:solidFill>
              </a:rPr>
              <a:t>ADRG in submission: update to reflect our system configuration</a:t>
            </a:r>
          </a:p>
        </p:txBody>
      </p:sp>
      <p:sp>
        <p:nvSpPr>
          <p:cNvPr id="16" name="TextBox 15">
            <a:extLst>
              <a:ext uri="{FF2B5EF4-FFF2-40B4-BE49-F238E27FC236}">
                <a16:creationId xmlns:a16="http://schemas.microsoft.com/office/drawing/2014/main" id="{320D3A9B-6A36-6FD8-7C8B-3776C76E5516}"/>
              </a:ext>
            </a:extLst>
          </p:cNvPr>
          <p:cNvSpPr txBox="1"/>
          <p:nvPr/>
        </p:nvSpPr>
        <p:spPr>
          <a:xfrm>
            <a:off x="414670" y="1982512"/>
            <a:ext cx="4610220" cy="276999"/>
          </a:xfrm>
          <a:prstGeom prst="rect">
            <a:avLst/>
          </a:prstGeom>
          <a:noFill/>
        </p:spPr>
        <p:txBody>
          <a:bodyPr wrap="square" lIns="0" tIns="0" rIns="0" bIns="0" rtlCol="0">
            <a:spAutoFit/>
          </a:bodyPr>
          <a:lstStyle/>
          <a:p>
            <a:r>
              <a:rPr lang="en-US" dirty="0">
                <a:solidFill>
                  <a:schemeClr val="bg1"/>
                </a:solidFill>
              </a:rPr>
              <a:t>ADRG from Pilot 3 as template</a:t>
            </a:r>
          </a:p>
        </p:txBody>
      </p:sp>
      <p:pic>
        <p:nvPicPr>
          <p:cNvPr id="24" name="Picture 23">
            <a:extLst>
              <a:ext uri="{FF2B5EF4-FFF2-40B4-BE49-F238E27FC236}">
                <a16:creationId xmlns:a16="http://schemas.microsoft.com/office/drawing/2014/main" id="{81FE984C-E91F-53A4-E7A6-CFDA8B64916D}"/>
              </a:ext>
            </a:extLst>
          </p:cNvPr>
          <p:cNvPicPr>
            <a:picLocks noChangeAspect="1"/>
          </p:cNvPicPr>
          <p:nvPr/>
        </p:nvPicPr>
        <p:blipFill>
          <a:blip r:embed="rId4"/>
          <a:stretch>
            <a:fillRect/>
          </a:stretch>
        </p:blipFill>
        <p:spPr>
          <a:xfrm>
            <a:off x="414670" y="2503601"/>
            <a:ext cx="4464279" cy="3619686"/>
          </a:xfrm>
          <a:prstGeom prst="rect">
            <a:avLst/>
          </a:prstGeom>
        </p:spPr>
      </p:pic>
    </p:spTree>
    <p:extLst>
      <p:ext uri="{BB962C8B-B14F-4D97-AF65-F5344CB8AC3E}">
        <p14:creationId xmlns:p14="http://schemas.microsoft.com/office/powerpoint/2010/main" val="2547652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73A57-29BD-9EE9-C99A-E7B879679A5E}"/>
            </a:ext>
          </a:extLst>
        </p:cNvPr>
        <p:cNvGrpSpPr/>
        <p:nvPr/>
      </p:nvGrpSpPr>
      <p:grpSpPr>
        <a:xfrm>
          <a:off x="0" y="0"/>
          <a:ext cx="0" cy="0"/>
          <a:chOff x="0" y="0"/>
          <a:chExt cx="0" cy="0"/>
        </a:xfrm>
      </p:grpSpPr>
      <p:sp>
        <p:nvSpPr>
          <p:cNvPr id="7" name="Flowchart: Alternate Process 4">
            <a:extLst>
              <a:ext uri="{FF2B5EF4-FFF2-40B4-BE49-F238E27FC236}">
                <a16:creationId xmlns:a16="http://schemas.microsoft.com/office/drawing/2014/main" id="{C7738489-9556-1ADF-2AE0-7B77A35282DE}"/>
              </a:ext>
            </a:extLst>
          </p:cNvPr>
          <p:cNvSpPr/>
          <p:nvPr/>
        </p:nvSpPr>
        <p:spPr>
          <a:xfrm>
            <a:off x="1073736" y="4820100"/>
            <a:ext cx="1007923" cy="324549"/>
          </a:xfrm>
          <a:prstGeom prst="flowChartAlternateProcess">
            <a:avLst/>
          </a:prstGeom>
          <a:solidFill>
            <a:srgbClr val="F18C5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9" name="Flowchart: Alternate Process 4">
            <a:extLst>
              <a:ext uri="{FF2B5EF4-FFF2-40B4-BE49-F238E27FC236}">
                <a16:creationId xmlns:a16="http://schemas.microsoft.com/office/drawing/2014/main" id="{064FEF67-2F69-2F31-DDBC-50A1A14CB24B}"/>
              </a:ext>
            </a:extLst>
          </p:cNvPr>
          <p:cNvSpPr/>
          <p:nvPr/>
        </p:nvSpPr>
        <p:spPr>
          <a:xfrm>
            <a:off x="1073736" y="4183018"/>
            <a:ext cx="1007923" cy="324549"/>
          </a:xfrm>
          <a:prstGeom prst="flowChartAlternateProcess">
            <a:avLst/>
          </a:prstGeom>
          <a:solidFill>
            <a:srgbClr val="F18C5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1" name="Flowchart: Alternate Process 4">
            <a:extLst>
              <a:ext uri="{FF2B5EF4-FFF2-40B4-BE49-F238E27FC236}">
                <a16:creationId xmlns:a16="http://schemas.microsoft.com/office/drawing/2014/main" id="{CEACBAA1-F660-FD20-D179-EFAEE99A6BB4}"/>
              </a:ext>
            </a:extLst>
          </p:cNvPr>
          <p:cNvSpPr/>
          <p:nvPr/>
        </p:nvSpPr>
        <p:spPr>
          <a:xfrm>
            <a:off x="1073736" y="3545937"/>
            <a:ext cx="1007923" cy="324549"/>
          </a:xfrm>
          <a:prstGeom prst="flowChartAlternateProcess">
            <a:avLst/>
          </a:prstGeom>
          <a:solidFill>
            <a:srgbClr val="F18C5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4" name="Flowchart: Alternate Process 4">
            <a:extLst>
              <a:ext uri="{FF2B5EF4-FFF2-40B4-BE49-F238E27FC236}">
                <a16:creationId xmlns:a16="http://schemas.microsoft.com/office/drawing/2014/main" id="{7B62BEFD-FAD2-A85C-8ABE-7EC79717CFDC}"/>
              </a:ext>
            </a:extLst>
          </p:cNvPr>
          <p:cNvSpPr/>
          <p:nvPr/>
        </p:nvSpPr>
        <p:spPr>
          <a:xfrm>
            <a:off x="1073738" y="2933840"/>
            <a:ext cx="1007923" cy="324549"/>
          </a:xfrm>
          <a:prstGeom prst="flowChartAlternateProcess">
            <a:avLst/>
          </a:prstGeom>
          <a:solidFill>
            <a:srgbClr val="F18C5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3" name="Flowchart: Alternate Process 4">
            <a:extLst>
              <a:ext uri="{FF2B5EF4-FFF2-40B4-BE49-F238E27FC236}">
                <a16:creationId xmlns:a16="http://schemas.microsoft.com/office/drawing/2014/main" id="{262763B8-7514-B079-C116-53BDFBF7174B}"/>
              </a:ext>
            </a:extLst>
          </p:cNvPr>
          <p:cNvSpPr/>
          <p:nvPr/>
        </p:nvSpPr>
        <p:spPr>
          <a:xfrm>
            <a:off x="1073738" y="2309250"/>
            <a:ext cx="1007923" cy="324549"/>
          </a:xfrm>
          <a:prstGeom prst="flowChartAlternateProcess">
            <a:avLst/>
          </a:prstGeom>
          <a:solidFill>
            <a:srgbClr val="F18C5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8" name="Title 7">
            <a:extLst>
              <a:ext uri="{FF2B5EF4-FFF2-40B4-BE49-F238E27FC236}">
                <a16:creationId xmlns:a16="http://schemas.microsoft.com/office/drawing/2014/main" id="{7F86481F-5075-02E9-4917-696191FF5F5B}"/>
              </a:ext>
            </a:extLst>
          </p:cNvPr>
          <p:cNvSpPr>
            <a:spLocks noGrp="1"/>
          </p:cNvSpPr>
          <p:nvPr>
            <p:ph type="title"/>
          </p:nvPr>
        </p:nvSpPr>
        <p:spPr>
          <a:xfrm>
            <a:off x="425560" y="415561"/>
            <a:ext cx="10086049" cy="504754"/>
          </a:xfrm>
        </p:spPr>
        <p:txBody>
          <a:bodyPr/>
          <a:lstStyle/>
          <a:p>
            <a:r>
              <a:rPr lang="en-US" sz="4000" dirty="0">
                <a:ea typeface="+mj-lt"/>
                <a:cs typeface="+mj-lt"/>
              </a:rPr>
              <a:t>ADRG – </a:t>
            </a:r>
            <a:r>
              <a:rPr lang="en-US" sz="4000" dirty="0"/>
              <a:t>Define working environment</a:t>
            </a:r>
            <a:endParaRPr lang="en-US" dirty="0"/>
          </a:p>
        </p:txBody>
      </p:sp>
      <p:sp>
        <p:nvSpPr>
          <p:cNvPr id="6" name="Slide Number Placeholder 5">
            <a:extLst>
              <a:ext uri="{FF2B5EF4-FFF2-40B4-BE49-F238E27FC236}">
                <a16:creationId xmlns:a16="http://schemas.microsoft.com/office/drawing/2014/main" id="{488FE96B-F2A5-83B5-CA4E-6B56376B6906}"/>
              </a:ext>
            </a:extLst>
          </p:cNvPr>
          <p:cNvSpPr>
            <a:spLocks noGrp="1"/>
          </p:cNvSpPr>
          <p:nvPr>
            <p:ph type="sldNum" sz="quarter" idx="12"/>
          </p:nvPr>
        </p:nvSpPr>
        <p:spPr/>
        <p:txBody>
          <a:bodyPr/>
          <a:lstStyle/>
          <a:p>
            <a:fld id="{AEC8D767-5246-2244-A4A3-B8AFB218393C}" type="slidenum">
              <a:rPr lang="en-GB" smtClean="0"/>
              <a:t>10</a:t>
            </a:fld>
            <a:endParaRPr lang="en-GB"/>
          </a:p>
        </p:txBody>
      </p:sp>
      <p:sp>
        <p:nvSpPr>
          <p:cNvPr id="10" name="Content Placeholder 2">
            <a:extLst>
              <a:ext uri="{FF2B5EF4-FFF2-40B4-BE49-F238E27FC236}">
                <a16:creationId xmlns:a16="http://schemas.microsoft.com/office/drawing/2014/main" id="{6C7EA8DE-255D-B6DA-CB39-9BD7FD6D470A}"/>
              </a:ext>
            </a:extLst>
          </p:cNvPr>
          <p:cNvSpPr txBox="1">
            <a:spLocks/>
          </p:cNvSpPr>
          <p:nvPr/>
        </p:nvSpPr>
        <p:spPr>
          <a:xfrm>
            <a:off x="737820" y="667938"/>
            <a:ext cx="11277013" cy="5382534"/>
          </a:xfrm>
          <a:prstGeom prst="rect">
            <a:avLst/>
          </a:prstGeom>
        </p:spPr>
        <p:txBody>
          <a:bodyPr lIns="91440" tIns="45720" rIns="91440" bIns="45720" anchor="t">
            <a:normAutofit/>
          </a:bodyPr>
          <a:lstStyle>
            <a:lvl1pPr marL="0" indent="0" algn="l" defTabSz="914400" rtl="0" eaLnBrk="1" latinLnBrk="0" hangingPunct="1">
              <a:lnSpc>
                <a:spcPct val="110000"/>
              </a:lnSpc>
              <a:spcBef>
                <a:spcPts val="600"/>
              </a:spcBef>
              <a:spcAft>
                <a:spcPts val="600"/>
              </a:spcAft>
              <a:buFont typeface="Arial" panose="020B0604020202020204" pitchFamily="34" charset="0"/>
              <a:buNone/>
              <a:tabLst/>
              <a:defRPr sz="1800" b="0" i="0" kern="1200">
                <a:solidFill>
                  <a:schemeClr val="tx1"/>
                </a:solidFill>
                <a:latin typeface="+mn-lt"/>
                <a:ea typeface="+mn-ea"/>
                <a:cs typeface="+mn-cs"/>
              </a:defRPr>
            </a:lvl1pPr>
            <a:lvl2pPr marL="285750" indent="-285750" algn="l" defTabSz="914400" rtl="0" eaLnBrk="1" latinLnBrk="0" hangingPunct="1">
              <a:lnSpc>
                <a:spcPct val="110000"/>
              </a:lnSpc>
              <a:spcBef>
                <a:spcPts val="0"/>
              </a:spcBef>
              <a:spcAft>
                <a:spcPts val="600"/>
              </a:spcAft>
              <a:buFont typeface="Arial" panose="020B0604020202020204" pitchFamily="34" charset="0"/>
              <a:buChar char="•"/>
              <a:tabLst/>
              <a:defRPr sz="1800" b="0" i="0" kern="1200">
                <a:solidFill>
                  <a:schemeClr val="tx1"/>
                </a:solidFill>
                <a:latin typeface="+mn-lt"/>
                <a:ea typeface="+mn-ea"/>
                <a:cs typeface="+mn-cs"/>
              </a:defRPr>
            </a:lvl2pPr>
            <a:lvl3pPr marL="571500" indent="-285750" algn="l" defTabSz="914400" rtl="0" eaLnBrk="1" latinLnBrk="0" hangingPunct="1">
              <a:lnSpc>
                <a:spcPct val="110000"/>
              </a:lnSpc>
              <a:spcBef>
                <a:spcPts val="0"/>
              </a:spcBef>
              <a:spcAft>
                <a:spcPts val="600"/>
              </a:spcAft>
              <a:buFont typeface="Arial" panose="020B0604020202020204" pitchFamily="34" charset="0"/>
              <a:buChar char="•"/>
              <a:tabLst/>
              <a:defRPr sz="1600" b="0" i="0" kern="1200">
                <a:solidFill>
                  <a:schemeClr val="tx1"/>
                </a:solidFill>
                <a:latin typeface="+mn-lt"/>
                <a:ea typeface="+mn-ea"/>
                <a:cs typeface="+mn-cs"/>
              </a:defRPr>
            </a:lvl3pPr>
            <a:lvl4pPr marL="856800" indent="-285750" algn="l" defTabSz="914400" rtl="0" eaLnBrk="1" latinLnBrk="0" hangingPunct="1">
              <a:lnSpc>
                <a:spcPct val="110000"/>
              </a:lnSpc>
              <a:spcBef>
                <a:spcPts val="0"/>
              </a:spcBef>
              <a:spcAft>
                <a:spcPts val="600"/>
              </a:spcAft>
              <a:buFont typeface="Arial" panose="020B0604020202020204" pitchFamily="34" charset="0"/>
              <a:buChar char="•"/>
              <a:tabLst/>
              <a:defRPr sz="1600" b="0" i="0" kern="1200">
                <a:solidFill>
                  <a:schemeClr val="tx1"/>
                </a:solidFill>
                <a:latin typeface="+mn-lt"/>
                <a:ea typeface="+mn-ea"/>
                <a:cs typeface="+mn-cs"/>
              </a:defRPr>
            </a:lvl4pPr>
            <a:lvl5pPr marL="0" indent="0" algn="l" defTabSz="914400" rtl="0" eaLnBrk="1" latinLnBrk="0" hangingPunct="1">
              <a:lnSpc>
                <a:spcPct val="110000"/>
              </a:lnSpc>
              <a:spcBef>
                <a:spcPts val="600"/>
              </a:spcBef>
              <a:spcAft>
                <a:spcPts val="600"/>
              </a:spcAft>
              <a:buFont typeface="Arial" panose="020B0604020202020204" pitchFamily="34" charset="0"/>
              <a:buNone/>
              <a:tabLst/>
              <a:defRPr sz="800" b="0" i="0" kern="1200">
                <a:solidFill>
                  <a:schemeClr val="tx1"/>
                </a:solidFill>
                <a:latin typeface="+mn-lt"/>
                <a:ea typeface="+mn-ea"/>
                <a:cs typeface="+mn-cs"/>
              </a:defRPr>
            </a:lvl5pPr>
            <a:lvl6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smtClean="0">
                <a:solidFill>
                  <a:schemeClr val="tx1"/>
                </a:solidFill>
                <a:latin typeface="+mn-lt"/>
                <a:ea typeface="+mn-ea"/>
                <a:cs typeface="+mn-cs"/>
              </a:defRPr>
            </a:lvl6pPr>
            <a:lvl7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smtClean="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Font typeface="Arial" panose="020B0604020202020204" pitchFamily="34" charset="0"/>
              <a:buNone/>
              <a:defRPr lang="en-GB" sz="1800" b="0" i="0" kern="1200" dirty="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800" b="0" i="0" kern="1200">
                <a:solidFill>
                  <a:schemeClr val="tx1"/>
                </a:solidFill>
                <a:latin typeface="+mn-lt"/>
                <a:ea typeface="+mn-ea"/>
                <a:cs typeface="+mn-cs"/>
              </a:defRPr>
            </a:lvl9pPr>
          </a:lstStyle>
          <a:p>
            <a:endParaRPr lang="en-US" sz="2400" dirty="0">
              <a:solidFill>
                <a:schemeClr val="bg1"/>
              </a:solidFill>
              <a:ea typeface="+mn-lt"/>
              <a:cs typeface="+mn-lt"/>
            </a:endParaRPr>
          </a:p>
          <a:p>
            <a:r>
              <a:rPr lang="en-US" sz="2400" dirty="0">
                <a:solidFill>
                  <a:schemeClr val="bg1"/>
                </a:solidFill>
              </a:rPr>
              <a:t>Redirect files from submission package to folders inside R project, created on C-drive:</a:t>
            </a:r>
          </a:p>
          <a:p>
            <a:pPr lvl="1">
              <a:lnSpc>
                <a:spcPct val="200000"/>
              </a:lnSpc>
            </a:pPr>
            <a:r>
              <a:rPr lang="en-US" dirty="0" err="1">
                <a:solidFill>
                  <a:schemeClr val="bg1"/>
                </a:solidFill>
              </a:rPr>
              <a:t>adam</a:t>
            </a:r>
            <a:r>
              <a:rPr lang="en-US" dirty="0">
                <a:solidFill>
                  <a:schemeClr val="bg1"/>
                </a:solidFill>
              </a:rPr>
              <a:t>:          Converted analysis datasets from .xpt to .sas7bdat</a:t>
            </a:r>
          </a:p>
          <a:p>
            <a:pPr lvl="1">
              <a:lnSpc>
                <a:spcPct val="200000"/>
              </a:lnSpc>
            </a:pPr>
            <a:r>
              <a:rPr lang="en-US" dirty="0" err="1">
                <a:solidFill>
                  <a:schemeClr val="bg1"/>
                </a:solidFill>
              </a:rPr>
              <a:t>codelib</a:t>
            </a:r>
            <a:r>
              <a:rPr lang="en-US" dirty="0">
                <a:solidFill>
                  <a:schemeClr val="bg1"/>
                </a:solidFill>
              </a:rPr>
              <a:t>:       R functions files converted from -r.txt to original extension .r</a:t>
            </a:r>
          </a:p>
          <a:p>
            <a:pPr lvl="1">
              <a:lnSpc>
                <a:spcPct val="200000"/>
              </a:lnSpc>
            </a:pPr>
            <a:r>
              <a:rPr lang="en-US" dirty="0">
                <a:solidFill>
                  <a:schemeClr val="bg1"/>
                </a:solidFill>
              </a:rPr>
              <a:t>input:           Metadata files </a:t>
            </a:r>
          </a:p>
          <a:p>
            <a:pPr lvl="1">
              <a:lnSpc>
                <a:spcPct val="200000"/>
              </a:lnSpc>
            </a:pPr>
            <a:r>
              <a:rPr lang="en-US" dirty="0">
                <a:solidFill>
                  <a:schemeClr val="bg1"/>
                </a:solidFill>
              </a:rPr>
              <a:t>output:         Analysis outputs </a:t>
            </a:r>
          </a:p>
          <a:p>
            <a:pPr lvl="1">
              <a:lnSpc>
                <a:spcPct val="200000"/>
              </a:lnSpc>
            </a:pPr>
            <a:r>
              <a:rPr lang="en-US" dirty="0">
                <a:solidFill>
                  <a:schemeClr val="bg1"/>
                </a:solidFill>
              </a:rPr>
              <a:t>programs:    R TFL scripts converted from -r.txt to original extension .r</a:t>
            </a:r>
          </a:p>
          <a:p>
            <a:pPr marL="0" lvl="1" indent="0">
              <a:lnSpc>
                <a:spcPct val="200000"/>
              </a:lnSpc>
              <a:buNone/>
            </a:pPr>
            <a:endParaRPr lang="en-US" sz="2400" dirty="0">
              <a:solidFill>
                <a:schemeClr val="bg1"/>
              </a:solidFill>
            </a:endParaRPr>
          </a:p>
          <a:p>
            <a:pPr lvl="1">
              <a:lnSpc>
                <a:spcPct val="200000"/>
              </a:lnSpc>
              <a:buFont typeface="Arial" panose="020B0604020202020204" pitchFamily="34" charset="0"/>
              <a:buChar char="•"/>
            </a:pPr>
            <a:endParaRPr lang="en-US" dirty="0">
              <a:solidFill>
                <a:schemeClr val="bg1"/>
              </a:solidFill>
            </a:endParaRPr>
          </a:p>
          <a:p>
            <a:pPr marL="457200" lvl="1" indent="0">
              <a:lnSpc>
                <a:spcPct val="200000"/>
              </a:lnSpc>
              <a:buNone/>
            </a:pPr>
            <a:endParaRPr lang="en-US" dirty="0"/>
          </a:p>
        </p:txBody>
      </p:sp>
    </p:spTree>
    <p:extLst>
      <p:ext uri="{BB962C8B-B14F-4D97-AF65-F5344CB8AC3E}">
        <p14:creationId xmlns:p14="http://schemas.microsoft.com/office/powerpoint/2010/main" val="278618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DEFEB-D1E1-2D11-6B36-83563071BBB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E78F4F1-1C7E-08DA-527A-0BA430E8CB32}"/>
              </a:ext>
            </a:extLst>
          </p:cNvPr>
          <p:cNvSpPr>
            <a:spLocks noGrp="1"/>
          </p:cNvSpPr>
          <p:nvPr>
            <p:ph type="sldNum" sz="quarter" idx="12"/>
          </p:nvPr>
        </p:nvSpPr>
        <p:spPr/>
        <p:txBody>
          <a:bodyPr/>
          <a:lstStyle/>
          <a:p>
            <a:fld id="{AEC8D767-5246-2244-A4A3-B8AFB218393C}" type="slidenum">
              <a:rPr lang="en-GB" smtClean="0"/>
              <a:t>11</a:t>
            </a:fld>
            <a:endParaRPr lang="en-GB"/>
          </a:p>
        </p:txBody>
      </p:sp>
      <p:sp>
        <p:nvSpPr>
          <p:cNvPr id="11" name="TextBox 10">
            <a:extLst>
              <a:ext uri="{FF2B5EF4-FFF2-40B4-BE49-F238E27FC236}">
                <a16:creationId xmlns:a16="http://schemas.microsoft.com/office/drawing/2014/main" id="{CA6F95A6-768B-9E31-EEFD-64DEBF67535A}"/>
              </a:ext>
            </a:extLst>
          </p:cNvPr>
          <p:cNvSpPr txBox="1"/>
          <p:nvPr/>
        </p:nvSpPr>
        <p:spPr>
          <a:xfrm>
            <a:off x="9098227" y="2188237"/>
            <a:ext cx="2268785" cy="492443"/>
          </a:xfrm>
          <a:prstGeom prst="rect">
            <a:avLst/>
          </a:prstGeom>
          <a:noFill/>
        </p:spPr>
        <p:txBody>
          <a:bodyPr wrap="square" lIns="0" tIns="0" rIns="0" bIns="0" rtlCol="0">
            <a:spAutoFit/>
          </a:bodyPr>
          <a:lstStyle/>
          <a:p>
            <a:pPr algn="l"/>
            <a:r>
              <a:rPr lang="en-US" sz="1600" kern="1200" dirty="0">
                <a:solidFill>
                  <a:schemeClr val="bg1"/>
                </a:solidFill>
                <a:latin typeface="+mn-lt"/>
                <a:ea typeface="+mn-ea"/>
                <a:cs typeface="+mn-cs"/>
              </a:rPr>
              <a:t>Covert ADaM .xpt to .sas7bdat</a:t>
            </a:r>
          </a:p>
        </p:txBody>
      </p:sp>
      <p:sp>
        <p:nvSpPr>
          <p:cNvPr id="12" name="TextBox 11">
            <a:extLst>
              <a:ext uri="{FF2B5EF4-FFF2-40B4-BE49-F238E27FC236}">
                <a16:creationId xmlns:a16="http://schemas.microsoft.com/office/drawing/2014/main" id="{020E5C8A-F1B4-6CBA-C811-40678D6F9624}"/>
              </a:ext>
            </a:extLst>
          </p:cNvPr>
          <p:cNvSpPr txBox="1"/>
          <p:nvPr/>
        </p:nvSpPr>
        <p:spPr>
          <a:xfrm>
            <a:off x="9098227" y="5702286"/>
            <a:ext cx="2464955" cy="492443"/>
          </a:xfrm>
          <a:prstGeom prst="rect">
            <a:avLst/>
          </a:prstGeom>
          <a:noFill/>
        </p:spPr>
        <p:txBody>
          <a:bodyPr wrap="square" lIns="0" tIns="0" rIns="0" bIns="0" rtlCol="0">
            <a:spAutoFit/>
          </a:bodyPr>
          <a:lstStyle/>
          <a:p>
            <a:pPr algn="l"/>
            <a:r>
              <a:rPr lang="en-US" sz="1600" kern="1200" dirty="0">
                <a:solidFill>
                  <a:schemeClr val="bg1"/>
                </a:solidFill>
                <a:latin typeface="+mn-lt"/>
                <a:ea typeface="+mn-ea"/>
                <a:cs typeface="+mn-cs"/>
              </a:rPr>
              <a:t>Covert TLF program file .txt to original extension .r</a:t>
            </a:r>
          </a:p>
        </p:txBody>
      </p:sp>
      <p:sp>
        <p:nvSpPr>
          <p:cNvPr id="13" name="TextBox 12">
            <a:extLst>
              <a:ext uri="{FF2B5EF4-FFF2-40B4-BE49-F238E27FC236}">
                <a16:creationId xmlns:a16="http://schemas.microsoft.com/office/drawing/2014/main" id="{C8C6841B-9668-0A88-16DD-68CF19299140}"/>
              </a:ext>
            </a:extLst>
          </p:cNvPr>
          <p:cNvSpPr txBox="1"/>
          <p:nvPr/>
        </p:nvSpPr>
        <p:spPr>
          <a:xfrm>
            <a:off x="9136103" y="3647654"/>
            <a:ext cx="2228222" cy="492443"/>
          </a:xfrm>
          <a:prstGeom prst="rect">
            <a:avLst/>
          </a:prstGeom>
          <a:noFill/>
        </p:spPr>
        <p:txBody>
          <a:bodyPr wrap="square" lIns="0" tIns="0" rIns="0" bIns="0" rtlCol="0">
            <a:spAutoFit/>
          </a:bodyPr>
          <a:lstStyle/>
          <a:p>
            <a:pPr algn="l"/>
            <a:r>
              <a:rPr lang="en-US" sz="1600" dirty="0">
                <a:solidFill>
                  <a:schemeClr val="bg1"/>
                </a:solidFill>
              </a:rPr>
              <a:t>Copy metadata files to ‘input’ folder</a:t>
            </a:r>
            <a:endParaRPr lang="en-US" sz="1600" kern="1200" dirty="0">
              <a:solidFill>
                <a:schemeClr val="bg1"/>
              </a:solidFill>
              <a:latin typeface="+mn-lt"/>
              <a:ea typeface="+mn-ea"/>
              <a:cs typeface="+mn-cs"/>
            </a:endParaRPr>
          </a:p>
        </p:txBody>
      </p:sp>
      <p:sp>
        <p:nvSpPr>
          <p:cNvPr id="14" name="TextBox 13">
            <a:extLst>
              <a:ext uri="{FF2B5EF4-FFF2-40B4-BE49-F238E27FC236}">
                <a16:creationId xmlns:a16="http://schemas.microsoft.com/office/drawing/2014/main" id="{0D94F256-D74B-6674-15E9-56CFD30BEB9C}"/>
              </a:ext>
            </a:extLst>
          </p:cNvPr>
          <p:cNvSpPr txBox="1"/>
          <p:nvPr/>
        </p:nvSpPr>
        <p:spPr>
          <a:xfrm>
            <a:off x="9136103" y="3065301"/>
            <a:ext cx="2464955" cy="492443"/>
          </a:xfrm>
          <a:prstGeom prst="rect">
            <a:avLst/>
          </a:prstGeom>
          <a:noFill/>
        </p:spPr>
        <p:txBody>
          <a:bodyPr wrap="square" lIns="0" tIns="0" rIns="0" bIns="0" rtlCol="0">
            <a:spAutoFit/>
          </a:bodyPr>
          <a:lstStyle/>
          <a:p>
            <a:pPr algn="l"/>
            <a:r>
              <a:rPr lang="en-US" sz="1600" kern="1200" dirty="0">
                <a:solidFill>
                  <a:schemeClr val="bg1"/>
                </a:solidFill>
                <a:latin typeface="+mn-lt"/>
                <a:ea typeface="+mn-ea"/>
                <a:cs typeface="+mn-cs"/>
              </a:rPr>
              <a:t>Covert function file .txt to original extension .r</a:t>
            </a:r>
          </a:p>
        </p:txBody>
      </p:sp>
      <p:sp>
        <p:nvSpPr>
          <p:cNvPr id="15" name="TextBox 14">
            <a:extLst>
              <a:ext uri="{FF2B5EF4-FFF2-40B4-BE49-F238E27FC236}">
                <a16:creationId xmlns:a16="http://schemas.microsoft.com/office/drawing/2014/main" id="{48A91ACD-FF37-2D7F-A76C-C23EFBF48A18}"/>
              </a:ext>
            </a:extLst>
          </p:cNvPr>
          <p:cNvSpPr txBox="1"/>
          <p:nvPr/>
        </p:nvSpPr>
        <p:spPr>
          <a:xfrm>
            <a:off x="9098226" y="1437664"/>
            <a:ext cx="2911711" cy="492443"/>
          </a:xfrm>
          <a:prstGeom prst="rect">
            <a:avLst/>
          </a:prstGeom>
          <a:noFill/>
        </p:spPr>
        <p:txBody>
          <a:bodyPr wrap="square" lIns="0" tIns="0" rIns="0" bIns="0" rtlCol="0">
            <a:spAutoFit/>
          </a:bodyPr>
          <a:lstStyle/>
          <a:p>
            <a:r>
              <a:rPr lang="en-US" sz="1600" kern="1200" dirty="0">
                <a:solidFill>
                  <a:schemeClr val="bg1"/>
                </a:solidFill>
                <a:latin typeface="+mn-lt"/>
                <a:ea typeface="+mn-ea"/>
                <a:cs typeface="+mn-cs"/>
              </a:rPr>
              <a:t>New R project file </a:t>
            </a:r>
            <a:r>
              <a:rPr lang="en-US" sz="1600" dirty="0">
                <a:solidFill>
                  <a:schemeClr val="bg1"/>
                </a:solidFill>
              </a:rPr>
              <a:t>is </a:t>
            </a:r>
            <a:r>
              <a:rPr lang="en-US" sz="1600" kern="1200" dirty="0">
                <a:solidFill>
                  <a:schemeClr val="bg1"/>
                </a:solidFill>
                <a:latin typeface="+mn-lt"/>
                <a:ea typeface="+mn-ea"/>
                <a:cs typeface="+mn-cs"/>
              </a:rPr>
              <a:t>created</a:t>
            </a:r>
            <a:r>
              <a:rPr lang="en-US" sz="1600" dirty="0">
                <a:solidFill>
                  <a:schemeClr val="bg1"/>
                </a:solidFill>
              </a:rPr>
              <a:t> following steps in Rstudio</a:t>
            </a:r>
            <a:endParaRPr lang="en-US" sz="1600" kern="1200" dirty="0">
              <a:solidFill>
                <a:schemeClr val="bg1"/>
              </a:solidFill>
              <a:latin typeface="+mn-lt"/>
              <a:ea typeface="+mn-ea"/>
              <a:cs typeface="+mn-cs"/>
            </a:endParaRPr>
          </a:p>
        </p:txBody>
      </p:sp>
      <p:sp>
        <p:nvSpPr>
          <p:cNvPr id="3" name="Title 7">
            <a:extLst>
              <a:ext uri="{FF2B5EF4-FFF2-40B4-BE49-F238E27FC236}">
                <a16:creationId xmlns:a16="http://schemas.microsoft.com/office/drawing/2014/main" id="{86294867-D872-3CB9-BCB3-C672DA1890FF}"/>
              </a:ext>
            </a:extLst>
          </p:cNvPr>
          <p:cNvSpPr>
            <a:spLocks noGrp="1"/>
          </p:cNvSpPr>
          <p:nvPr>
            <p:ph type="title"/>
          </p:nvPr>
        </p:nvSpPr>
        <p:spPr>
          <a:xfrm>
            <a:off x="425560" y="415561"/>
            <a:ext cx="10086049" cy="504754"/>
          </a:xfrm>
        </p:spPr>
        <p:txBody>
          <a:bodyPr/>
          <a:lstStyle/>
          <a:p>
            <a:r>
              <a:rPr lang="en-US" sz="4000" dirty="0">
                <a:ea typeface="+mj-lt"/>
                <a:cs typeface="+mj-lt"/>
              </a:rPr>
              <a:t>ADRG – </a:t>
            </a:r>
            <a:r>
              <a:rPr lang="en-US" sz="4000" dirty="0"/>
              <a:t>Define working environment</a:t>
            </a:r>
            <a:endParaRPr lang="en-US" dirty="0"/>
          </a:p>
        </p:txBody>
      </p:sp>
      <p:pic>
        <p:nvPicPr>
          <p:cNvPr id="4" name="Picture 3">
            <a:extLst>
              <a:ext uri="{FF2B5EF4-FFF2-40B4-BE49-F238E27FC236}">
                <a16:creationId xmlns:a16="http://schemas.microsoft.com/office/drawing/2014/main" id="{A5067704-8DE3-3567-70A9-7474F79A4E32}"/>
              </a:ext>
            </a:extLst>
          </p:cNvPr>
          <p:cNvPicPr>
            <a:picLocks noChangeAspect="1"/>
          </p:cNvPicPr>
          <p:nvPr/>
        </p:nvPicPr>
        <p:blipFill>
          <a:blip r:embed="rId2"/>
          <a:stretch>
            <a:fillRect/>
          </a:stretch>
        </p:blipFill>
        <p:spPr>
          <a:xfrm>
            <a:off x="425560" y="1149116"/>
            <a:ext cx="8217318" cy="5237018"/>
          </a:xfrm>
          <a:prstGeom prst="rect">
            <a:avLst/>
          </a:prstGeom>
        </p:spPr>
      </p:pic>
      <p:sp>
        <p:nvSpPr>
          <p:cNvPr id="5" name="TextBox 4">
            <a:extLst>
              <a:ext uri="{FF2B5EF4-FFF2-40B4-BE49-F238E27FC236}">
                <a16:creationId xmlns:a16="http://schemas.microsoft.com/office/drawing/2014/main" id="{06B32A52-ED3E-34FE-ABE2-C87B27956868}"/>
              </a:ext>
            </a:extLst>
          </p:cNvPr>
          <p:cNvSpPr txBox="1"/>
          <p:nvPr/>
        </p:nvSpPr>
        <p:spPr>
          <a:xfrm>
            <a:off x="9118508" y="4162899"/>
            <a:ext cx="2463434" cy="492443"/>
          </a:xfrm>
          <a:prstGeom prst="rect">
            <a:avLst/>
          </a:prstGeom>
          <a:noFill/>
        </p:spPr>
        <p:txBody>
          <a:bodyPr wrap="square" lIns="0" tIns="0" rIns="0" bIns="0" rtlCol="0">
            <a:spAutoFit/>
          </a:bodyPr>
          <a:lstStyle/>
          <a:p>
            <a:pPr algn="l"/>
            <a:r>
              <a:rPr lang="en-US" sz="1600" dirty="0">
                <a:solidFill>
                  <a:schemeClr val="bg1"/>
                </a:solidFill>
              </a:rPr>
              <a:t>Copy R configuration files to ‘input’ folder</a:t>
            </a:r>
            <a:endParaRPr lang="en-US" sz="1600" kern="1200" dirty="0">
              <a:solidFill>
                <a:schemeClr val="bg1"/>
              </a:solidFill>
              <a:latin typeface="+mn-lt"/>
              <a:ea typeface="+mn-ea"/>
              <a:cs typeface="+mn-cs"/>
            </a:endParaRPr>
          </a:p>
        </p:txBody>
      </p:sp>
      <p:cxnSp>
        <p:nvCxnSpPr>
          <p:cNvPr id="40" name="Straight Connector 39">
            <a:extLst>
              <a:ext uri="{FF2B5EF4-FFF2-40B4-BE49-F238E27FC236}">
                <a16:creationId xmlns:a16="http://schemas.microsoft.com/office/drawing/2014/main" id="{087FFE0C-D22E-5F8E-B559-6E818FACEF1E}"/>
              </a:ext>
            </a:extLst>
          </p:cNvPr>
          <p:cNvCxnSpPr/>
          <p:nvPr/>
        </p:nvCxnSpPr>
        <p:spPr>
          <a:xfrm>
            <a:off x="4596548" y="3311522"/>
            <a:ext cx="435720" cy="0"/>
          </a:xfrm>
          <a:prstGeom prst="line">
            <a:avLst/>
          </a:prstGeom>
          <a:ln w="19050">
            <a:solidFill>
              <a:schemeClr val="bg1"/>
            </a:solidFill>
            <a:tailEnd type="none" w="lg"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1FDDC6A-0D3F-F98C-E4D7-D581CE9320E7}"/>
              </a:ext>
            </a:extLst>
          </p:cNvPr>
          <p:cNvCxnSpPr/>
          <p:nvPr/>
        </p:nvCxnSpPr>
        <p:spPr>
          <a:xfrm>
            <a:off x="5032268" y="3311522"/>
            <a:ext cx="0" cy="2636985"/>
          </a:xfrm>
          <a:prstGeom prst="line">
            <a:avLst/>
          </a:prstGeom>
          <a:ln w="19050">
            <a:solidFill>
              <a:schemeClr val="bg1"/>
            </a:solidFill>
            <a:tailEnd type="non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68D5B72-CCBF-DD3E-DAC1-ABBB7D87811B}"/>
              </a:ext>
            </a:extLst>
          </p:cNvPr>
          <p:cNvCxnSpPr/>
          <p:nvPr/>
        </p:nvCxnSpPr>
        <p:spPr>
          <a:xfrm>
            <a:off x="5032268" y="5948507"/>
            <a:ext cx="754841" cy="0"/>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7D8B55AF-40FA-D343-AFDB-D534592DB871}"/>
              </a:ext>
            </a:extLst>
          </p:cNvPr>
          <p:cNvCxnSpPr/>
          <p:nvPr/>
        </p:nvCxnSpPr>
        <p:spPr>
          <a:xfrm>
            <a:off x="4596548" y="2434458"/>
            <a:ext cx="1190561" cy="0"/>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3FCD5E4-6C0C-4FCB-303E-A0BF988ABE9E}"/>
              </a:ext>
            </a:extLst>
          </p:cNvPr>
          <p:cNvCxnSpPr/>
          <p:nvPr/>
        </p:nvCxnSpPr>
        <p:spPr>
          <a:xfrm>
            <a:off x="4596548" y="4522905"/>
            <a:ext cx="724155" cy="0"/>
          </a:xfrm>
          <a:prstGeom prst="line">
            <a:avLst/>
          </a:prstGeom>
          <a:ln w="19050">
            <a:solidFill>
              <a:schemeClr val="bg1"/>
            </a:solidFill>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BE3E80F-262D-5ADA-7C37-ABFFAA53934D}"/>
              </a:ext>
            </a:extLst>
          </p:cNvPr>
          <p:cNvCxnSpPr>
            <a:cxnSpLocks/>
          </p:cNvCxnSpPr>
          <p:nvPr/>
        </p:nvCxnSpPr>
        <p:spPr>
          <a:xfrm flipV="1">
            <a:off x="5320703" y="3240383"/>
            <a:ext cx="0" cy="1282522"/>
          </a:xfrm>
          <a:prstGeom prst="line">
            <a:avLst/>
          </a:prstGeom>
          <a:ln w="19050">
            <a:solidFill>
              <a:schemeClr val="bg1"/>
            </a:solidFill>
            <a:tailEnd type="none" w="lg" len="med"/>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E9D4336D-A84C-4B49-BF8D-D311F504436B}"/>
              </a:ext>
            </a:extLst>
          </p:cNvPr>
          <p:cNvCxnSpPr/>
          <p:nvPr/>
        </p:nvCxnSpPr>
        <p:spPr>
          <a:xfrm>
            <a:off x="5320703" y="3240383"/>
            <a:ext cx="466406" cy="0"/>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C5818C3-EDD1-D1CE-2853-A22DD1FDE636}"/>
              </a:ext>
            </a:extLst>
          </p:cNvPr>
          <p:cNvCxnSpPr/>
          <p:nvPr/>
        </p:nvCxnSpPr>
        <p:spPr>
          <a:xfrm>
            <a:off x="4596548" y="5167745"/>
            <a:ext cx="957358" cy="0"/>
          </a:xfrm>
          <a:prstGeom prst="line">
            <a:avLst/>
          </a:prstGeom>
          <a:ln w="19050">
            <a:solidFill>
              <a:schemeClr val="bg1"/>
            </a:solidFill>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073F9D4-1038-AD54-33D1-8692DB245F9D}"/>
              </a:ext>
            </a:extLst>
          </p:cNvPr>
          <p:cNvCxnSpPr>
            <a:cxnSpLocks/>
          </p:cNvCxnSpPr>
          <p:nvPr/>
        </p:nvCxnSpPr>
        <p:spPr>
          <a:xfrm flipV="1">
            <a:off x="5553906" y="4140097"/>
            <a:ext cx="0" cy="1027648"/>
          </a:xfrm>
          <a:prstGeom prst="line">
            <a:avLst/>
          </a:prstGeom>
          <a:ln w="19050">
            <a:solidFill>
              <a:schemeClr val="bg1"/>
            </a:solidFill>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C9BB09B3-638A-B230-8EB8-6237604AA2C0}"/>
              </a:ext>
            </a:extLst>
          </p:cNvPr>
          <p:cNvCxnSpPr/>
          <p:nvPr/>
        </p:nvCxnSpPr>
        <p:spPr>
          <a:xfrm>
            <a:off x="5553906" y="4140097"/>
            <a:ext cx="233203" cy="0"/>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6AF99CA-7E54-2225-553C-F94FBA8BC4B6}"/>
              </a:ext>
            </a:extLst>
          </p:cNvPr>
          <p:cNvCxnSpPr/>
          <p:nvPr/>
        </p:nvCxnSpPr>
        <p:spPr>
          <a:xfrm flipH="1">
            <a:off x="8642878" y="1712199"/>
            <a:ext cx="341562" cy="0"/>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5828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B9125AB-06D5-2BC3-D9A8-503B3FE45EC7}"/>
              </a:ext>
            </a:extLst>
          </p:cNvPr>
          <p:cNvSpPr>
            <a:spLocks noGrp="1"/>
          </p:cNvSpPr>
          <p:nvPr>
            <p:ph type="title"/>
          </p:nvPr>
        </p:nvSpPr>
        <p:spPr>
          <a:xfrm>
            <a:off x="595682" y="467832"/>
            <a:ext cx="11474828" cy="504754"/>
          </a:xfrm>
        </p:spPr>
        <p:txBody>
          <a:bodyPr/>
          <a:lstStyle/>
          <a:p>
            <a:r>
              <a:rPr lang="en-US" sz="4000" dirty="0"/>
              <a:t>ADRG </a:t>
            </a:r>
            <a:r>
              <a:rPr lang="en-US" sz="4000" dirty="0">
                <a:ea typeface="+mj-lt"/>
                <a:cs typeface="+mj-lt"/>
              </a:rPr>
              <a:t>– </a:t>
            </a:r>
            <a:r>
              <a:rPr lang="en-US" sz="4000"/>
              <a:t>Reproduce Environment - Install</a:t>
            </a:r>
            <a:r>
              <a:rPr lang="en-US" sz="4000" dirty="0"/>
              <a:t> packages</a:t>
            </a:r>
          </a:p>
        </p:txBody>
      </p:sp>
      <p:sp>
        <p:nvSpPr>
          <p:cNvPr id="8" name="Text Placeholder 7">
            <a:extLst>
              <a:ext uri="{FF2B5EF4-FFF2-40B4-BE49-F238E27FC236}">
                <a16:creationId xmlns:a16="http://schemas.microsoft.com/office/drawing/2014/main" id="{92E2871D-3DAB-2D1E-12E5-E64ABC3ED9A8}"/>
              </a:ext>
            </a:extLst>
          </p:cNvPr>
          <p:cNvSpPr>
            <a:spLocks noGrp="1"/>
          </p:cNvSpPr>
          <p:nvPr>
            <p:ph type="body" sz="quarter" idx="10"/>
          </p:nvPr>
        </p:nvSpPr>
        <p:spPr>
          <a:xfrm>
            <a:off x="595682" y="1358765"/>
            <a:ext cx="9165005" cy="4151286"/>
          </a:xfrm>
        </p:spPr>
        <p:txBody>
          <a:bodyPr/>
          <a:lstStyle/>
          <a:p>
            <a:r>
              <a:rPr lang="en-US" sz="2400" dirty="0"/>
              <a:t>Pre-requisite packages are required to install first: </a:t>
            </a:r>
          </a:p>
          <a:p>
            <a:endParaRPr lang="en-US" sz="2400" dirty="0"/>
          </a:p>
          <a:p>
            <a:pPr marL="285750" indent="-285750">
              <a:buFont typeface="Arial" panose="020B0604020202020204" pitchFamily="34" charset="0"/>
              <a:buChar char="•"/>
            </a:pPr>
            <a:r>
              <a:rPr lang="en-US" sz="2400" dirty="0"/>
              <a:t>{remotes} package: it allows to download and install R packages stored in remote locations such as CRAN and Github</a:t>
            </a:r>
          </a:p>
          <a:p>
            <a:endParaRPr lang="en-US" sz="2400" dirty="0"/>
          </a:p>
          <a:p>
            <a:pPr marL="285750" indent="-285750">
              <a:buFont typeface="Arial" panose="020B0604020202020204" pitchFamily="34" charset="0"/>
              <a:buChar char="•"/>
            </a:pPr>
            <a:r>
              <a:rPr lang="en-US" sz="2400" dirty="0"/>
              <a:t>{</a:t>
            </a:r>
            <a:r>
              <a:rPr lang="en-US" sz="2400" dirty="0" err="1"/>
              <a:t>renv</a:t>
            </a:r>
            <a:r>
              <a:rPr lang="en-US" sz="2400" dirty="0"/>
              <a:t>} package: it supports reproducible environments for R projects, such as an ‘</a:t>
            </a:r>
            <a:r>
              <a:rPr lang="en-US" sz="2400" dirty="0" err="1"/>
              <a:t>renv</a:t>
            </a:r>
            <a:r>
              <a:rPr lang="en-US" sz="2400" dirty="0"/>
              <a:t>’ folder activated within a new project, where the required R packages are installed specifically for that project in the following step.</a:t>
            </a:r>
          </a:p>
          <a:p>
            <a:endParaRPr lang="en-US" sz="1800"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9" name="Slide Number Placeholder 5">
            <a:extLst>
              <a:ext uri="{FF2B5EF4-FFF2-40B4-BE49-F238E27FC236}">
                <a16:creationId xmlns:a16="http://schemas.microsoft.com/office/drawing/2014/main" id="{D43F4761-BF8A-B1B7-AA09-ED68AAA606B5}"/>
              </a:ext>
            </a:extLst>
          </p:cNvPr>
          <p:cNvSpPr>
            <a:spLocks noGrp="1"/>
          </p:cNvSpPr>
          <p:nvPr>
            <p:ph type="sldNum" sz="quarter" idx="12"/>
          </p:nvPr>
        </p:nvSpPr>
        <p:spPr>
          <a:xfrm>
            <a:off x="11581942" y="6433878"/>
            <a:ext cx="320674" cy="153463"/>
          </a:xfrm>
        </p:spPr>
        <p:txBody>
          <a:bodyPr/>
          <a:lstStyle/>
          <a:p>
            <a:fld id="{AEC8D767-5246-2244-A4A3-B8AFB218393C}" type="slidenum">
              <a:rPr lang="en-GB" smtClean="0"/>
              <a:t>12</a:t>
            </a:fld>
            <a:endParaRPr lang="en-GB"/>
          </a:p>
        </p:txBody>
      </p:sp>
    </p:spTree>
    <p:extLst>
      <p:ext uri="{BB962C8B-B14F-4D97-AF65-F5344CB8AC3E}">
        <p14:creationId xmlns:p14="http://schemas.microsoft.com/office/powerpoint/2010/main" val="2885036892"/>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781509-1E82-7212-13CF-1744FF24BCE6}"/>
              </a:ext>
            </a:extLst>
          </p:cNvPr>
          <p:cNvSpPr>
            <a:spLocks noGrp="1"/>
          </p:cNvSpPr>
          <p:nvPr>
            <p:ph type="title"/>
          </p:nvPr>
        </p:nvSpPr>
        <p:spPr>
          <a:xfrm>
            <a:off x="468091" y="489989"/>
            <a:ext cx="11442380" cy="1222970"/>
          </a:xfrm>
        </p:spPr>
        <p:txBody>
          <a:bodyPr/>
          <a:lstStyle/>
          <a:p>
            <a:r>
              <a:rPr lang="en-US" sz="4000">
                <a:ea typeface="+mj-lt"/>
                <a:cs typeface="+mj-lt"/>
              </a:rPr>
              <a:t>ADRG – Reproduce Environment - Install packages</a:t>
            </a:r>
            <a:endParaRPr lang="en-US" sz="4000">
              <a:solidFill>
                <a:srgbClr val="000000"/>
              </a:solidFill>
              <a:ea typeface="+mj-lt"/>
              <a:cs typeface="+mj-lt"/>
            </a:endParaRPr>
          </a:p>
          <a:p>
            <a:endParaRPr lang="en-US" sz="4000" dirty="0"/>
          </a:p>
        </p:txBody>
      </p:sp>
      <p:sp>
        <p:nvSpPr>
          <p:cNvPr id="5" name="Text Placeholder 4">
            <a:extLst>
              <a:ext uri="{FF2B5EF4-FFF2-40B4-BE49-F238E27FC236}">
                <a16:creationId xmlns:a16="http://schemas.microsoft.com/office/drawing/2014/main" id="{AF393FD8-113F-64EF-277F-00942397BBD5}"/>
              </a:ext>
            </a:extLst>
          </p:cNvPr>
          <p:cNvSpPr>
            <a:spLocks noGrp="1"/>
          </p:cNvSpPr>
          <p:nvPr>
            <p:ph type="body" sz="quarter" idx="10"/>
          </p:nvPr>
        </p:nvSpPr>
        <p:spPr>
          <a:xfrm>
            <a:off x="2832912" y="4471820"/>
            <a:ext cx="5760000" cy="959420"/>
          </a:xfrm>
        </p:spPr>
        <p:txBody>
          <a:bodyPr/>
          <a:lstStyle/>
          <a:p>
            <a:pPr marL="285750" indent="-285750">
              <a:buChar char="•"/>
            </a:pPr>
            <a:r>
              <a:rPr lang="en-US" sz="1800" dirty="0" err="1"/>
              <a:t>renv.lock</a:t>
            </a:r>
            <a:r>
              <a:rPr lang="en-US" sz="1800" dirty="0"/>
              <a:t> is not portable between SCE and Windows </a:t>
            </a:r>
            <a:endParaRPr lang="en-US" dirty="0"/>
          </a:p>
          <a:p>
            <a:pPr marL="285750" indent="-285750">
              <a:buChar char="•"/>
            </a:pPr>
            <a:r>
              <a:rPr lang="en-US" sz="1800" dirty="0"/>
              <a:t>CRAN curated packages and </a:t>
            </a:r>
            <a:r>
              <a:rPr lang="en-US" sz="1800" dirty="0" err="1"/>
              <a:t>Github</a:t>
            </a:r>
            <a:r>
              <a:rPr lang="en-US" sz="1800" dirty="0"/>
              <a:t> packages ({</a:t>
            </a:r>
            <a:r>
              <a:rPr lang="en-US" sz="1800" dirty="0" err="1"/>
              <a:t>envsetup</a:t>
            </a:r>
            <a:r>
              <a:rPr lang="en-US" sz="1800" dirty="0"/>
              <a:t>})</a:t>
            </a:r>
          </a:p>
        </p:txBody>
      </p:sp>
      <p:sp>
        <p:nvSpPr>
          <p:cNvPr id="6" name="Cylinder 5">
            <a:extLst>
              <a:ext uri="{FF2B5EF4-FFF2-40B4-BE49-F238E27FC236}">
                <a16:creationId xmlns:a16="http://schemas.microsoft.com/office/drawing/2014/main" id="{FD1E66DF-6CC9-408B-A65A-09A03463EB01}"/>
              </a:ext>
            </a:extLst>
          </p:cNvPr>
          <p:cNvSpPr/>
          <p:nvPr/>
        </p:nvSpPr>
        <p:spPr>
          <a:xfrm>
            <a:off x="622003" y="2748824"/>
            <a:ext cx="1802221" cy="2190307"/>
          </a:xfrm>
          <a:prstGeom prst="can">
            <a:avLst/>
          </a:prstGeom>
          <a:solidFill>
            <a:srgbClr val="F18C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rmAutofit/>
          </a:bodyPr>
          <a:lstStyle/>
          <a:p>
            <a:pPr marL="285750" indent="-285750">
              <a:buFont typeface="Wingdings" panose="05000000000000000000" pitchFamily="2" charset="2"/>
              <a:buChar char="ü"/>
            </a:pPr>
            <a:r>
              <a:rPr lang="en-US" sz="1400" dirty="0"/>
              <a:t>CRAN curated packages</a:t>
            </a:r>
          </a:p>
          <a:p>
            <a:pPr marL="285750" indent="-285750">
              <a:buFont typeface="Wingdings" panose="05000000000000000000" pitchFamily="2" charset="2"/>
              <a:buChar char="ü"/>
            </a:pPr>
            <a:r>
              <a:rPr lang="en-US" sz="1400" dirty="0"/>
              <a:t>Github package </a:t>
            </a:r>
          </a:p>
        </p:txBody>
      </p:sp>
      <p:sp>
        <p:nvSpPr>
          <p:cNvPr id="7" name="TextBox 6">
            <a:extLst>
              <a:ext uri="{FF2B5EF4-FFF2-40B4-BE49-F238E27FC236}">
                <a16:creationId xmlns:a16="http://schemas.microsoft.com/office/drawing/2014/main" id="{D5954E50-901A-3734-BE08-EC9CC50601C6}"/>
              </a:ext>
            </a:extLst>
          </p:cNvPr>
          <p:cNvSpPr txBox="1"/>
          <p:nvPr/>
        </p:nvSpPr>
        <p:spPr>
          <a:xfrm>
            <a:off x="309708" y="1926558"/>
            <a:ext cx="2853476" cy="553998"/>
          </a:xfrm>
          <a:prstGeom prst="rect">
            <a:avLst/>
          </a:prstGeom>
          <a:noFill/>
        </p:spPr>
        <p:txBody>
          <a:bodyPr wrap="square" lIns="0" tIns="0" rIns="0" bIns="0" rtlCol="0" anchor="t">
            <a:spAutoFit/>
          </a:bodyPr>
          <a:lstStyle/>
          <a:p>
            <a:pPr algn="ctr"/>
            <a:r>
              <a:rPr lang="en-US" dirty="0">
                <a:solidFill>
                  <a:schemeClr val="bg1"/>
                </a:solidFill>
              </a:rPr>
              <a:t>Statistical Computing Environment (SCE) in Linux</a:t>
            </a:r>
            <a:endParaRPr lang="en-US">
              <a:ea typeface="+mn-ea"/>
              <a:cs typeface="+mn-cs"/>
            </a:endParaRPr>
          </a:p>
        </p:txBody>
      </p:sp>
      <p:sp>
        <p:nvSpPr>
          <p:cNvPr id="9" name="TextBox 8">
            <a:extLst>
              <a:ext uri="{FF2B5EF4-FFF2-40B4-BE49-F238E27FC236}">
                <a16:creationId xmlns:a16="http://schemas.microsoft.com/office/drawing/2014/main" id="{BD946ABD-07EA-5D4E-AA90-F8E9CA229BC6}"/>
              </a:ext>
            </a:extLst>
          </p:cNvPr>
          <p:cNvSpPr txBox="1"/>
          <p:nvPr/>
        </p:nvSpPr>
        <p:spPr>
          <a:xfrm>
            <a:off x="9450710" y="1917135"/>
            <a:ext cx="3258875" cy="276999"/>
          </a:xfrm>
          <a:prstGeom prst="rect">
            <a:avLst/>
          </a:prstGeom>
          <a:noFill/>
        </p:spPr>
        <p:txBody>
          <a:bodyPr wrap="square" lIns="0" tIns="0" rIns="0" bIns="0" rtlCol="0" anchor="t">
            <a:spAutoFit/>
          </a:bodyPr>
          <a:lstStyle/>
          <a:p>
            <a:pPr algn="l"/>
            <a:r>
              <a:rPr lang="en-US" dirty="0">
                <a:solidFill>
                  <a:schemeClr val="bg1"/>
                </a:solidFill>
              </a:rPr>
              <a:t>Window System</a:t>
            </a:r>
            <a:endParaRPr lang="en-US" sz="1800" strike="sngStrike" kern="1200">
              <a:solidFill>
                <a:schemeClr val="bg1"/>
              </a:solidFill>
              <a:latin typeface="+mn-lt"/>
            </a:endParaRPr>
          </a:p>
        </p:txBody>
      </p:sp>
      <p:cxnSp>
        <p:nvCxnSpPr>
          <p:cNvPr id="14" name="Straight Arrow Connector 13">
            <a:extLst>
              <a:ext uri="{FF2B5EF4-FFF2-40B4-BE49-F238E27FC236}">
                <a16:creationId xmlns:a16="http://schemas.microsoft.com/office/drawing/2014/main" id="{F4E893AF-05BB-D4AF-566B-45669A4C65F6}"/>
              </a:ext>
            </a:extLst>
          </p:cNvPr>
          <p:cNvCxnSpPr>
            <a:cxnSpLocks/>
          </p:cNvCxnSpPr>
          <p:nvPr/>
        </p:nvCxnSpPr>
        <p:spPr>
          <a:xfrm>
            <a:off x="2601988" y="3700130"/>
            <a:ext cx="733646" cy="0"/>
          </a:xfrm>
          <a:prstGeom prst="straightConnector1">
            <a:avLst/>
          </a:prstGeom>
          <a:ln w="50800">
            <a:solidFill>
              <a:srgbClr val="F18C55"/>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1B631860-03E6-6950-E52A-6B98AA19CD36}"/>
              </a:ext>
            </a:extLst>
          </p:cNvPr>
          <p:cNvPicPr>
            <a:picLocks noChangeAspect="1"/>
          </p:cNvPicPr>
          <p:nvPr/>
        </p:nvPicPr>
        <p:blipFill>
          <a:blip r:embed="rId3"/>
          <a:stretch>
            <a:fillRect/>
          </a:stretch>
        </p:blipFill>
        <p:spPr>
          <a:xfrm>
            <a:off x="3335634" y="2757555"/>
            <a:ext cx="3715268" cy="1581371"/>
          </a:xfrm>
          <a:prstGeom prst="rect">
            <a:avLst/>
          </a:prstGeom>
        </p:spPr>
      </p:pic>
      <p:pic>
        <p:nvPicPr>
          <p:cNvPr id="19" name="Picture 18">
            <a:extLst>
              <a:ext uri="{FF2B5EF4-FFF2-40B4-BE49-F238E27FC236}">
                <a16:creationId xmlns:a16="http://schemas.microsoft.com/office/drawing/2014/main" id="{398A5D17-A6D6-D372-A066-81095F755A17}"/>
              </a:ext>
            </a:extLst>
          </p:cNvPr>
          <p:cNvPicPr>
            <a:picLocks noChangeAspect="1"/>
          </p:cNvPicPr>
          <p:nvPr/>
        </p:nvPicPr>
        <p:blipFill>
          <a:blip r:embed="rId4"/>
          <a:stretch>
            <a:fillRect/>
          </a:stretch>
        </p:blipFill>
        <p:spPr>
          <a:xfrm>
            <a:off x="8889993" y="2311860"/>
            <a:ext cx="3107745" cy="3122000"/>
          </a:xfrm>
          <a:prstGeom prst="rect">
            <a:avLst/>
          </a:prstGeom>
        </p:spPr>
      </p:pic>
      <p:cxnSp>
        <p:nvCxnSpPr>
          <p:cNvPr id="20" name="Straight Arrow Connector 19">
            <a:extLst>
              <a:ext uri="{FF2B5EF4-FFF2-40B4-BE49-F238E27FC236}">
                <a16:creationId xmlns:a16="http://schemas.microsoft.com/office/drawing/2014/main" id="{F113E007-2418-6938-743E-F1E15B720956}"/>
              </a:ext>
            </a:extLst>
          </p:cNvPr>
          <p:cNvCxnSpPr>
            <a:cxnSpLocks/>
          </p:cNvCxnSpPr>
          <p:nvPr/>
        </p:nvCxnSpPr>
        <p:spPr>
          <a:xfrm>
            <a:off x="7310403" y="3700130"/>
            <a:ext cx="1153113" cy="0"/>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5C0C020-C367-F590-7DDB-9C6916253E4A}"/>
              </a:ext>
            </a:extLst>
          </p:cNvPr>
          <p:cNvSpPr txBox="1"/>
          <p:nvPr/>
        </p:nvSpPr>
        <p:spPr>
          <a:xfrm>
            <a:off x="7195957" y="3290500"/>
            <a:ext cx="2094613" cy="276999"/>
          </a:xfrm>
          <a:prstGeom prst="rect">
            <a:avLst/>
          </a:prstGeom>
          <a:noFill/>
        </p:spPr>
        <p:txBody>
          <a:bodyPr wrap="square" lIns="0" tIns="0" rIns="0" bIns="0" rtlCol="0">
            <a:spAutoFit/>
          </a:bodyPr>
          <a:lstStyle/>
          <a:p>
            <a:pPr algn="l"/>
            <a:r>
              <a:rPr lang="en-US" sz="1800" kern="1200" dirty="0">
                <a:solidFill>
                  <a:schemeClr val="bg1"/>
                </a:solidFill>
                <a:latin typeface="+mn-lt"/>
                <a:ea typeface="+mn-ea"/>
                <a:cs typeface="+mn-cs"/>
              </a:rPr>
              <a:t>Install.package()</a:t>
            </a:r>
          </a:p>
        </p:txBody>
      </p:sp>
      <p:sp>
        <p:nvSpPr>
          <p:cNvPr id="23" name="Slide Number Placeholder 5">
            <a:extLst>
              <a:ext uri="{FF2B5EF4-FFF2-40B4-BE49-F238E27FC236}">
                <a16:creationId xmlns:a16="http://schemas.microsoft.com/office/drawing/2014/main" id="{307DBAAA-7EE4-A729-45AE-5CE5C34F4CC9}"/>
              </a:ext>
            </a:extLst>
          </p:cNvPr>
          <p:cNvSpPr>
            <a:spLocks noGrp="1"/>
          </p:cNvSpPr>
          <p:nvPr>
            <p:ph type="sldNum" sz="quarter" idx="12"/>
          </p:nvPr>
        </p:nvSpPr>
        <p:spPr>
          <a:xfrm>
            <a:off x="11581942" y="6433878"/>
            <a:ext cx="320674" cy="153463"/>
          </a:xfrm>
        </p:spPr>
        <p:txBody>
          <a:bodyPr/>
          <a:lstStyle/>
          <a:p>
            <a:fld id="{AEC8D767-5246-2244-A4A3-B8AFB218393C}" type="slidenum">
              <a:rPr lang="en-GB" smtClean="0"/>
              <a:t>13</a:t>
            </a:fld>
            <a:endParaRPr lang="en-GB"/>
          </a:p>
        </p:txBody>
      </p:sp>
      <p:sp>
        <p:nvSpPr>
          <p:cNvPr id="2" name="TextBox 1">
            <a:extLst>
              <a:ext uri="{FF2B5EF4-FFF2-40B4-BE49-F238E27FC236}">
                <a16:creationId xmlns:a16="http://schemas.microsoft.com/office/drawing/2014/main" id="{AC6F499C-C087-79C4-8EEE-DAAA3AA092A2}"/>
              </a:ext>
            </a:extLst>
          </p:cNvPr>
          <p:cNvSpPr txBox="1"/>
          <p:nvPr/>
        </p:nvSpPr>
        <p:spPr>
          <a:xfrm>
            <a:off x="3769937" y="1926557"/>
            <a:ext cx="2853476" cy="276999"/>
          </a:xfrm>
          <a:prstGeom prst="rect">
            <a:avLst/>
          </a:prstGeom>
          <a:noFill/>
        </p:spPr>
        <p:txBody>
          <a:bodyPr wrap="square" lIns="0" tIns="0" rIns="0" bIns="0" rtlCol="0" anchor="t">
            <a:spAutoFit/>
          </a:bodyPr>
          <a:lstStyle/>
          <a:p>
            <a:pPr algn="ctr"/>
            <a:r>
              <a:rPr lang="en-US" dirty="0">
                <a:solidFill>
                  <a:schemeClr val="bg1"/>
                </a:solidFill>
              </a:rPr>
              <a:t>Configuration file</a:t>
            </a:r>
          </a:p>
        </p:txBody>
      </p:sp>
    </p:spTree>
    <p:extLst>
      <p:ext uri="{BB962C8B-B14F-4D97-AF65-F5344CB8AC3E}">
        <p14:creationId xmlns:p14="http://schemas.microsoft.com/office/powerpoint/2010/main" val="2543042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6861A-1D25-EF23-A651-70BB554E983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D4441A9-4474-C4B4-2A48-06BB18E28EBB}"/>
              </a:ext>
            </a:extLst>
          </p:cNvPr>
          <p:cNvSpPr>
            <a:spLocks noGrp="1"/>
          </p:cNvSpPr>
          <p:nvPr>
            <p:ph type="title"/>
          </p:nvPr>
        </p:nvSpPr>
        <p:spPr>
          <a:xfrm>
            <a:off x="468091" y="489989"/>
            <a:ext cx="10536607" cy="1151084"/>
          </a:xfrm>
        </p:spPr>
        <p:txBody>
          <a:bodyPr/>
          <a:lstStyle/>
          <a:p>
            <a:r>
              <a:rPr lang="en-US" sz="4000">
                <a:ea typeface="+mj-lt"/>
                <a:cs typeface="+mj-lt"/>
              </a:rPr>
              <a:t>ADRG – Reproduce Environment – renv.lock</a:t>
            </a:r>
            <a:endParaRPr lang="en-US" sz="4000">
              <a:solidFill>
                <a:srgbClr val="000000"/>
              </a:solidFill>
              <a:ea typeface="+mj-lt"/>
              <a:cs typeface="+mj-lt"/>
            </a:endParaRPr>
          </a:p>
          <a:p>
            <a:endParaRPr lang="en-US" sz="4000" dirty="0"/>
          </a:p>
        </p:txBody>
      </p:sp>
      <p:sp>
        <p:nvSpPr>
          <p:cNvPr id="5" name="Text Placeholder 4">
            <a:extLst>
              <a:ext uri="{FF2B5EF4-FFF2-40B4-BE49-F238E27FC236}">
                <a16:creationId xmlns:a16="http://schemas.microsoft.com/office/drawing/2014/main" id="{4B7C6829-321F-482D-FA8A-EC9349FB389C}"/>
              </a:ext>
            </a:extLst>
          </p:cNvPr>
          <p:cNvSpPr>
            <a:spLocks noGrp="1"/>
          </p:cNvSpPr>
          <p:nvPr>
            <p:ph type="body" sz="quarter" idx="10"/>
          </p:nvPr>
        </p:nvSpPr>
        <p:spPr>
          <a:xfrm>
            <a:off x="2780361" y="5160426"/>
            <a:ext cx="7641963" cy="1379523"/>
          </a:xfrm>
        </p:spPr>
        <p:txBody>
          <a:bodyPr/>
          <a:lstStyle/>
          <a:p>
            <a:pPr marL="285750" indent="-285750">
              <a:buFont typeface="Arial" panose="020B0604020202020204" pitchFamily="34" charset="0"/>
              <a:buChar char="•"/>
            </a:pPr>
            <a:r>
              <a:rPr lang="en-US" sz="1800" dirty="0"/>
              <a:t>Locks down the snapshot of the project’s package ecosystem</a:t>
            </a:r>
          </a:p>
          <a:p>
            <a:pPr marL="285750" indent="-285750">
              <a:buFont typeface="Arial" panose="020B0604020202020204" pitchFamily="34" charset="0"/>
              <a:buChar char="•"/>
            </a:pPr>
            <a:r>
              <a:rPr lang="en-US" sz="1800" dirty="0"/>
              <a:t>Ensure multiple reviewers can recreate the same analysis (now and later)</a:t>
            </a:r>
          </a:p>
          <a:p>
            <a:pPr marL="285750" indent="-285750">
              <a:buFont typeface="Arial" panose="020B0604020202020204" pitchFamily="34" charset="0"/>
              <a:buChar char="•"/>
            </a:pPr>
            <a:r>
              <a:rPr lang="en-US" sz="1800" dirty="0"/>
              <a:t>Facilitates sharing the project between collaborators</a:t>
            </a:r>
          </a:p>
          <a:p>
            <a:pPr marL="285750" indent="-285750">
              <a:buFont typeface="Arial" panose="020B0604020202020204" pitchFamily="34" charset="0"/>
              <a:buChar char="•"/>
            </a:pPr>
            <a:r>
              <a:rPr lang="en-US" sz="1800" dirty="0"/>
              <a:t>Isolates the projects dependencies from global R environment</a:t>
            </a:r>
            <a:endParaRPr lang="en-US" dirty="0"/>
          </a:p>
        </p:txBody>
      </p:sp>
      <p:cxnSp>
        <p:nvCxnSpPr>
          <p:cNvPr id="20" name="Straight Arrow Connector 19">
            <a:extLst>
              <a:ext uri="{FF2B5EF4-FFF2-40B4-BE49-F238E27FC236}">
                <a16:creationId xmlns:a16="http://schemas.microsoft.com/office/drawing/2014/main" id="{9532DC50-B9B2-5A72-0F0B-6C45BFE11D31}"/>
              </a:ext>
            </a:extLst>
          </p:cNvPr>
          <p:cNvCxnSpPr>
            <a:cxnSpLocks/>
          </p:cNvCxnSpPr>
          <p:nvPr/>
        </p:nvCxnSpPr>
        <p:spPr>
          <a:xfrm>
            <a:off x="3285909" y="3307568"/>
            <a:ext cx="542260" cy="0"/>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5ED4E253-A866-0196-4D39-99223E24AB48}"/>
              </a:ext>
            </a:extLst>
          </p:cNvPr>
          <p:cNvPicPr>
            <a:picLocks noChangeAspect="1"/>
          </p:cNvPicPr>
          <p:nvPr/>
        </p:nvPicPr>
        <p:blipFill>
          <a:blip r:embed="rId3"/>
          <a:stretch>
            <a:fillRect/>
          </a:stretch>
        </p:blipFill>
        <p:spPr>
          <a:xfrm>
            <a:off x="4016470" y="2213733"/>
            <a:ext cx="6828739" cy="3089750"/>
          </a:xfrm>
          <a:prstGeom prst="rect">
            <a:avLst/>
          </a:prstGeom>
        </p:spPr>
      </p:pic>
      <p:pic>
        <p:nvPicPr>
          <p:cNvPr id="11" name="Picture 10">
            <a:extLst>
              <a:ext uri="{FF2B5EF4-FFF2-40B4-BE49-F238E27FC236}">
                <a16:creationId xmlns:a16="http://schemas.microsoft.com/office/drawing/2014/main" id="{450B37A4-1892-01E4-4F78-B35724C696B5}"/>
              </a:ext>
            </a:extLst>
          </p:cNvPr>
          <p:cNvPicPr>
            <a:picLocks noChangeAspect="1"/>
          </p:cNvPicPr>
          <p:nvPr/>
        </p:nvPicPr>
        <p:blipFill>
          <a:blip r:embed="rId4"/>
          <a:stretch>
            <a:fillRect/>
          </a:stretch>
        </p:blipFill>
        <p:spPr>
          <a:xfrm>
            <a:off x="351132" y="1323025"/>
            <a:ext cx="6060939" cy="690214"/>
          </a:xfrm>
          <a:prstGeom prst="rect">
            <a:avLst/>
          </a:prstGeom>
        </p:spPr>
      </p:pic>
      <p:cxnSp>
        <p:nvCxnSpPr>
          <p:cNvPr id="12" name="Straight Arrow Connector 11">
            <a:extLst>
              <a:ext uri="{FF2B5EF4-FFF2-40B4-BE49-F238E27FC236}">
                <a16:creationId xmlns:a16="http://schemas.microsoft.com/office/drawing/2014/main" id="{6B9138F7-82B4-6231-55E8-F3472150EB7F}"/>
              </a:ext>
            </a:extLst>
          </p:cNvPr>
          <p:cNvCxnSpPr>
            <a:cxnSpLocks/>
          </p:cNvCxnSpPr>
          <p:nvPr/>
        </p:nvCxnSpPr>
        <p:spPr>
          <a:xfrm>
            <a:off x="1656487" y="2213733"/>
            <a:ext cx="0" cy="465672"/>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2FE4518E-423A-89CD-C070-FBF64EB3E28C}"/>
              </a:ext>
            </a:extLst>
          </p:cNvPr>
          <p:cNvPicPr>
            <a:picLocks noChangeAspect="1"/>
          </p:cNvPicPr>
          <p:nvPr/>
        </p:nvPicPr>
        <p:blipFill>
          <a:blip r:embed="rId5"/>
          <a:stretch>
            <a:fillRect/>
          </a:stretch>
        </p:blipFill>
        <p:spPr>
          <a:xfrm>
            <a:off x="342704" y="2800344"/>
            <a:ext cx="2655678" cy="1148851"/>
          </a:xfrm>
          <a:prstGeom prst="rect">
            <a:avLst/>
          </a:prstGeom>
        </p:spPr>
      </p:pic>
      <p:sp>
        <p:nvSpPr>
          <p:cNvPr id="25" name="Slide Number Placeholder 5">
            <a:extLst>
              <a:ext uri="{FF2B5EF4-FFF2-40B4-BE49-F238E27FC236}">
                <a16:creationId xmlns:a16="http://schemas.microsoft.com/office/drawing/2014/main" id="{676A170A-2E8B-532F-27A2-BC92437A4D32}"/>
              </a:ext>
            </a:extLst>
          </p:cNvPr>
          <p:cNvSpPr>
            <a:spLocks noGrp="1"/>
          </p:cNvSpPr>
          <p:nvPr>
            <p:ph type="sldNum" sz="quarter" idx="12"/>
          </p:nvPr>
        </p:nvSpPr>
        <p:spPr>
          <a:xfrm>
            <a:off x="11581942" y="6433878"/>
            <a:ext cx="320674" cy="153463"/>
          </a:xfrm>
        </p:spPr>
        <p:txBody>
          <a:bodyPr/>
          <a:lstStyle/>
          <a:p>
            <a:fld id="{AEC8D767-5246-2244-A4A3-B8AFB218393C}" type="slidenum">
              <a:rPr lang="en-GB" smtClean="0"/>
              <a:t>14</a:t>
            </a:fld>
            <a:endParaRPr lang="en-GB"/>
          </a:p>
        </p:txBody>
      </p:sp>
    </p:spTree>
    <p:extLst>
      <p:ext uri="{BB962C8B-B14F-4D97-AF65-F5344CB8AC3E}">
        <p14:creationId xmlns:p14="http://schemas.microsoft.com/office/powerpoint/2010/main" val="1422655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F00F0-8574-6D5A-5DCA-D36C7869C13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6B8F591-75AA-5FF3-54D9-F6F86917B91B}"/>
              </a:ext>
            </a:extLst>
          </p:cNvPr>
          <p:cNvSpPr>
            <a:spLocks noGrp="1"/>
          </p:cNvSpPr>
          <p:nvPr>
            <p:ph type="title"/>
          </p:nvPr>
        </p:nvSpPr>
        <p:spPr>
          <a:xfrm>
            <a:off x="1620845" y="196383"/>
            <a:ext cx="9500812" cy="504754"/>
          </a:xfrm>
        </p:spPr>
        <p:txBody>
          <a:bodyPr/>
          <a:lstStyle/>
          <a:p>
            <a:r>
              <a:rPr lang="en-US" sz="4000" dirty="0"/>
              <a:t>ADRG – Set paths for analysis {</a:t>
            </a:r>
            <a:r>
              <a:rPr lang="en-US" sz="4000" dirty="0" err="1"/>
              <a:t>envsetup</a:t>
            </a:r>
            <a:r>
              <a:rPr lang="en-US" sz="4000" dirty="0"/>
              <a:t>}</a:t>
            </a:r>
          </a:p>
        </p:txBody>
      </p:sp>
      <p:sp>
        <p:nvSpPr>
          <p:cNvPr id="2" name="Slide Number Placeholder 5">
            <a:extLst>
              <a:ext uri="{FF2B5EF4-FFF2-40B4-BE49-F238E27FC236}">
                <a16:creationId xmlns:a16="http://schemas.microsoft.com/office/drawing/2014/main" id="{93378BC6-06B8-C53C-FF11-79CA7C924D26}"/>
              </a:ext>
            </a:extLst>
          </p:cNvPr>
          <p:cNvSpPr>
            <a:spLocks noGrp="1"/>
          </p:cNvSpPr>
          <p:nvPr>
            <p:ph type="sldNum" sz="quarter" idx="12"/>
          </p:nvPr>
        </p:nvSpPr>
        <p:spPr>
          <a:xfrm>
            <a:off x="11581942" y="6433878"/>
            <a:ext cx="320674" cy="153463"/>
          </a:xfrm>
        </p:spPr>
        <p:txBody>
          <a:bodyPr/>
          <a:lstStyle/>
          <a:p>
            <a:fld id="{AEC8D767-5246-2244-A4A3-B8AFB218393C}" type="slidenum">
              <a:rPr lang="en-GB" smtClean="0"/>
              <a:t>15</a:t>
            </a:fld>
            <a:endParaRPr lang="en-GB"/>
          </a:p>
        </p:txBody>
      </p:sp>
      <p:sp>
        <p:nvSpPr>
          <p:cNvPr id="20" name="TextBox 19">
            <a:extLst>
              <a:ext uri="{FF2B5EF4-FFF2-40B4-BE49-F238E27FC236}">
                <a16:creationId xmlns:a16="http://schemas.microsoft.com/office/drawing/2014/main" id="{811A14B8-241B-D5A4-0752-C0B69BDC4A12}"/>
              </a:ext>
            </a:extLst>
          </p:cNvPr>
          <p:cNvSpPr txBox="1"/>
          <p:nvPr/>
        </p:nvSpPr>
        <p:spPr>
          <a:xfrm>
            <a:off x="1238199" y="5355576"/>
            <a:ext cx="5712794" cy="1138773"/>
          </a:xfrm>
          <a:prstGeom prst="rect">
            <a:avLst/>
          </a:prstGeom>
          <a:noFill/>
        </p:spPr>
        <p:txBody>
          <a:bodyPr wrap="square" lIns="0" tIns="0" rIns="0" bIns="0" rtlCol="0" anchor="t">
            <a:spAutoFit/>
          </a:bodyPr>
          <a:lstStyle/>
          <a:p>
            <a:pPr marL="285750" indent="-285750">
              <a:buFont typeface="Arial" panose="020B0604020202020204" pitchFamily="34" charset="0"/>
              <a:buChar char="•"/>
            </a:pPr>
            <a:r>
              <a:rPr lang="en-US" sz="1400" dirty="0">
                <a:solidFill>
                  <a:schemeClr val="bg1"/>
                </a:solidFill>
              </a:rPr>
              <a:t>The configuration file references working directory to ingest data sources, leverage proprietary helper functions and generate outputs.</a:t>
            </a:r>
          </a:p>
          <a:p>
            <a:pPr marL="285750" indent="-285750">
              <a:buFont typeface="Arial" panose="020B0604020202020204" pitchFamily="34" charset="0"/>
              <a:buChar char="•"/>
            </a:pPr>
            <a:r>
              <a:rPr lang="en-US" sz="1400" dirty="0">
                <a:solidFill>
                  <a:schemeClr val="bg1"/>
                </a:solidFill>
              </a:rPr>
              <a:t>To ensure smooth execution, we request the reviewer to incorporate the path setting in .Rprofile.</a:t>
            </a:r>
          </a:p>
          <a:p>
            <a:pPr marL="285750" indent="-285750" algn="l">
              <a:buFont typeface="Arial" panose="020B0604020202020204" pitchFamily="34" charset="0"/>
              <a:buChar char="•"/>
            </a:pPr>
            <a:endParaRPr lang="en-US" sz="1800" kern="1200" dirty="0" err="1">
              <a:solidFill>
                <a:schemeClr val="tx1"/>
              </a:solidFill>
              <a:latin typeface="+mn-lt"/>
              <a:ea typeface="+mn-ea"/>
              <a:cs typeface="+mn-cs"/>
            </a:endParaRPr>
          </a:p>
        </p:txBody>
      </p:sp>
      <p:pic>
        <p:nvPicPr>
          <p:cNvPr id="5" name="Picture 4">
            <a:extLst>
              <a:ext uri="{FF2B5EF4-FFF2-40B4-BE49-F238E27FC236}">
                <a16:creationId xmlns:a16="http://schemas.microsoft.com/office/drawing/2014/main" id="{F94648A6-A4D4-EE46-6140-CC859D56F77E}"/>
              </a:ext>
            </a:extLst>
          </p:cNvPr>
          <p:cNvPicPr>
            <a:picLocks noChangeAspect="1"/>
          </p:cNvPicPr>
          <p:nvPr/>
        </p:nvPicPr>
        <p:blipFill>
          <a:blip r:embed="rId2"/>
          <a:stretch>
            <a:fillRect/>
          </a:stretch>
        </p:blipFill>
        <p:spPr>
          <a:xfrm>
            <a:off x="9334244" y="4491155"/>
            <a:ext cx="2600671" cy="2290065"/>
          </a:xfrm>
          <a:prstGeom prst="rect">
            <a:avLst/>
          </a:prstGeom>
        </p:spPr>
      </p:pic>
      <p:pic>
        <p:nvPicPr>
          <p:cNvPr id="10" name="Picture 9">
            <a:extLst>
              <a:ext uri="{FF2B5EF4-FFF2-40B4-BE49-F238E27FC236}">
                <a16:creationId xmlns:a16="http://schemas.microsoft.com/office/drawing/2014/main" id="{C59DCB95-BB67-37AD-8689-31757AD4DF02}"/>
              </a:ext>
            </a:extLst>
          </p:cNvPr>
          <p:cNvPicPr>
            <a:picLocks noChangeAspect="1"/>
          </p:cNvPicPr>
          <p:nvPr/>
        </p:nvPicPr>
        <p:blipFill>
          <a:blip r:embed="rId3"/>
          <a:stretch>
            <a:fillRect/>
          </a:stretch>
        </p:blipFill>
        <p:spPr>
          <a:xfrm>
            <a:off x="668922" y="643840"/>
            <a:ext cx="6488605" cy="2117513"/>
          </a:xfrm>
          <a:prstGeom prst="rect">
            <a:avLst/>
          </a:prstGeom>
        </p:spPr>
      </p:pic>
      <p:pic>
        <p:nvPicPr>
          <p:cNvPr id="8" name="Picture 7">
            <a:extLst>
              <a:ext uri="{FF2B5EF4-FFF2-40B4-BE49-F238E27FC236}">
                <a16:creationId xmlns:a16="http://schemas.microsoft.com/office/drawing/2014/main" id="{0BBDAA7F-3D2B-29BE-3672-0B52F9B3995B}"/>
              </a:ext>
            </a:extLst>
          </p:cNvPr>
          <p:cNvPicPr>
            <a:picLocks noChangeAspect="1"/>
          </p:cNvPicPr>
          <p:nvPr/>
        </p:nvPicPr>
        <p:blipFill>
          <a:blip r:embed="rId4"/>
          <a:stretch>
            <a:fillRect/>
          </a:stretch>
        </p:blipFill>
        <p:spPr>
          <a:xfrm>
            <a:off x="1926991" y="2941730"/>
            <a:ext cx="6994184" cy="2266859"/>
          </a:xfrm>
          <a:prstGeom prst="rect">
            <a:avLst/>
          </a:prstGeom>
        </p:spPr>
      </p:pic>
      <p:sp>
        <p:nvSpPr>
          <p:cNvPr id="3" name="Arrow: Curved Right 2">
            <a:extLst>
              <a:ext uri="{FF2B5EF4-FFF2-40B4-BE49-F238E27FC236}">
                <a16:creationId xmlns:a16="http://schemas.microsoft.com/office/drawing/2014/main" id="{B2CB491F-1EBF-1AC8-A0FF-70A7D1D7E03F}"/>
              </a:ext>
            </a:extLst>
          </p:cNvPr>
          <p:cNvSpPr/>
          <p:nvPr/>
        </p:nvSpPr>
        <p:spPr>
          <a:xfrm rot="19267895">
            <a:off x="992969" y="2824520"/>
            <a:ext cx="569971" cy="1559176"/>
          </a:xfrm>
          <a:prstGeom prst="curvedRigh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n-lt"/>
            </a:endParaRPr>
          </a:p>
        </p:txBody>
      </p:sp>
      <p:cxnSp>
        <p:nvCxnSpPr>
          <p:cNvPr id="6" name="Straight Arrow Connector 5">
            <a:extLst>
              <a:ext uri="{FF2B5EF4-FFF2-40B4-BE49-F238E27FC236}">
                <a16:creationId xmlns:a16="http://schemas.microsoft.com/office/drawing/2014/main" id="{8E61CF6B-9002-87AD-E5DD-7A5C452EE689}"/>
              </a:ext>
            </a:extLst>
          </p:cNvPr>
          <p:cNvCxnSpPr>
            <a:cxnSpLocks/>
          </p:cNvCxnSpPr>
          <p:nvPr/>
        </p:nvCxnSpPr>
        <p:spPr>
          <a:xfrm flipH="1">
            <a:off x="7342408" y="1522581"/>
            <a:ext cx="485296" cy="0"/>
          </a:xfrm>
          <a:prstGeom prst="straightConnector1">
            <a:avLst/>
          </a:prstGeom>
          <a:ln w="50800">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3D3FCA3F-8688-EB53-8DCA-526F14FBB51F}"/>
              </a:ext>
            </a:extLst>
          </p:cNvPr>
          <p:cNvPicPr>
            <a:picLocks noChangeAspect="1"/>
          </p:cNvPicPr>
          <p:nvPr/>
        </p:nvPicPr>
        <p:blipFill>
          <a:blip r:embed="rId5"/>
          <a:stretch>
            <a:fillRect/>
          </a:stretch>
        </p:blipFill>
        <p:spPr>
          <a:xfrm>
            <a:off x="8033908" y="1128735"/>
            <a:ext cx="1922379" cy="891750"/>
          </a:xfrm>
          <a:prstGeom prst="rect">
            <a:avLst/>
          </a:prstGeom>
        </p:spPr>
      </p:pic>
      <p:sp>
        <p:nvSpPr>
          <p:cNvPr id="16" name="Arrow: Curved Right 15">
            <a:extLst>
              <a:ext uri="{FF2B5EF4-FFF2-40B4-BE49-F238E27FC236}">
                <a16:creationId xmlns:a16="http://schemas.microsoft.com/office/drawing/2014/main" id="{831DF451-B39D-ECF7-CE68-B33FAB681CD4}"/>
              </a:ext>
            </a:extLst>
          </p:cNvPr>
          <p:cNvSpPr/>
          <p:nvPr/>
        </p:nvSpPr>
        <p:spPr>
          <a:xfrm rot="19267895">
            <a:off x="8261555" y="5210327"/>
            <a:ext cx="569971" cy="1559176"/>
          </a:xfrm>
          <a:prstGeom prst="curvedRigh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n-lt"/>
            </a:endParaRPr>
          </a:p>
        </p:txBody>
      </p:sp>
      <p:sp>
        <p:nvSpPr>
          <p:cNvPr id="4" name="Flowchart: Alternate Process 1">
            <a:extLst>
              <a:ext uri="{FF2B5EF4-FFF2-40B4-BE49-F238E27FC236}">
                <a16:creationId xmlns:a16="http://schemas.microsoft.com/office/drawing/2014/main" id="{3B5F36E6-8F75-2A88-9E2A-125746EF1009}"/>
              </a:ext>
            </a:extLst>
          </p:cNvPr>
          <p:cNvSpPr/>
          <p:nvPr/>
        </p:nvSpPr>
        <p:spPr>
          <a:xfrm>
            <a:off x="7585056" y="5717844"/>
            <a:ext cx="1325278" cy="411990"/>
          </a:xfrm>
          <a:prstGeom prst="flowChartAlternateProcess">
            <a:avLst/>
          </a:prstGeom>
          <a:solidFill>
            <a:srgbClr val="F18C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n-lt"/>
              </a:rPr>
              <a:t>rprofile</a:t>
            </a:r>
            <a:r>
              <a:rPr lang="en-US" dirty="0"/>
              <a:t>()</a:t>
            </a:r>
            <a:endParaRPr lang="en-US" dirty="0">
              <a:latin typeface="+mn-lt"/>
            </a:endParaRPr>
          </a:p>
        </p:txBody>
      </p:sp>
    </p:spTree>
    <p:extLst>
      <p:ext uri="{BB962C8B-B14F-4D97-AF65-F5344CB8AC3E}">
        <p14:creationId xmlns:p14="http://schemas.microsoft.com/office/powerpoint/2010/main" val="2540990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CE93F-CEBB-92DA-0ABD-B0AF9C72A44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2D4E291-CFB5-3102-7ADE-B5650FAE4ECA}"/>
              </a:ext>
            </a:extLst>
          </p:cNvPr>
          <p:cNvSpPr>
            <a:spLocks noGrp="1"/>
          </p:cNvSpPr>
          <p:nvPr>
            <p:ph type="title"/>
          </p:nvPr>
        </p:nvSpPr>
        <p:spPr>
          <a:xfrm>
            <a:off x="414929" y="351765"/>
            <a:ext cx="8674100" cy="512513"/>
          </a:xfrm>
        </p:spPr>
        <p:txBody>
          <a:bodyPr/>
          <a:lstStyle/>
          <a:p>
            <a:r>
              <a:rPr lang="en-US" sz="4000">
                <a:ea typeface="+mj-lt"/>
                <a:cs typeface="+mj-lt"/>
              </a:rPr>
              <a:t>ADRG – </a:t>
            </a:r>
            <a:r>
              <a:rPr lang="en-US" sz="4000" dirty="0"/>
              <a:t>Run analysis</a:t>
            </a:r>
            <a:endParaRPr lang="en-US"/>
          </a:p>
        </p:txBody>
      </p:sp>
      <p:sp>
        <p:nvSpPr>
          <p:cNvPr id="2" name="Slide Number Placeholder 5">
            <a:extLst>
              <a:ext uri="{FF2B5EF4-FFF2-40B4-BE49-F238E27FC236}">
                <a16:creationId xmlns:a16="http://schemas.microsoft.com/office/drawing/2014/main" id="{E560636E-E528-069A-F3A9-A0780C99E943}"/>
              </a:ext>
            </a:extLst>
          </p:cNvPr>
          <p:cNvSpPr>
            <a:spLocks noGrp="1"/>
          </p:cNvSpPr>
          <p:nvPr>
            <p:ph type="sldNum" sz="quarter" idx="12"/>
          </p:nvPr>
        </p:nvSpPr>
        <p:spPr>
          <a:xfrm>
            <a:off x="11581942" y="6433878"/>
            <a:ext cx="320674" cy="153463"/>
          </a:xfrm>
        </p:spPr>
        <p:txBody>
          <a:bodyPr/>
          <a:lstStyle/>
          <a:p>
            <a:fld id="{AEC8D767-5246-2244-A4A3-B8AFB218393C}" type="slidenum">
              <a:rPr lang="en-GB" smtClean="0"/>
              <a:t>16</a:t>
            </a:fld>
            <a:endParaRPr lang="en-GB"/>
          </a:p>
        </p:txBody>
      </p:sp>
    </p:spTree>
    <p:extLst>
      <p:ext uri="{BB962C8B-B14F-4D97-AF65-F5344CB8AC3E}">
        <p14:creationId xmlns:p14="http://schemas.microsoft.com/office/powerpoint/2010/main" val="3216867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69D395F-5D3B-956E-E73D-42FBA476B76A}"/>
              </a:ext>
            </a:extLst>
          </p:cNvPr>
          <p:cNvSpPr>
            <a:spLocks noGrp="1"/>
          </p:cNvSpPr>
          <p:nvPr>
            <p:ph type="title"/>
          </p:nvPr>
        </p:nvSpPr>
        <p:spPr>
          <a:xfrm>
            <a:off x="287337" y="266706"/>
            <a:ext cx="10409015" cy="512513"/>
          </a:xfrm>
        </p:spPr>
        <p:txBody>
          <a:bodyPr/>
          <a:lstStyle/>
          <a:p>
            <a:r>
              <a:rPr lang="en-US" sz="4000" dirty="0"/>
              <a:t>Organization of Hybrid SAS/R strategy</a:t>
            </a:r>
          </a:p>
        </p:txBody>
      </p:sp>
      <p:sp>
        <p:nvSpPr>
          <p:cNvPr id="6" name="Slide Number Placeholder 5">
            <a:extLst>
              <a:ext uri="{FF2B5EF4-FFF2-40B4-BE49-F238E27FC236}">
                <a16:creationId xmlns:a16="http://schemas.microsoft.com/office/drawing/2014/main" id="{DAB8C223-087D-2550-637A-1CAFB1A2252D}"/>
              </a:ext>
            </a:extLst>
          </p:cNvPr>
          <p:cNvSpPr>
            <a:spLocks noGrp="1"/>
          </p:cNvSpPr>
          <p:nvPr>
            <p:ph type="sldNum" sz="quarter" idx="12"/>
          </p:nvPr>
        </p:nvSpPr>
        <p:spPr/>
        <p:txBody>
          <a:bodyPr/>
          <a:lstStyle/>
          <a:p>
            <a:fld id="{AEC8D767-5246-2244-A4A3-B8AFB218393C}" type="slidenum">
              <a:rPr lang="en-GB" smtClean="0"/>
              <a:t>17</a:t>
            </a:fld>
            <a:endParaRPr lang="en-GB"/>
          </a:p>
        </p:txBody>
      </p:sp>
      <p:pic>
        <p:nvPicPr>
          <p:cNvPr id="10" name="Picture 9" descr="A diagram of a company">
            <a:extLst>
              <a:ext uri="{FF2B5EF4-FFF2-40B4-BE49-F238E27FC236}">
                <a16:creationId xmlns:a16="http://schemas.microsoft.com/office/drawing/2014/main" id="{31BE09C4-7568-66EA-D076-A5715A3D35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124" y="1079801"/>
            <a:ext cx="7824978" cy="5471472"/>
          </a:xfrm>
          <a:prstGeom prst="rect">
            <a:avLst/>
          </a:prstGeom>
        </p:spPr>
      </p:pic>
      <p:sp>
        <p:nvSpPr>
          <p:cNvPr id="11" name="Title 1">
            <a:extLst>
              <a:ext uri="{FF2B5EF4-FFF2-40B4-BE49-F238E27FC236}">
                <a16:creationId xmlns:a16="http://schemas.microsoft.com/office/drawing/2014/main" id="{FD26A9AC-0778-B849-9F4F-BA751527322E}"/>
              </a:ext>
            </a:extLst>
          </p:cNvPr>
          <p:cNvSpPr txBox="1">
            <a:spLocks/>
          </p:cNvSpPr>
          <p:nvPr/>
        </p:nvSpPr>
        <p:spPr>
          <a:xfrm>
            <a:off x="8072102" y="1926235"/>
            <a:ext cx="4119898" cy="37728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en-US" sz="2000" dirty="0">
                <a:solidFill>
                  <a:schemeClr val="bg1"/>
                </a:solidFill>
              </a:rPr>
              <a:t>All ADaM datasets are generated using SAS.</a:t>
            </a:r>
          </a:p>
          <a:p>
            <a:pPr marL="571500" indent="-571500">
              <a:buFont typeface="Arial" panose="020B0604020202020204" pitchFamily="34" charset="0"/>
              <a:buChar char="•"/>
            </a:pPr>
            <a:r>
              <a:rPr lang="en-US" sz="2000" dirty="0">
                <a:solidFill>
                  <a:schemeClr val="bg1"/>
                </a:solidFill>
              </a:rPr>
              <a:t>All Tables/figures/Listings (TFLs) are created in R.</a:t>
            </a:r>
          </a:p>
          <a:p>
            <a:pPr marL="571500" indent="-571500">
              <a:buFont typeface="Arial" panose="020B0604020202020204" pitchFamily="34" charset="0"/>
              <a:buChar char="•"/>
            </a:pPr>
            <a:r>
              <a:rPr lang="en-US" sz="2000" dirty="0">
                <a:solidFill>
                  <a:schemeClr val="bg1"/>
                </a:solidFill>
              </a:rPr>
              <a:t>All R packages are open-source .</a:t>
            </a:r>
          </a:p>
          <a:p>
            <a:pPr marL="571500" indent="-571500">
              <a:buFont typeface="Arial" panose="020B0604020202020204" pitchFamily="34" charset="0"/>
              <a:buChar char="•"/>
            </a:pPr>
            <a:r>
              <a:rPr lang="en-US" sz="2000" dirty="0">
                <a:solidFill>
                  <a:schemeClr val="bg1"/>
                </a:solidFill>
              </a:rPr>
              <a:t>All R packages are validated following JNJ </a:t>
            </a:r>
            <a:r>
              <a:rPr lang="en-US" sz="2000" dirty="0" err="1">
                <a:solidFill>
                  <a:schemeClr val="bg1"/>
                </a:solidFill>
              </a:rPr>
              <a:t>GxP</a:t>
            </a:r>
            <a:r>
              <a:rPr lang="en-US" sz="2000" dirty="0">
                <a:solidFill>
                  <a:schemeClr val="bg1"/>
                </a:solidFill>
              </a:rPr>
              <a:t>.</a:t>
            </a:r>
          </a:p>
          <a:p>
            <a:pPr marL="571500" indent="-571500">
              <a:buFont typeface="Arial" panose="020B0604020202020204" pitchFamily="34" charset="0"/>
              <a:buChar char="•"/>
            </a:pPr>
            <a:endParaRPr lang="en-US" sz="2000" dirty="0"/>
          </a:p>
        </p:txBody>
      </p:sp>
    </p:spTree>
    <p:extLst>
      <p:ext uri="{BB962C8B-B14F-4D97-AF65-F5344CB8AC3E}">
        <p14:creationId xmlns:p14="http://schemas.microsoft.com/office/powerpoint/2010/main" val="429547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2F1A4-64EE-AF26-85B4-704CF8CDE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92B6923-988B-5B92-9A1D-B603E2B23633}"/>
              </a:ext>
            </a:extLst>
          </p:cNvPr>
          <p:cNvSpPr>
            <a:spLocks noGrp="1"/>
          </p:cNvSpPr>
          <p:nvPr>
            <p:ph type="title"/>
          </p:nvPr>
        </p:nvSpPr>
        <p:spPr>
          <a:xfrm>
            <a:off x="287338" y="489988"/>
            <a:ext cx="11904662" cy="1004955"/>
          </a:xfrm>
        </p:spPr>
        <p:txBody>
          <a:bodyPr/>
          <a:lstStyle/>
          <a:p>
            <a:r>
              <a:rPr lang="en-US" sz="4000" dirty="0"/>
              <a:t>Verification of R TFLs results: multiple languages</a:t>
            </a:r>
          </a:p>
        </p:txBody>
      </p:sp>
      <p:sp>
        <p:nvSpPr>
          <p:cNvPr id="2" name="TextBox 1">
            <a:extLst>
              <a:ext uri="{FF2B5EF4-FFF2-40B4-BE49-F238E27FC236}">
                <a16:creationId xmlns:a16="http://schemas.microsoft.com/office/drawing/2014/main" id="{A7F72447-F337-B359-79CF-C18E4AF8CE69}"/>
              </a:ext>
            </a:extLst>
          </p:cNvPr>
          <p:cNvSpPr txBox="1"/>
          <p:nvPr/>
        </p:nvSpPr>
        <p:spPr>
          <a:xfrm>
            <a:off x="376518" y="1329338"/>
            <a:ext cx="6589674" cy="2585323"/>
          </a:xfrm>
          <a:prstGeom prst="rect">
            <a:avLst/>
          </a:prstGeom>
          <a:noFill/>
        </p:spPr>
        <p:txBody>
          <a:bodyPr wrap="square" rtlCol="0">
            <a:spAutoFit/>
          </a:bodyPr>
          <a:lstStyle/>
          <a:p>
            <a:r>
              <a:rPr lang="en-US" dirty="0">
                <a:solidFill>
                  <a:prstClr val="white"/>
                </a:solidFill>
                <a:latin typeface="Calibri" panose="020F0502020204030204"/>
              </a:rPr>
              <a:t>General summary table verification:</a:t>
            </a:r>
          </a:p>
          <a:p>
            <a:pPr marL="285750" indent="-285750">
              <a:buFont typeface="Arial" panose="020B0604020202020204" pitchFamily="34" charset="0"/>
              <a:buChar char="•"/>
            </a:pPr>
            <a:r>
              <a:rPr lang="en-US" dirty="0">
                <a:solidFill>
                  <a:prstClr val="white"/>
                </a:solidFill>
                <a:latin typeface="Calibri" panose="020F0502020204030204"/>
              </a:rPr>
              <a:t>Utilizing SAS standard macros/programs</a:t>
            </a:r>
          </a:p>
          <a:p>
            <a:pPr marL="285750" indent="-285750">
              <a:buFont typeface="Arial" panose="020B0604020202020204" pitchFamily="34" charset="0"/>
              <a:buChar char="•"/>
            </a:pPr>
            <a:r>
              <a:rPr lang="en-US" dirty="0">
                <a:solidFill>
                  <a:prstClr val="white"/>
                </a:solidFill>
                <a:latin typeface="Calibri" panose="020F0502020204030204"/>
              </a:rPr>
              <a:t>Keep qc results in rtf file</a:t>
            </a:r>
          </a:p>
          <a:p>
            <a:pPr marL="285750" indent="-285750">
              <a:buFont typeface="Arial" panose="020B0604020202020204" pitchFamily="34" charset="0"/>
              <a:buChar char="•"/>
            </a:pPr>
            <a:r>
              <a:rPr lang="en-US" dirty="0">
                <a:solidFill>
                  <a:prstClr val="white"/>
                </a:solidFill>
                <a:latin typeface="Calibri" panose="020F0502020204030204"/>
              </a:rPr>
              <a:t>SAS rtf and R rtf file comparison by extracting contents using R or SAS utilities functions.</a:t>
            </a:r>
          </a:p>
          <a:p>
            <a:pPr marL="285750" indent="-285750">
              <a:buFont typeface="Arial" panose="020B0604020202020204" pitchFamily="34" charset="0"/>
              <a:buChar char="•"/>
            </a:pPr>
            <a:r>
              <a:rPr lang="en-US" dirty="0">
                <a:solidFill>
                  <a:prstClr val="white"/>
                </a:solidFill>
                <a:latin typeface="Calibri" panose="020F0502020204030204"/>
              </a:rPr>
              <a:t>Allow multiple files Comparison in batch or through application.</a:t>
            </a:r>
          </a:p>
          <a:p>
            <a:endParaRPr lang="en-US" dirty="0">
              <a:solidFill>
                <a:prstClr val="white"/>
              </a:solidFill>
              <a:latin typeface="Calibri" panose="020F0502020204030204"/>
            </a:endParaRPr>
          </a:p>
          <a:p>
            <a:pPr marL="285750" indent="-285750">
              <a:buFont typeface="Arial" panose="020B0604020202020204" pitchFamily="34" charset="0"/>
              <a:buChar char="•"/>
            </a:pPr>
            <a:endParaRPr lang="en-US" dirty="0">
              <a:solidFill>
                <a:prstClr val="white"/>
              </a:solidFill>
              <a:latin typeface="Calibri" panose="020F0502020204030204"/>
            </a:endParaRPr>
          </a:p>
          <a:p>
            <a:endParaRPr lang="en-US" dirty="0">
              <a:solidFill>
                <a:prstClr val="white"/>
              </a:solidFill>
              <a:latin typeface="Calibri" panose="020F0502020204030204"/>
            </a:endParaRPr>
          </a:p>
        </p:txBody>
      </p:sp>
      <p:sp>
        <p:nvSpPr>
          <p:cNvPr id="3" name="TextBox 2">
            <a:extLst>
              <a:ext uri="{FF2B5EF4-FFF2-40B4-BE49-F238E27FC236}">
                <a16:creationId xmlns:a16="http://schemas.microsoft.com/office/drawing/2014/main" id="{1F5D2CC6-5030-ACF1-EC0F-E57D7BACA7BB}"/>
              </a:ext>
            </a:extLst>
          </p:cNvPr>
          <p:cNvSpPr txBox="1"/>
          <p:nvPr/>
        </p:nvSpPr>
        <p:spPr>
          <a:xfrm>
            <a:off x="376517" y="4561149"/>
            <a:ext cx="6454589" cy="1477328"/>
          </a:xfrm>
          <a:prstGeom prst="rect">
            <a:avLst/>
          </a:prstGeom>
          <a:noFill/>
        </p:spPr>
        <p:txBody>
          <a:bodyPr wrap="square" rtlCol="0">
            <a:spAutoFit/>
          </a:bodyPr>
          <a:lstStyle/>
          <a:p>
            <a:r>
              <a:rPr lang="en-US" dirty="0">
                <a:solidFill>
                  <a:prstClr val="white"/>
                </a:solidFill>
                <a:latin typeface="Calibri" panose="020F0502020204030204"/>
              </a:rPr>
              <a:t>Graph (figure) verification:</a:t>
            </a:r>
          </a:p>
          <a:p>
            <a:pPr marL="285750" indent="-285750">
              <a:buFont typeface="Arial" panose="020B0604020202020204" pitchFamily="34" charset="0"/>
              <a:buChar char="•"/>
            </a:pPr>
            <a:r>
              <a:rPr lang="en-US" dirty="0">
                <a:solidFill>
                  <a:prstClr val="white"/>
                </a:solidFill>
                <a:latin typeface="Calibri" panose="020F0502020204030204"/>
              </a:rPr>
              <a:t>Utilizing the ggplot2 built-in functions such as ‘</a:t>
            </a:r>
            <a:r>
              <a:rPr lang="en-US" dirty="0" err="1">
                <a:solidFill>
                  <a:prstClr val="white"/>
                </a:solidFill>
                <a:latin typeface="Calibri" panose="020F0502020204030204"/>
              </a:rPr>
              <a:t>ggplot_build</a:t>
            </a:r>
            <a:r>
              <a:rPr lang="en-US" dirty="0">
                <a:solidFill>
                  <a:prstClr val="white"/>
                </a:solidFill>
                <a:latin typeface="Calibri" panose="020F0502020204030204"/>
              </a:rPr>
              <a:t>’ to extract values from the figure created.</a:t>
            </a:r>
          </a:p>
          <a:p>
            <a:pPr marL="285750" indent="-285750">
              <a:buFont typeface="Arial" panose="020B0604020202020204" pitchFamily="34" charset="0"/>
              <a:buChar char="•"/>
            </a:pPr>
            <a:r>
              <a:rPr lang="en-US" dirty="0">
                <a:solidFill>
                  <a:prstClr val="white"/>
                </a:solidFill>
                <a:latin typeface="Calibri" panose="020F0502020204030204"/>
              </a:rPr>
              <a:t>Present the extracted values to R log file useful to cross check with the values in associated table.</a:t>
            </a:r>
          </a:p>
        </p:txBody>
      </p:sp>
      <p:sp>
        <p:nvSpPr>
          <p:cNvPr id="4" name="TextBox 3">
            <a:extLst>
              <a:ext uri="{FF2B5EF4-FFF2-40B4-BE49-F238E27FC236}">
                <a16:creationId xmlns:a16="http://schemas.microsoft.com/office/drawing/2014/main" id="{D3415A4D-8FDF-8E04-D421-79AD5BFC8527}"/>
              </a:ext>
            </a:extLst>
          </p:cNvPr>
          <p:cNvSpPr txBox="1"/>
          <p:nvPr/>
        </p:nvSpPr>
        <p:spPr>
          <a:xfrm>
            <a:off x="7894552" y="3005413"/>
            <a:ext cx="4076994" cy="1477328"/>
          </a:xfrm>
          <a:prstGeom prst="rect">
            <a:avLst/>
          </a:prstGeom>
          <a:noFill/>
        </p:spPr>
        <p:txBody>
          <a:bodyPr wrap="square" rtlCol="0">
            <a:spAutoFit/>
          </a:bodyPr>
          <a:lstStyle/>
          <a:p>
            <a:r>
              <a:rPr lang="en-US" b="1" dirty="0">
                <a:solidFill>
                  <a:prstClr val="white"/>
                </a:solidFill>
                <a:latin typeface="JohnsonText"/>
              </a:rPr>
              <a:t>At current stage, utilizing our established stable in-house SAS standards alongside the extensive functions available in R to accelerate the overall verification progress</a:t>
            </a:r>
            <a:endParaRPr lang="en-US" b="1" dirty="0">
              <a:solidFill>
                <a:prstClr val="white"/>
              </a:solidFill>
              <a:latin typeface="Calibri" panose="020F0502020204030204"/>
            </a:endParaRPr>
          </a:p>
        </p:txBody>
      </p:sp>
      <p:sp>
        <p:nvSpPr>
          <p:cNvPr id="5" name="Right Brace 4">
            <a:extLst>
              <a:ext uri="{FF2B5EF4-FFF2-40B4-BE49-F238E27FC236}">
                <a16:creationId xmlns:a16="http://schemas.microsoft.com/office/drawing/2014/main" id="{C24C4A21-D3B9-51DC-79E2-756FAD20A3E6}"/>
              </a:ext>
            </a:extLst>
          </p:cNvPr>
          <p:cNvSpPr/>
          <p:nvPr/>
        </p:nvSpPr>
        <p:spPr>
          <a:xfrm>
            <a:off x="6831106" y="1618620"/>
            <a:ext cx="859145" cy="4250913"/>
          </a:xfrm>
          <a:prstGeom prst="rightBrace">
            <a:avLst/>
          </a:pr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5D26D291-2EFB-D40F-8DED-5B0F4C5E461C}"/>
              </a:ext>
            </a:extLst>
          </p:cNvPr>
          <p:cNvSpPr txBox="1"/>
          <p:nvPr/>
        </p:nvSpPr>
        <p:spPr>
          <a:xfrm>
            <a:off x="376518" y="3239966"/>
            <a:ext cx="6170279" cy="1200329"/>
          </a:xfrm>
          <a:prstGeom prst="rect">
            <a:avLst/>
          </a:prstGeom>
          <a:noFill/>
        </p:spPr>
        <p:txBody>
          <a:bodyPr wrap="square" rtlCol="0">
            <a:spAutoFit/>
          </a:bodyPr>
          <a:lstStyle/>
          <a:p>
            <a:r>
              <a:rPr lang="en-US" dirty="0">
                <a:solidFill>
                  <a:schemeClr val="bg1"/>
                </a:solidFill>
              </a:rPr>
              <a:t>Critical statistical method analysis verification:</a:t>
            </a:r>
          </a:p>
          <a:p>
            <a:pPr marL="285750" indent="-285750">
              <a:buFont typeface="Arial" panose="020B0604020202020204" pitchFamily="34" charset="0"/>
              <a:buChar char="•"/>
            </a:pPr>
            <a:r>
              <a:rPr lang="en-US" dirty="0">
                <a:solidFill>
                  <a:schemeClr val="bg1"/>
                </a:solidFill>
              </a:rPr>
              <a:t>Utilizing SAS corresponding statistical procedures</a:t>
            </a:r>
          </a:p>
          <a:p>
            <a:pPr marL="285750" indent="-285750">
              <a:buFont typeface="Arial" panose="020B0604020202020204" pitchFamily="34" charset="0"/>
              <a:buChar char="•"/>
            </a:pPr>
            <a:r>
              <a:rPr lang="en-US" i="0" dirty="0">
                <a:solidFill>
                  <a:schemeClr val="bg1"/>
                </a:solidFill>
                <a:effectLst/>
                <a:latin typeface="JohnsonText"/>
              </a:rPr>
              <a:t>Review discrepancies with team whether they may affect the conclusion, taking appropriate actions.</a:t>
            </a:r>
            <a:endParaRPr lang="en-US" dirty="0">
              <a:solidFill>
                <a:schemeClr val="bg1"/>
              </a:solidFill>
            </a:endParaRPr>
          </a:p>
        </p:txBody>
      </p:sp>
      <p:sp>
        <p:nvSpPr>
          <p:cNvPr id="9" name="Slide Number Placeholder 5">
            <a:extLst>
              <a:ext uri="{FF2B5EF4-FFF2-40B4-BE49-F238E27FC236}">
                <a16:creationId xmlns:a16="http://schemas.microsoft.com/office/drawing/2014/main" id="{13898BBF-4417-7BA6-E9F1-CC7DED68245B}"/>
              </a:ext>
            </a:extLst>
          </p:cNvPr>
          <p:cNvSpPr>
            <a:spLocks noGrp="1"/>
          </p:cNvSpPr>
          <p:nvPr>
            <p:ph type="sldNum" sz="quarter" idx="12"/>
          </p:nvPr>
        </p:nvSpPr>
        <p:spPr>
          <a:xfrm>
            <a:off x="11581942" y="6433878"/>
            <a:ext cx="320674" cy="153463"/>
          </a:xfrm>
        </p:spPr>
        <p:txBody>
          <a:bodyPr/>
          <a:lstStyle/>
          <a:p>
            <a:fld id="{AEC8D767-5246-2244-A4A3-B8AFB218393C}" type="slidenum">
              <a:rPr lang="en-GB" smtClean="0"/>
              <a:t>18</a:t>
            </a:fld>
            <a:endParaRPr lang="en-GB"/>
          </a:p>
        </p:txBody>
      </p:sp>
    </p:spTree>
    <p:extLst>
      <p:ext uri="{BB962C8B-B14F-4D97-AF65-F5344CB8AC3E}">
        <p14:creationId xmlns:p14="http://schemas.microsoft.com/office/powerpoint/2010/main" val="13696815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0C5CA-AA40-2096-979C-BD615518E63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0C05B0A-FDA9-33AD-E5CE-4A55C0459C72}"/>
              </a:ext>
            </a:extLst>
          </p:cNvPr>
          <p:cNvSpPr>
            <a:spLocks noGrp="1"/>
          </p:cNvSpPr>
          <p:nvPr>
            <p:ph type="title"/>
          </p:nvPr>
        </p:nvSpPr>
        <p:spPr>
          <a:xfrm>
            <a:off x="414928" y="458091"/>
            <a:ext cx="10196365" cy="512513"/>
          </a:xfrm>
        </p:spPr>
        <p:txBody>
          <a:bodyPr/>
          <a:lstStyle/>
          <a:p>
            <a:r>
              <a:rPr lang="en-US" sz="4000" dirty="0"/>
              <a:t>ADaM </a:t>
            </a:r>
            <a:r>
              <a:rPr lang="en-US" sz="4000" dirty="0" err="1"/>
              <a:t>esub</a:t>
            </a:r>
            <a:r>
              <a:rPr lang="en-US" sz="4000" dirty="0"/>
              <a:t> package  </a:t>
            </a:r>
          </a:p>
        </p:txBody>
      </p:sp>
      <p:sp>
        <p:nvSpPr>
          <p:cNvPr id="2" name="Slide Number Placeholder 5">
            <a:extLst>
              <a:ext uri="{FF2B5EF4-FFF2-40B4-BE49-F238E27FC236}">
                <a16:creationId xmlns:a16="http://schemas.microsoft.com/office/drawing/2014/main" id="{037DDD73-A29E-A08E-97C4-31EA392DC7F8}"/>
              </a:ext>
            </a:extLst>
          </p:cNvPr>
          <p:cNvSpPr>
            <a:spLocks noGrp="1"/>
          </p:cNvSpPr>
          <p:nvPr>
            <p:ph type="sldNum" sz="quarter" idx="12"/>
          </p:nvPr>
        </p:nvSpPr>
        <p:spPr>
          <a:xfrm>
            <a:off x="11581942" y="6433878"/>
            <a:ext cx="320674" cy="153463"/>
          </a:xfrm>
        </p:spPr>
        <p:txBody>
          <a:bodyPr/>
          <a:lstStyle/>
          <a:p>
            <a:fld id="{AEC8D767-5246-2244-A4A3-B8AFB218393C}" type="slidenum">
              <a:rPr lang="en-GB" smtClean="0"/>
              <a:t>19</a:t>
            </a:fld>
            <a:endParaRPr lang="en-GB"/>
          </a:p>
        </p:txBody>
      </p:sp>
      <p:sp>
        <p:nvSpPr>
          <p:cNvPr id="6" name="TextBox 5">
            <a:extLst>
              <a:ext uri="{FF2B5EF4-FFF2-40B4-BE49-F238E27FC236}">
                <a16:creationId xmlns:a16="http://schemas.microsoft.com/office/drawing/2014/main" id="{D5FC85D6-0B12-50C8-8399-A81B828572C3}"/>
              </a:ext>
            </a:extLst>
          </p:cNvPr>
          <p:cNvSpPr txBox="1"/>
          <p:nvPr/>
        </p:nvSpPr>
        <p:spPr>
          <a:xfrm>
            <a:off x="4535056" y="1260350"/>
            <a:ext cx="6899448" cy="3693319"/>
          </a:xfrm>
          <a:prstGeom prst="rect">
            <a:avLst/>
          </a:prstGeom>
          <a:noFill/>
        </p:spPr>
        <p:txBody>
          <a:bodyPr wrap="square" rtlCol="0">
            <a:spAutoFit/>
          </a:bodyPr>
          <a:lstStyle/>
          <a:p>
            <a:pPr marL="285750" indent="-285750">
              <a:buFont typeface="Arial" panose="020B0604020202020204" pitchFamily="34" charset="0"/>
              <a:buChar char="•"/>
            </a:pPr>
            <a:r>
              <a:rPr lang="en-US" dirty="0">
                <a:solidFill>
                  <a:prstClr val="white"/>
                </a:solidFill>
                <a:latin typeface="Calibri" panose="020F0502020204030204"/>
              </a:rPr>
              <a:t>Following JNJ process, both SAS and R scripts are converted to txt files while maintaining the original naming convention. The file extension is appended with a suffix indicating the original programming language (SAS or R) before the .txt extension. </a:t>
            </a:r>
          </a:p>
          <a:p>
            <a:pPr marL="285750" indent="-285750">
              <a:buFont typeface="Arial" panose="020B0604020202020204" pitchFamily="34" charset="0"/>
              <a:buChar char="•"/>
            </a:pPr>
            <a:endParaRPr lang="en-US" dirty="0">
              <a:solidFill>
                <a:prstClr val="white"/>
              </a:solidFill>
              <a:latin typeface="Calibri" panose="020F0502020204030204"/>
            </a:endParaRPr>
          </a:p>
          <a:p>
            <a:pPr marL="285750" indent="-285750">
              <a:buFont typeface="Arial" panose="020B0604020202020204" pitchFamily="34" charset="0"/>
              <a:buChar char="•"/>
            </a:pPr>
            <a:r>
              <a:rPr lang="en-US" dirty="0">
                <a:solidFill>
                  <a:prstClr val="white"/>
                </a:solidFill>
                <a:latin typeface="Calibri" panose="020F0502020204030204"/>
              </a:rPr>
              <a:t>toc pdf files</a:t>
            </a:r>
            <a:r>
              <a:rPr lang="en-US">
                <a:solidFill>
                  <a:prstClr val="white"/>
                </a:solidFill>
                <a:latin typeface="Calibri" panose="020F0502020204030204"/>
              </a:rPr>
              <a:t>: toc </a:t>
            </a:r>
            <a:r>
              <a:rPr lang="en-US" dirty="0">
                <a:solidFill>
                  <a:prstClr val="white"/>
                </a:solidFill>
                <a:latin typeface="Calibri" panose="020F0502020204030204"/>
              </a:rPr>
              <a:t>files separated for SAS and R, and programs and functions.</a:t>
            </a:r>
          </a:p>
          <a:p>
            <a:pPr marL="285750" indent="-285750">
              <a:buFont typeface="Arial" panose="020B0604020202020204" pitchFamily="34" charset="0"/>
              <a:buChar char="•"/>
            </a:pPr>
            <a:endParaRPr lang="en-US" dirty="0">
              <a:solidFill>
                <a:prstClr val="white"/>
              </a:solidFill>
              <a:latin typeface="Calibri" panose="020F0502020204030204"/>
            </a:endParaRPr>
          </a:p>
          <a:p>
            <a:pPr marL="285750" indent="-285750">
              <a:buFont typeface="Arial" panose="020B0604020202020204" pitchFamily="34" charset="0"/>
              <a:buChar char="•"/>
            </a:pPr>
            <a:r>
              <a:rPr lang="en-US" dirty="0">
                <a:solidFill>
                  <a:prstClr val="white"/>
                </a:solidFill>
                <a:latin typeface="Calibri" panose="020F0502020204030204"/>
              </a:rPr>
              <a:t>New ADRG: update with study information incorporated</a:t>
            </a:r>
          </a:p>
          <a:p>
            <a:pPr marL="742950" lvl="1" indent="-285750">
              <a:buFont typeface="Arial" panose="020B0604020202020204" pitchFamily="34" charset="0"/>
              <a:buChar char="•"/>
            </a:pPr>
            <a:r>
              <a:rPr lang="en-US" dirty="0">
                <a:solidFill>
                  <a:prstClr val="white"/>
                </a:solidFill>
                <a:latin typeface="Calibri" panose="020F0502020204030204"/>
              </a:rPr>
              <a:t>Section 7: includes the essential R functions and packages used in the study</a:t>
            </a:r>
          </a:p>
          <a:p>
            <a:pPr marL="742950" lvl="1" indent="-285750">
              <a:buFont typeface="Arial" panose="020B0604020202020204" pitchFamily="34" charset="0"/>
              <a:buChar char="•"/>
            </a:pPr>
            <a:r>
              <a:rPr lang="en-US" dirty="0">
                <a:solidFill>
                  <a:prstClr val="white"/>
                </a:solidFill>
                <a:latin typeface="Calibri" panose="020F0502020204030204"/>
              </a:rPr>
              <a:t>Appendix: the overall instructions to reproduce the same results as the R TFL scripts in window system.</a:t>
            </a:r>
          </a:p>
        </p:txBody>
      </p:sp>
      <p:sp>
        <p:nvSpPr>
          <p:cNvPr id="13" name="Right Brace 12">
            <a:extLst>
              <a:ext uri="{FF2B5EF4-FFF2-40B4-BE49-F238E27FC236}">
                <a16:creationId xmlns:a16="http://schemas.microsoft.com/office/drawing/2014/main" id="{C43B97FF-B845-8637-9E41-E18D675F6BBC}"/>
              </a:ext>
            </a:extLst>
          </p:cNvPr>
          <p:cNvSpPr/>
          <p:nvPr/>
        </p:nvSpPr>
        <p:spPr>
          <a:xfrm>
            <a:off x="2311400" y="5458572"/>
            <a:ext cx="45719" cy="199277"/>
          </a:xfrm>
          <a:prstGeom prst="rightBrace">
            <a:avLst/>
          </a:prstGeom>
          <a:ln w="19050">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pic>
        <p:nvPicPr>
          <p:cNvPr id="19" name="Picture 18">
            <a:extLst>
              <a:ext uri="{FF2B5EF4-FFF2-40B4-BE49-F238E27FC236}">
                <a16:creationId xmlns:a16="http://schemas.microsoft.com/office/drawing/2014/main" id="{2E8F1845-AE83-1862-EDEE-27622FE6971B}"/>
              </a:ext>
            </a:extLst>
          </p:cNvPr>
          <p:cNvPicPr>
            <a:picLocks noChangeAspect="1"/>
          </p:cNvPicPr>
          <p:nvPr/>
        </p:nvPicPr>
        <p:blipFill>
          <a:blip r:embed="rId2"/>
          <a:stretch>
            <a:fillRect/>
          </a:stretch>
        </p:blipFill>
        <p:spPr>
          <a:xfrm>
            <a:off x="150228" y="1091745"/>
            <a:ext cx="4302980" cy="4845961"/>
          </a:xfrm>
          <a:prstGeom prst="rect">
            <a:avLst/>
          </a:prstGeom>
        </p:spPr>
      </p:pic>
      <p:sp>
        <p:nvSpPr>
          <p:cNvPr id="9" name="Right Brace 8">
            <a:extLst>
              <a:ext uri="{FF2B5EF4-FFF2-40B4-BE49-F238E27FC236}">
                <a16:creationId xmlns:a16="http://schemas.microsoft.com/office/drawing/2014/main" id="{29CEAE37-97C1-60A4-60D5-E41973FE5FB1}"/>
              </a:ext>
            </a:extLst>
          </p:cNvPr>
          <p:cNvSpPr/>
          <p:nvPr/>
        </p:nvSpPr>
        <p:spPr>
          <a:xfrm>
            <a:off x="2419349" y="1900914"/>
            <a:ext cx="45719" cy="184150"/>
          </a:xfrm>
          <a:prstGeom prst="rightBrace">
            <a:avLst/>
          </a:prstGeom>
          <a:ln w="19050">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0" name="Right Brace 9">
            <a:extLst>
              <a:ext uri="{FF2B5EF4-FFF2-40B4-BE49-F238E27FC236}">
                <a16:creationId xmlns:a16="http://schemas.microsoft.com/office/drawing/2014/main" id="{2CCC06E1-C54C-7BBC-D705-B331985ADD74}"/>
              </a:ext>
            </a:extLst>
          </p:cNvPr>
          <p:cNvSpPr/>
          <p:nvPr/>
        </p:nvSpPr>
        <p:spPr>
          <a:xfrm>
            <a:off x="2777490" y="3060700"/>
            <a:ext cx="45719" cy="184150"/>
          </a:xfrm>
          <a:prstGeom prst="rightBrace">
            <a:avLst/>
          </a:prstGeom>
          <a:ln w="19050">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1" name="Right Brace 10">
            <a:extLst>
              <a:ext uri="{FF2B5EF4-FFF2-40B4-BE49-F238E27FC236}">
                <a16:creationId xmlns:a16="http://schemas.microsoft.com/office/drawing/2014/main" id="{4DD573E9-E0EB-B32D-B7C4-5693A1A0E570}"/>
              </a:ext>
            </a:extLst>
          </p:cNvPr>
          <p:cNvSpPr/>
          <p:nvPr/>
        </p:nvSpPr>
        <p:spPr>
          <a:xfrm>
            <a:off x="2780030" y="3371851"/>
            <a:ext cx="45719" cy="184150"/>
          </a:xfrm>
          <a:prstGeom prst="rightBrace">
            <a:avLst/>
          </a:prstGeom>
          <a:ln w="19050">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2" name="Right Brace 11">
            <a:extLst>
              <a:ext uri="{FF2B5EF4-FFF2-40B4-BE49-F238E27FC236}">
                <a16:creationId xmlns:a16="http://schemas.microsoft.com/office/drawing/2014/main" id="{A61AEF66-52F7-42A8-A662-FBEF75FCC7CF}"/>
              </a:ext>
            </a:extLst>
          </p:cNvPr>
          <p:cNvSpPr/>
          <p:nvPr/>
        </p:nvSpPr>
        <p:spPr>
          <a:xfrm>
            <a:off x="3155950" y="3955278"/>
            <a:ext cx="45719" cy="184150"/>
          </a:xfrm>
          <a:prstGeom prst="rightBrace">
            <a:avLst/>
          </a:prstGeom>
          <a:ln w="19050">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5" name="TextBox 14">
            <a:extLst>
              <a:ext uri="{FF2B5EF4-FFF2-40B4-BE49-F238E27FC236}">
                <a16:creationId xmlns:a16="http://schemas.microsoft.com/office/drawing/2014/main" id="{DA467A8C-2E72-5F2F-4D5F-95165901E874}"/>
              </a:ext>
            </a:extLst>
          </p:cNvPr>
          <p:cNvSpPr txBox="1"/>
          <p:nvPr/>
        </p:nvSpPr>
        <p:spPr>
          <a:xfrm>
            <a:off x="2614583" y="1909695"/>
            <a:ext cx="767772" cy="153888"/>
          </a:xfrm>
          <a:prstGeom prst="rect">
            <a:avLst/>
          </a:prstGeom>
          <a:noFill/>
        </p:spPr>
        <p:txBody>
          <a:bodyPr wrap="square" lIns="0" tIns="0" rIns="0" bIns="0" rtlCol="0">
            <a:spAutoFit/>
          </a:bodyPr>
          <a:lstStyle/>
          <a:p>
            <a:pPr algn="l"/>
            <a:r>
              <a:rPr lang="en-US" sz="1000" dirty="0">
                <a:solidFill>
                  <a:srgbClr val="FF0000"/>
                </a:solidFill>
              </a:rPr>
              <a:t>ADaM in xpt</a:t>
            </a:r>
            <a:endParaRPr lang="en-US" sz="1000" kern="1200" dirty="0">
              <a:solidFill>
                <a:srgbClr val="FF0000"/>
              </a:solidFill>
              <a:latin typeface="+mn-lt"/>
              <a:ea typeface="+mn-ea"/>
              <a:cs typeface="+mn-cs"/>
            </a:endParaRPr>
          </a:p>
        </p:txBody>
      </p:sp>
      <p:sp>
        <p:nvSpPr>
          <p:cNvPr id="8" name="Right Brace 7">
            <a:extLst>
              <a:ext uri="{FF2B5EF4-FFF2-40B4-BE49-F238E27FC236}">
                <a16:creationId xmlns:a16="http://schemas.microsoft.com/office/drawing/2014/main" id="{EDA1B8A0-E9CB-3304-9C94-15E8DAF24B0B}"/>
              </a:ext>
            </a:extLst>
          </p:cNvPr>
          <p:cNvSpPr/>
          <p:nvPr/>
        </p:nvSpPr>
        <p:spPr>
          <a:xfrm>
            <a:off x="2772409" y="3648823"/>
            <a:ext cx="45719" cy="184150"/>
          </a:xfrm>
          <a:prstGeom prst="rightBrace">
            <a:avLst/>
          </a:prstGeom>
          <a:ln w="19050">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w="0"/>
              <a:solidFill>
                <a:srgbClr val="FF0000"/>
              </a:solidFill>
              <a:effectLst>
                <a:outerShdw blurRad="38100" dist="25400" dir="5400000" algn="ctr" rotWithShape="0">
                  <a:srgbClr val="6E747A">
                    <a:alpha val="43000"/>
                  </a:srgbClr>
                </a:outerShdw>
              </a:effectLst>
            </a:endParaRPr>
          </a:p>
        </p:txBody>
      </p:sp>
      <p:sp>
        <p:nvSpPr>
          <p:cNvPr id="20" name="TextBox 19">
            <a:extLst>
              <a:ext uri="{FF2B5EF4-FFF2-40B4-BE49-F238E27FC236}">
                <a16:creationId xmlns:a16="http://schemas.microsoft.com/office/drawing/2014/main" id="{503CE06B-B606-2DB1-E955-0BD0166B7F77}"/>
              </a:ext>
            </a:extLst>
          </p:cNvPr>
          <p:cNvSpPr txBox="1"/>
          <p:nvPr/>
        </p:nvSpPr>
        <p:spPr>
          <a:xfrm>
            <a:off x="2998468" y="3076602"/>
            <a:ext cx="1300481" cy="153888"/>
          </a:xfrm>
          <a:prstGeom prst="rect">
            <a:avLst/>
          </a:prstGeom>
          <a:noFill/>
        </p:spPr>
        <p:txBody>
          <a:bodyPr wrap="square" lIns="0" tIns="0" rIns="0" bIns="0" rtlCol="0">
            <a:spAutoFit/>
          </a:bodyPr>
          <a:lstStyle/>
          <a:p>
            <a:pPr algn="l"/>
            <a:r>
              <a:rPr lang="en-US" sz="1000" dirty="0">
                <a:solidFill>
                  <a:srgbClr val="FF0000"/>
                </a:solidFill>
              </a:rPr>
              <a:t>SAS macros in txt</a:t>
            </a:r>
            <a:endParaRPr lang="en-US" sz="1000" kern="1200" dirty="0">
              <a:solidFill>
                <a:srgbClr val="FF0000"/>
              </a:solidFill>
              <a:latin typeface="+mn-lt"/>
              <a:ea typeface="+mn-ea"/>
              <a:cs typeface="+mn-cs"/>
            </a:endParaRPr>
          </a:p>
        </p:txBody>
      </p:sp>
      <p:sp>
        <p:nvSpPr>
          <p:cNvPr id="21" name="TextBox 20">
            <a:extLst>
              <a:ext uri="{FF2B5EF4-FFF2-40B4-BE49-F238E27FC236}">
                <a16:creationId xmlns:a16="http://schemas.microsoft.com/office/drawing/2014/main" id="{825EAB72-9C43-9D90-CA9C-257BEE6B3EEE}"/>
              </a:ext>
            </a:extLst>
          </p:cNvPr>
          <p:cNvSpPr txBox="1"/>
          <p:nvPr/>
        </p:nvSpPr>
        <p:spPr>
          <a:xfrm>
            <a:off x="2989924" y="3386039"/>
            <a:ext cx="1232826" cy="153888"/>
          </a:xfrm>
          <a:prstGeom prst="rect">
            <a:avLst/>
          </a:prstGeom>
          <a:noFill/>
        </p:spPr>
        <p:txBody>
          <a:bodyPr wrap="square" lIns="0" tIns="0" rIns="0" bIns="0" rtlCol="0">
            <a:spAutoFit/>
          </a:bodyPr>
          <a:lstStyle/>
          <a:p>
            <a:pPr algn="l"/>
            <a:r>
              <a:rPr lang="en-US" sz="1000" dirty="0">
                <a:solidFill>
                  <a:srgbClr val="FF0000"/>
                </a:solidFill>
              </a:rPr>
              <a:t>SAS programs in txt</a:t>
            </a:r>
            <a:endParaRPr lang="en-US" sz="1000" kern="1200" dirty="0">
              <a:solidFill>
                <a:srgbClr val="FF0000"/>
              </a:solidFill>
              <a:latin typeface="+mn-lt"/>
              <a:ea typeface="+mn-ea"/>
              <a:cs typeface="+mn-cs"/>
            </a:endParaRPr>
          </a:p>
        </p:txBody>
      </p:sp>
      <p:sp>
        <p:nvSpPr>
          <p:cNvPr id="22" name="TextBox 21">
            <a:extLst>
              <a:ext uri="{FF2B5EF4-FFF2-40B4-BE49-F238E27FC236}">
                <a16:creationId xmlns:a16="http://schemas.microsoft.com/office/drawing/2014/main" id="{FB2741FE-CB14-4605-0B7E-63EB6396AEC4}"/>
              </a:ext>
            </a:extLst>
          </p:cNvPr>
          <p:cNvSpPr txBox="1"/>
          <p:nvPr/>
        </p:nvSpPr>
        <p:spPr>
          <a:xfrm>
            <a:off x="3320401" y="3979447"/>
            <a:ext cx="1152701" cy="153888"/>
          </a:xfrm>
          <a:prstGeom prst="rect">
            <a:avLst/>
          </a:prstGeom>
          <a:noFill/>
        </p:spPr>
        <p:txBody>
          <a:bodyPr wrap="square" lIns="0" tIns="0" rIns="0" bIns="0" rtlCol="0">
            <a:spAutoFit/>
          </a:bodyPr>
          <a:lstStyle/>
          <a:p>
            <a:pPr algn="l"/>
            <a:r>
              <a:rPr lang="en-US" sz="1000" dirty="0">
                <a:solidFill>
                  <a:srgbClr val="FF0000"/>
                </a:solidFill>
              </a:rPr>
              <a:t>R functions in txt</a:t>
            </a:r>
            <a:endParaRPr lang="en-US" sz="1000" kern="1200" dirty="0">
              <a:solidFill>
                <a:srgbClr val="FF0000"/>
              </a:solidFill>
              <a:latin typeface="+mn-lt"/>
              <a:ea typeface="+mn-ea"/>
              <a:cs typeface="+mn-cs"/>
            </a:endParaRPr>
          </a:p>
        </p:txBody>
      </p:sp>
      <p:sp>
        <p:nvSpPr>
          <p:cNvPr id="23" name="TextBox 22">
            <a:extLst>
              <a:ext uri="{FF2B5EF4-FFF2-40B4-BE49-F238E27FC236}">
                <a16:creationId xmlns:a16="http://schemas.microsoft.com/office/drawing/2014/main" id="{4F287DA0-15FF-377A-B0A4-E27727228F7A}"/>
              </a:ext>
            </a:extLst>
          </p:cNvPr>
          <p:cNvSpPr txBox="1"/>
          <p:nvPr/>
        </p:nvSpPr>
        <p:spPr>
          <a:xfrm>
            <a:off x="2992118" y="3676650"/>
            <a:ext cx="1230631" cy="153888"/>
          </a:xfrm>
          <a:prstGeom prst="rect">
            <a:avLst/>
          </a:prstGeom>
          <a:noFill/>
        </p:spPr>
        <p:txBody>
          <a:bodyPr wrap="square" lIns="0" tIns="0" rIns="0" bIns="0" rtlCol="0">
            <a:spAutoFit/>
          </a:bodyPr>
          <a:lstStyle/>
          <a:p>
            <a:pPr algn="l"/>
            <a:r>
              <a:rPr lang="en-US" sz="1000" dirty="0">
                <a:solidFill>
                  <a:srgbClr val="FF0000"/>
                </a:solidFill>
              </a:rPr>
              <a:t>R programs in txt</a:t>
            </a:r>
            <a:endParaRPr lang="en-US" sz="1000" kern="1200" dirty="0">
              <a:solidFill>
                <a:srgbClr val="FF0000"/>
              </a:solidFill>
              <a:latin typeface="+mn-lt"/>
              <a:ea typeface="+mn-ea"/>
              <a:cs typeface="+mn-cs"/>
            </a:endParaRPr>
          </a:p>
        </p:txBody>
      </p:sp>
      <p:sp>
        <p:nvSpPr>
          <p:cNvPr id="24" name="Right Brace 23">
            <a:extLst>
              <a:ext uri="{FF2B5EF4-FFF2-40B4-BE49-F238E27FC236}">
                <a16:creationId xmlns:a16="http://schemas.microsoft.com/office/drawing/2014/main" id="{17ADD9BA-C7AB-620E-B4E0-6164EC8B8286}"/>
              </a:ext>
            </a:extLst>
          </p:cNvPr>
          <p:cNvSpPr/>
          <p:nvPr/>
        </p:nvSpPr>
        <p:spPr>
          <a:xfrm>
            <a:off x="2147462" y="5570714"/>
            <a:ext cx="45719" cy="257591"/>
          </a:xfrm>
          <a:prstGeom prst="rightBrace">
            <a:avLst/>
          </a:prstGeom>
          <a:ln w="19050">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25" name="TextBox 24">
            <a:extLst>
              <a:ext uri="{FF2B5EF4-FFF2-40B4-BE49-F238E27FC236}">
                <a16:creationId xmlns:a16="http://schemas.microsoft.com/office/drawing/2014/main" id="{7C1D1063-9042-82AC-43FB-AD5B6A2C3BBA}"/>
              </a:ext>
            </a:extLst>
          </p:cNvPr>
          <p:cNvSpPr txBox="1"/>
          <p:nvPr/>
        </p:nvSpPr>
        <p:spPr>
          <a:xfrm>
            <a:off x="2334259" y="5561495"/>
            <a:ext cx="1856156" cy="307777"/>
          </a:xfrm>
          <a:prstGeom prst="rect">
            <a:avLst/>
          </a:prstGeom>
          <a:noFill/>
        </p:spPr>
        <p:txBody>
          <a:bodyPr wrap="square" lIns="0" tIns="0" rIns="0" bIns="0" rtlCol="0">
            <a:spAutoFit/>
          </a:bodyPr>
          <a:lstStyle/>
          <a:p>
            <a:pPr algn="l"/>
            <a:r>
              <a:rPr lang="en-US" sz="1000" kern="1200" dirty="0">
                <a:solidFill>
                  <a:srgbClr val="FF0000"/>
                </a:solidFill>
                <a:latin typeface="+mn-lt"/>
                <a:ea typeface="+mn-ea"/>
                <a:cs typeface="+mn-cs"/>
              </a:rPr>
              <a:t>Configuration files used for R setup in ADRG appendix </a:t>
            </a:r>
          </a:p>
        </p:txBody>
      </p:sp>
    </p:spTree>
    <p:extLst>
      <p:ext uri="{BB962C8B-B14F-4D97-AF65-F5344CB8AC3E}">
        <p14:creationId xmlns:p14="http://schemas.microsoft.com/office/powerpoint/2010/main" val="35434384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1E8FC-056D-FF9E-4190-5AA3FD62BB3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99B83D3-7C4F-465E-D31B-E36B6AC8A562}"/>
              </a:ext>
            </a:extLst>
          </p:cNvPr>
          <p:cNvSpPr>
            <a:spLocks noGrp="1"/>
          </p:cNvSpPr>
          <p:nvPr>
            <p:ph type="title"/>
          </p:nvPr>
        </p:nvSpPr>
        <p:spPr>
          <a:xfrm>
            <a:off x="1038745" y="298603"/>
            <a:ext cx="8674100" cy="512256"/>
          </a:xfrm>
        </p:spPr>
        <p:txBody>
          <a:bodyPr/>
          <a:lstStyle/>
          <a:p>
            <a:r>
              <a:rPr lang="en-US" sz="4000" dirty="0">
                <a:ea typeface="Times New Roman" panose="02020603050405020304" pitchFamily="18" charset="0"/>
                <a:cs typeface="Aptos" panose="020B0004020202020204" pitchFamily="34" charset="0"/>
              </a:rPr>
              <a:t>Interaction with regulatory agencies</a:t>
            </a:r>
            <a:endParaRPr lang="en-US" sz="4000" dirty="0"/>
          </a:p>
        </p:txBody>
      </p:sp>
      <p:graphicFrame>
        <p:nvGraphicFramePr>
          <p:cNvPr id="6" name="Table 5">
            <a:extLst>
              <a:ext uri="{FF2B5EF4-FFF2-40B4-BE49-F238E27FC236}">
                <a16:creationId xmlns:a16="http://schemas.microsoft.com/office/drawing/2014/main" id="{5E3C1A94-4BB1-218C-FFFB-BBD87D135A87}"/>
              </a:ext>
            </a:extLst>
          </p:cNvPr>
          <p:cNvGraphicFramePr>
            <a:graphicFrameLocks noGrp="1"/>
          </p:cNvGraphicFramePr>
          <p:nvPr>
            <p:extLst>
              <p:ext uri="{D42A27DB-BD31-4B8C-83A1-F6EECF244321}">
                <p14:modId xmlns:p14="http://schemas.microsoft.com/office/powerpoint/2010/main" val="854698276"/>
              </p:ext>
            </p:extLst>
          </p:nvPr>
        </p:nvGraphicFramePr>
        <p:xfrm>
          <a:off x="1038745" y="1169419"/>
          <a:ext cx="9597710" cy="4991012"/>
        </p:xfrm>
        <a:graphic>
          <a:graphicData uri="http://schemas.openxmlformats.org/drawingml/2006/table">
            <a:tbl>
              <a:tblPr firstRow="1" bandRow="1">
                <a:tableStyleId>{00A15C55-8517-42AA-B614-E9B94910E393}</a:tableStyleId>
              </a:tblPr>
              <a:tblGrid>
                <a:gridCol w="1528328">
                  <a:extLst>
                    <a:ext uri="{9D8B030D-6E8A-4147-A177-3AD203B41FA5}">
                      <a16:colId xmlns:a16="http://schemas.microsoft.com/office/drawing/2014/main" val="3534746499"/>
                    </a:ext>
                  </a:extLst>
                </a:gridCol>
                <a:gridCol w="3929292">
                  <a:extLst>
                    <a:ext uri="{9D8B030D-6E8A-4147-A177-3AD203B41FA5}">
                      <a16:colId xmlns:a16="http://schemas.microsoft.com/office/drawing/2014/main" val="490689275"/>
                    </a:ext>
                  </a:extLst>
                </a:gridCol>
                <a:gridCol w="4140090">
                  <a:extLst>
                    <a:ext uri="{9D8B030D-6E8A-4147-A177-3AD203B41FA5}">
                      <a16:colId xmlns:a16="http://schemas.microsoft.com/office/drawing/2014/main" val="4242357561"/>
                    </a:ext>
                  </a:extLst>
                </a:gridCol>
              </a:tblGrid>
              <a:tr h="450771">
                <a:tc>
                  <a:txBody>
                    <a:bodyPr/>
                    <a:lstStyle/>
                    <a:p>
                      <a:endParaRPr lang="en-US" sz="1100" b="0" cap="none" spc="0" dirty="0">
                        <a:solidFill>
                          <a:schemeClr val="bg1"/>
                        </a:solidFill>
                      </a:endParaRPr>
                    </a:p>
                  </a:txBody>
                  <a:tcPr marL="94435" marR="72643" marT="72643" marB="72643" anchor="ctr"/>
                </a:tc>
                <a:tc>
                  <a:txBody>
                    <a:bodyPr/>
                    <a:lstStyle/>
                    <a:p>
                      <a:r>
                        <a:rPr lang="en-US" sz="1800" b="1" cap="none" spc="0" dirty="0">
                          <a:solidFill>
                            <a:schemeClr val="bg1"/>
                          </a:solidFill>
                        </a:rPr>
                        <a:t>Submission 1</a:t>
                      </a:r>
                    </a:p>
                  </a:txBody>
                  <a:tcPr marL="94435" marR="72643" marT="72643" marB="72643" anchor="ctr"/>
                </a:tc>
                <a:tc>
                  <a:txBody>
                    <a:bodyPr/>
                    <a:lstStyle/>
                    <a:p>
                      <a:r>
                        <a:rPr lang="en-US" sz="1800" b="1" cap="none" spc="0" dirty="0">
                          <a:solidFill>
                            <a:schemeClr val="bg1"/>
                          </a:solidFill>
                        </a:rPr>
                        <a:t>Submission 2</a:t>
                      </a:r>
                    </a:p>
                  </a:txBody>
                  <a:tcPr marL="94435" marR="72643" marT="72643" marB="72643" anchor="ctr"/>
                </a:tc>
                <a:extLst>
                  <a:ext uri="{0D108BD9-81ED-4DB2-BD59-A6C34878D82A}">
                    <a16:rowId xmlns:a16="http://schemas.microsoft.com/office/drawing/2014/main" val="934269332"/>
                  </a:ext>
                </a:extLst>
              </a:tr>
              <a:tr h="1339613">
                <a:tc>
                  <a:txBody>
                    <a:bodyPr/>
                    <a:lstStyle/>
                    <a:p>
                      <a:r>
                        <a:rPr lang="en-US" sz="1400" cap="none" spc="0" dirty="0">
                          <a:solidFill>
                            <a:schemeClr val="tx1"/>
                          </a:solidFill>
                        </a:rPr>
                        <a:t>Briefing book</a:t>
                      </a:r>
                    </a:p>
                  </a:txBody>
                  <a:tcPr marL="94435" marR="72643" marT="72643" marB="72643"/>
                </a:tc>
                <a:tc>
                  <a:txBody>
                    <a:bodyPr/>
                    <a:lstStyle/>
                    <a:p>
                      <a:pPr marL="285750" indent="-285750">
                        <a:buFont typeface="Arial" panose="020B0604020202020204" pitchFamily="34" charset="0"/>
                        <a:buChar char="•"/>
                      </a:pPr>
                      <a:r>
                        <a:rPr lang="en-US" sz="1400" cap="none" spc="0" dirty="0">
                          <a:solidFill>
                            <a:schemeClr val="tx1"/>
                          </a:solidFill>
                        </a:rPr>
                        <a:t>ADaM datasets in xpt</a:t>
                      </a:r>
                    </a:p>
                    <a:p>
                      <a:pPr marL="285750" indent="-285750">
                        <a:buFont typeface="Arial" panose="020B0604020202020204" pitchFamily="34" charset="0"/>
                        <a:buChar char="•"/>
                      </a:pPr>
                      <a:r>
                        <a:rPr lang="en-US" sz="1400" cap="none" spc="0" dirty="0">
                          <a:solidFill>
                            <a:schemeClr val="tx1"/>
                          </a:solidFill>
                        </a:rPr>
                        <a:t>SAS &amp; R scripts  in txt format</a:t>
                      </a:r>
                    </a:p>
                    <a:p>
                      <a:pPr marL="285750" indent="-285750">
                        <a:buFont typeface="Arial" panose="020B0604020202020204" pitchFamily="34" charset="0"/>
                        <a:buChar char="•"/>
                      </a:pPr>
                      <a:r>
                        <a:rPr lang="en-US" sz="1400" cap="none" spc="0" dirty="0">
                          <a:solidFill>
                            <a:schemeClr val="tx1"/>
                          </a:solidFill>
                        </a:rPr>
                        <a:t>ADRG: providing R packages/version information </a:t>
                      </a:r>
                    </a:p>
                    <a:p>
                      <a:pPr marL="285750" indent="-285750">
                        <a:buFont typeface="Arial" panose="020B0604020202020204" pitchFamily="34" charset="0"/>
                        <a:buChar char="•"/>
                      </a:pPr>
                      <a:r>
                        <a:rPr lang="en-US" sz="1400" cap="none" spc="0" dirty="0">
                          <a:solidFill>
                            <a:schemeClr val="tx1"/>
                          </a:solidFill>
                        </a:rPr>
                        <a:t>Mock eCTD requested and accepted </a:t>
                      </a:r>
                    </a:p>
                  </a:txBody>
                  <a:tcPr marL="94435" marR="72643" marT="72643" marB="72643"/>
                </a:tc>
                <a:tc>
                  <a:txBody>
                    <a:bodyPr/>
                    <a:lstStyle/>
                    <a:p>
                      <a:pPr marL="285750" indent="-285750">
                        <a:buFont typeface="Arial" panose="020B0604020202020204" pitchFamily="34" charset="0"/>
                        <a:buChar char="•"/>
                      </a:pPr>
                      <a:r>
                        <a:rPr lang="en-US" sz="1400" cap="none" spc="0" dirty="0">
                          <a:solidFill>
                            <a:schemeClr val="tx1"/>
                          </a:solidFill>
                        </a:rPr>
                        <a:t>ADaM datasets in xpt</a:t>
                      </a:r>
                    </a:p>
                    <a:p>
                      <a:pPr marL="285750" indent="-285750">
                        <a:buFont typeface="Arial" panose="020B0604020202020204" pitchFamily="34" charset="0"/>
                        <a:buChar char="•"/>
                      </a:pPr>
                      <a:r>
                        <a:rPr lang="en-US" sz="1400" cap="none" spc="0" dirty="0">
                          <a:solidFill>
                            <a:schemeClr val="tx1"/>
                          </a:solidFill>
                        </a:rPr>
                        <a:t>SAS &amp; R scripts  in txt format</a:t>
                      </a:r>
                    </a:p>
                    <a:p>
                      <a:pPr marL="285750" indent="-285750">
                        <a:buFont typeface="Arial" panose="020B0604020202020204" pitchFamily="34" charset="0"/>
                        <a:buChar char="•"/>
                      </a:pPr>
                      <a:r>
                        <a:rPr lang="en-US" sz="1400" cap="none" spc="0" dirty="0">
                          <a:solidFill>
                            <a:schemeClr val="tx1"/>
                          </a:solidFill>
                        </a:rPr>
                        <a:t>ADRG: providing R packages/version information</a:t>
                      </a:r>
                    </a:p>
                    <a:p>
                      <a:pPr marL="285750" indent="-285750">
                        <a:buFont typeface="Arial" panose="020B0604020202020204" pitchFamily="34" charset="0"/>
                        <a:buChar char="•"/>
                      </a:pPr>
                      <a:endParaRPr lang="en-US" sz="1400" cap="none" spc="0" dirty="0">
                        <a:solidFill>
                          <a:schemeClr val="tx1"/>
                        </a:solidFill>
                      </a:endParaRPr>
                    </a:p>
                  </a:txBody>
                  <a:tcPr marL="94435" marR="72643" marT="72643" marB="72643"/>
                </a:tc>
                <a:extLst>
                  <a:ext uri="{0D108BD9-81ED-4DB2-BD59-A6C34878D82A}">
                    <a16:rowId xmlns:a16="http://schemas.microsoft.com/office/drawing/2014/main" val="4134690989"/>
                  </a:ext>
                </a:extLst>
              </a:tr>
              <a:tr h="1561822">
                <a:tc>
                  <a:txBody>
                    <a:bodyPr/>
                    <a:lstStyle/>
                    <a:p>
                      <a:r>
                        <a:rPr lang="en-US" sz="1400" cap="none" spc="0" dirty="0">
                          <a:solidFill>
                            <a:schemeClr val="tx1"/>
                          </a:solidFill>
                        </a:rPr>
                        <a:t>Mock eCTD</a:t>
                      </a:r>
                    </a:p>
                  </a:txBody>
                  <a:tcPr marL="94435" marR="72643" marT="72643" marB="72643"/>
                </a:tc>
                <a:tc>
                  <a:txBody>
                    <a:bodyPr/>
                    <a:lstStyle/>
                    <a:p>
                      <a:pPr marL="285750" indent="-285750">
                        <a:buFont typeface="Arial" panose="020B0604020202020204" pitchFamily="34" charset="0"/>
                        <a:buChar char="•"/>
                      </a:pPr>
                      <a:r>
                        <a:rPr lang="en-US" sz="1400" cap="none" spc="0" dirty="0">
                          <a:solidFill>
                            <a:schemeClr val="tx1"/>
                          </a:solidFill>
                        </a:rPr>
                        <a:t>Dummy ADaM datasets in xpt</a:t>
                      </a:r>
                    </a:p>
                    <a:p>
                      <a:pPr marL="285750" indent="-285750">
                        <a:buFont typeface="Arial" panose="020B0604020202020204" pitchFamily="34" charset="0"/>
                        <a:buChar char="•"/>
                      </a:pPr>
                      <a:r>
                        <a:rPr lang="en-US" sz="1400" cap="none" spc="0" dirty="0">
                          <a:solidFill>
                            <a:schemeClr val="tx1"/>
                          </a:solidFill>
                        </a:rPr>
                        <a:t>5 R table/figure scripts  in txt format</a:t>
                      </a:r>
                    </a:p>
                    <a:p>
                      <a:pPr marL="285750" indent="-285750">
                        <a:buFont typeface="Arial" panose="020B0604020202020204" pitchFamily="34" charset="0"/>
                        <a:buChar char="•"/>
                      </a:pPr>
                      <a:r>
                        <a:rPr lang="en-US" sz="1400" cap="none" spc="0" dirty="0">
                          <a:solidFill>
                            <a:schemeClr val="tx1"/>
                          </a:solidFill>
                        </a:rPr>
                        <a:t>ADRG: new JNJ ADRG template with R packages/version information and recreation of R environment.</a:t>
                      </a:r>
                    </a:p>
                    <a:p>
                      <a:pPr marL="285750" indent="-285750">
                        <a:buFont typeface="Arial" panose="020B0604020202020204" pitchFamily="34" charset="0"/>
                        <a:buChar char="•"/>
                      </a:pPr>
                      <a:r>
                        <a:rPr lang="en-US" sz="1400" cap="none" spc="0" dirty="0">
                          <a:solidFill>
                            <a:schemeClr val="tx1"/>
                          </a:solidFill>
                        </a:rPr>
                        <a:t>Mock eCTD validated and submitted through FDA gateway </a:t>
                      </a:r>
                    </a:p>
                  </a:txBody>
                  <a:tcPr marL="94435" marR="72643" marT="72643" marB="72643"/>
                </a:tc>
                <a:tc>
                  <a:txBody>
                    <a:bodyPr/>
                    <a:lstStyle/>
                    <a:p>
                      <a:endParaRPr lang="en-US" sz="1400" cap="none" spc="0" dirty="0">
                        <a:solidFill>
                          <a:schemeClr val="tx1"/>
                        </a:solidFill>
                      </a:endParaRPr>
                    </a:p>
                  </a:txBody>
                  <a:tcPr marL="94435" marR="72643" marT="72643" marB="72643"/>
                </a:tc>
                <a:extLst>
                  <a:ext uri="{0D108BD9-81ED-4DB2-BD59-A6C34878D82A}">
                    <a16:rowId xmlns:a16="http://schemas.microsoft.com/office/drawing/2014/main" val="2710380139"/>
                  </a:ext>
                </a:extLst>
              </a:tr>
              <a:tr h="1561822">
                <a:tc>
                  <a:txBody>
                    <a:bodyPr/>
                    <a:lstStyle/>
                    <a:p>
                      <a:r>
                        <a:rPr lang="en-US" sz="1400" cap="none" spc="0">
                          <a:solidFill>
                            <a:schemeClr val="tx1"/>
                          </a:solidFill>
                        </a:rPr>
                        <a:t>Real submission</a:t>
                      </a:r>
                    </a:p>
                  </a:txBody>
                  <a:tcPr marL="94435" marR="72643" marT="72643" marB="72643"/>
                </a:tc>
                <a:tc>
                  <a:txBody>
                    <a:bodyPr/>
                    <a:lstStyle/>
                    <a:p>
                      <a:pPr marL="285750" indent="-285750">
                        <a:buFont typeface="Arial" panose="020B0604020202020204" pitchFamily="34" charset="0"/>
                        <a:buChar char="•"/>
                      </a:pPr>
                      <a:r>
                        <a:rPr lang="en-US" sz="1400" cap="none" spc="0" dirty="0">
                          <a:solidFill>
                            <a:schemeClr val="tx1"/>
                          </a:solidFill>
                        </a:rPr>
                        <a:t>All ADaM datasets in xpt</a:t>
                      </a:r>
                    </a:p>
                    <a:p>
                      <a:pPr marL="285750" indent="-285750">
                        <a:buFont typeface="Arial" panose="020B0604020202020204" pitchFamily="34" charset="0"/>
                        <a:buChar char="•"/>
                      </a:pPr>
                      <a:r>
                        <a:rPr lang="en-US" sz="1400" cap="none" spc="0" dirty="0">
                          <a:solidFill>
                            <a:schemeClr val="tx1"/>
                          </a:solidFill>
                        </a:rPr>
                        <a:t>All MMRM results datasets in xpt</a:t>
                      </a:r>
                    </a:p>
                    <a:p>
                      <a:pPr marL="285750" indent="-285750">
                        <a:buFont typeface="Arial" panose="020B0604020202020204" pitchFamily="34" charset="0"/>
                        <a:buChar char="•"/>
                      </a:pPr>
                      <a:r>
                        <a:rPr lang="en-US" sz="1400" cap="none" spc="0" dirty="0">
                          <a:solidFill>
                            <a:schemeClr val="tx1"/>
                          </a:solidFill>
                        </a:rPr>
                        <a:t>All ADaM SAS macros/programs in txt</a:t>
                      </a:r>
                    </a:p>
                    <a:p>
                      <a:pPr marL="285750" indent="-285750">
                        <a:buFont typeface="Arial" panose="020B0604020202020204" pitchFamily="34" charset="0"/>
                        <a:buChar char="•"/>
                      </a:pPr>
                      <a:r>
                        <a:rPr lang="en-US" sz="1400" cap="none" spc="0" dirty="0">
                          <a:solidFill>
                            <a:schemeClr val="tx1"/>
                          </a:solidFill>
                        </a:rPr>
                        <a:t>Over 200 R TFLs scripts in txt</a:t>
                      </a:r>
                    </a:p>
                    <a:p>
                      <a:pPr marL="285750" indent="-285750">
                        <a:buFont typeface="Arial" panose="020B0604020202020204" pitchFamily="34" charset="0"/>
                        <a:buChar char="•"/>
                      </a:pPr>
                      <a:r>
                        <a:rPr lang="en-US" sz="1400" cap="none" spc="0" dirty="0">
                          <a:solidFill>
                            <a:schemeClr val="tx1"/>
                          </a:solidFill>
                        </a:rPr>
                        <a:t>ADRG with study related R sections</a:t>
                      </a:r>
                    </a:p>
                    <a:p>
                      <a:pPr marL="285750" indent="-285750">
                        <a:buFont typeface="Arial" panose="020B0604020202020204" pitchFamily="34" charset="0"/>
                        <a:buChar char="•"/>
                      </a:pPr>
                      <a:r>
                        <a:rPr lang="en-US" sz="1400" cap="none" spc="0" dirty="0">
                          <a:solidFill>
                            <a:schemeClr val="tx1"/>
                          </a:solidFill>
                        </a:rPr>
                        <a:t>Validated eCTD submitted to the FDA</a:t>
                      </a:r>
                    </a:p>
                  </a:txBody>
                  <a:tcPr marL="94435" marR="72643" marT="72643" marB="72643"/>
                </a:tc>
                <a:tc>
                  <a:txBody>
                    <a:bodyPr/>
                    <a:lstStyle/>
                    <a:p>
                      <a:pPr marL="285750" indent="-285750">
                        <a:buFont typeface="Arial" panose="020B0604020202020204" pitchFamily="34" charset="0"/>
                        <a:buChar char="•"/>
                      </a:pPr>
                      <a:r>
                        <a:rPr lang="en-US" sz="1400" cap="none" spc="0" dirty="0">
                          <a:solidFill>
                            <a:schemeClr val="tx1"/>
                          </a:solidFill>
                        </a:rPr>
                        <a:t>All ADaM datasets in xpt</a:t>
                      </a:r>
                    </a:p>
                    <a:p>
                      <a:pPr marL="285750" indent="-285750">
                        <a:buFont typeface="Arial" panose="020B0604020202020204" pitchFamily="34" charset="0"/>
                        <a:buChar char="•"/>
                      </a:pPr>
                      <a:r>
                        <a:rPr lang="en-US" sz="1400" cap="none" spc="0" dirty="0">
                          <a:solidFill>
                            <a:schemeClr val="tx1"/>
                          </a:solidFill>
                        </a:rPr>
                        <a:t>All ADaM SAS macros/programs in txt</a:t>
                      </a:r>
                    </a:p>
                    <a:p>
                      <a:pPr marL="285750" indent="-285750">
                        <a:buFont typeface="Arial" panose="020B0604020202020204" pitchFamily="34" charset="0"/>
                        <a:buChar char="•"/>
                      </a:pPr>
                      <a:r>
                        <a:rPr lang="en-US" sz="1400" cap="none" spc="0" dirty="0">
                          <a:solidFill>
                            <a:schemeClr val="tx1"/>
                          </a:solidFill>
                        </a:rPr>
                        <a:t>Over 300 R TFLs scripts in txt</a:t>
                      </a:r>
                    </a:p>
                    <a:p>
                      <a:pPr marL="285750" indent="-285750">
                        <a:buFont typeface="Arial" panose="020B0604020202020204" pitchFamily="34" charset="0"/>
                        <a:buChar char="•"/>
                      </a:pPr>
                      <a:r>
                        <a:rPr lang="en-US" sz="1400" cap="none" spc="0" dirty="0">
                          <a:solidFill>
                            <a:schemeClr val="tx1"/>
                          </a:solidFill>
                        </a:rPr>
                        <a:t>ADRG with study related R sections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cap="none" spc="0" dirty="0">
                          <a:solidFill>
                            <a:schemeClr val="tx1"/>
                          </a:solidFill>
                        </a:rPr>
                        <a:t>Validated eCTD submitted to the FDA</a:t>
                      </a:r>
                    </a:p>
                  </a:txBody>
                  <a:tcPr marL="94435" marR="72643" marT="72643" marB="72643"/>
                </a:tc>
                <a:extLst>
                  <a:ext uri="{0D108BD9-81ED-4DB2-BD59-A6C34878D82A}">
                    <a16:rowId xmlns:a16="http://schemas.microsoft.com/office/drawing/2014/main" val="2913486962"/>
                  </a:ext>
                </a:extLst>
              </a:tr>
            </a:tbl>
          </a:graphicData>
        </a:graphic>
      </p:graphicFrame>
      <p:sp>
        <p:nvSpPr>
          <p:cNvPr id="9" name="Slide Number Placeholder 5">
            <a:extLst>
              <a:ext uri="{FF2B5EF4-FFF2-40B4-BE49-F238E27FC236}">
                <a16:creationId xmlns:a16="http://schemas.microsoft.com/office/drawing/2014/main" id="{B63EED40-0C7A-FEBB-B73A-12C6CFC3A4C1}"/>
              </a:ext>
            </a:extLst>
          </p:cNvPr>
          <p:cNvSpPr>
            <a:spLocks noGrp="1"/>
          </p:cNvSpPr>
          <p:nvPr>
            <p:ph type="sldNum" sz="quarter" idx="12"/>
          </p:nvPr>
        </p:nvSpPr>
        <p:spPr>
          <a:xfrm>
            <a:off x="11581942" y="6433878"/>
            <a:ext cx="320674" cy="153463"/>
          </a:xfrm>
        </p:spPr>
        <p:txBody>
          <a:bodyPr/>
          <a:lstStyle/>
          <a:p>
            <a:fld id="{AEC8D767-5246-2244-A4A3-B8AFB218393C}" type="slidenum">
              <a:rPr lang="en-GB" smtClean="0"/>
              <a:t>20</a:t>
            </a:fld>
            <a:endParaRPr lang="en-GB"/>
          </a:p>
        </p:txBody>
      </p:sp>
    </p:spTree>
    <p:extLst>
      <p:ext uri="{BB962C8B-B14F-4D97-AF65-F5344CB8AC3E}">
        <p14:creationId xmlns:p14="http://schemas.microsoft.com/office/powerpoint/2010/main" val="3086389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3B3DD-271E-96A8-D137-B8122E002C0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092010F-4897-737B-DF51-7118B163B731}"/>
              </a:ext>
            </a:extLst>
          </p:cNvPr>
          <p:cNvSpPr>
            <a:spLocks noGrp="1"/>
          </p:cNvSpPr>
          <p:nvPr>
            <p:ph type="title"/>
          </p:nvPr>
        </p:nvSpPr>
        <p:spPr>
          <a:xfrm>
            <a:off x="684695" y="228317"/>
            <a:ext cx="8674100" cy="512513"/>
          </a:xfrm>
        </p:spPr>
        <p:txBody>
          <a:bodyPr/>
          <a:lstStyle/>
          <a:p>
            <a:r>
              <a:rPr lang="en-US" sz="4000" dirty="0"/>
              <a:t>Milestones in Two Submissions</a:t>
            </a:r>
          </a:p>
        </p:txBody>
      </p:sp>
      <p:pic>
        <p:nvPicPr>
          <p:cNvPr id="2" name="Picture 1" descr="A diagram of a diagram">
            <a:extLst>
              <a:ext uri="{FF2B5EF4-FFF2-40B4-BE49-F238E27FC236}">
                <a16:creationId xmlns:a16="http://schemas.microsoft.com/office/drawing/2014/main" id="{9EF30C61-F990-A0DA-64F6-4EDC6B4DE2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695" y="975242"/>
            <a:ext cx="10822609" cy="5141928"/>
          </a:xfrm>
          <a:prstGeom prst="rect">
            <a:avLst/>
          </a:prstGeom>
        </p:spPr>
      </p:pic>
      <p:sp>
        <p:nvSpPr>
          <p:cNvPr id="3" name="Slide Number Placeholder 5">
            <a:extLst>
              <a:ext uri="{FF2B5EF4-FFF2-40B4-BE49-F238E27FC236}">
                <a16:creationId xmlns:a16="http://schemas.microsoft.com/office/drawing/2014/main" id="{6605A4DC-4A42-2311-49EB-26319F465480}"/>
              </a:ext>
            </a:extLst>
          </p:cNvPr>
          <p:cNvSpPr>
            <a:spLocks noGrp="1"/>
          </p:cNvSpPr>
          <p:nvPr>
            <p:ph type="sldNum" sz="quarter" idx="12"/>
          </p:nvPr>
        </p:nvSpPr>
        <p:spPr>
          <a:xfrm>
            <a:off x="11581942" y="6433878"/>
            <a:ext cx="320674" cy="153463"/>
          </a:xfrm>
        </p:spPr>
        <p:txBody>
          <a:bodyPr/>
          <a:lstStyle/>
          <a:p>
            <a:fld id="{AEC8D767-5246-2244-A4A3-B8AFB218393C}" type="slidenum">
              <a:rPr lang="en-GB" smtClean="0"/>
              <a:t>21</a:t>
            </a:fld>
            <a:endParaRPr lang="en-GB"/>
          </a:p>
        </p:txBody>
      </p:sp>
    </p:spTree>
    <p:extLst>
      <p:ext uri="{BB962C8B-B14F-4D97-AF65-F5344CB8AC3E}">
        <p14:creationId xmlns:p14="http://schemas.microsoft.com/office/powerpoint/2010/main" val="1168911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D1E9E-0F8D-F4C1-C757-C81930CBF18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A11ED47-CC19-2118-AD95-21A91D838F59}"/>
              </a:ext>
            </a:extLst>
          </p:cNvPr>
          <p:cNvSpPr>
            <a:spLocks noGrp="1"/>
          </p:cNvSpPr>
          <p:nvPr>
            <p:ph type="title"/>
          </p:nvPr>
        </p:nvSpPr>
        <p:spPr>
          <a:xfrm>
            <a:off x="850864" y="436826"/>
            <a:ext cx="8674100" cy="512513"/>
          </a:xfrm>
        </p:spPr>
        <p:txBody>
          <a:bodyPr/>
          <a:lstStyle/>
          <a:p>
            <a:r>
              <a:rPr lang="en-US" sz="4000" dirty="0"/>
              <a:t>Conclusions</a:t>
            </a:r>
          </a:p>
        </p:txBody>
      </p:sp>
      <p:sp>
        <p:nvSpPr>
          <p:cNvPr id="8" name="Text Placeholder 7">
            <a:extLst>
              <a:ext uri="{FF2B5EF4-FFF2-40B4-BE49-F238E27FC236}">
                <a16:creationId xmlns:a16="http://schemas.microsoft.com/office/drawing/2014/main" id="{F73E1717-E821-CEB3-8139-9B4D3562B7A9}"/>
              </a:ext>
            </a:extLst>
          </p:cNvPr>
          <p:cNvSpPr>
            <a:spLocks noGrp="1"/>
          </p:cNvSpPr>
          <p:nvPr>
            <p:ph type="body" sz="quarter" idx="10"/>
          </p:nvPr>
        </p:nvSpPr>
        <p:spPr>
          <a:xfrm>
            <a:off x="436194" y="949339"/>
            <a:ext cx="11110763" cy="5187797"/>
          </a:xfrm>
        </p:spPr>
        <p:txBody>
          <a:bodyPr/>
          <a:lstStyle/>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white"/>
                </a:solidFill>
                <a:effectLst/>
                <a:uLnTx/>
                <a:uFillTx/>
                <a:latin typeface="JohnsonText"/>
                <a:ea typeface="+mn-ea"/>
                <a:cs typeface="+mn-cs"/>
              </a:rPr>
              <a:t>Adhere to open-source R packages to avoid extra work for the submission, simplify the R setup process for reviewers with more transparent.</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 packages used to generate the analysis results are validated following </a:t>
            </a:r>
            <a:r>
              <a:rPr kumimoji="0" lang="en-US" sz="1800" b="0" i="0" u="none" strike="noStrike" kern="1200" cap="none" spc="0" normalizeH="0" baseline="0" noProof="0" dirty="0" err="1">
                <a:ln>
                  <a:noFill/>
                </a:ln>
                <a:solidFill>
                  <a:prstClr val="white"/>
                </a:solidFill>
                <a:effectLst/>
                <a:uLnTx/>
                <a:uFillTx/>
                <a:latin typeface="Calibri" panose="020F0502020204030204"/>
                <a:ea typeface="+mn-ea"/>
                <a:cs typeface="+mn-cs"/>
              </a:rPr>
              <a:t>GxP</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white"/>
                </a:solidFill>
                <a:effectLst/>
                <a:uLnTx/>
                <a:uFillTx/>
                <a:latin typeface="JohnsonText"/>
                <a:ea typeface="+mn-ea"/>
                <a:cs typeface="+mn-cs"/>
              </a:rPr>
              <a:t>Enhancing Reliability of R Analysis Results and building trust to reviewer</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JohnsonText"/>
                <a:ea typeface="+mn-ea"/>
                <a:cs typeface="+mn-cs"/>
              </a:rPr>
              <a:t>Detailed explanations of program logic</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 session information saved in R log file</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Results being validated</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ADaM with the traceability of one step away to TFL: minimized of customized functions developed to handle additional derivations or data manipulations.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ADRG incorporate clear R packages information including R environment set up guidance by taking Consortium FDA pilot projects and other R submission cases as reference.</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Using single file which contains all the required R packages and included in the submission package. It is to simplify the installation process for the reviewer. The renv.lock file is required to create after installation serves to stabilize and lock the project environment.</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Meet the requirements of eCTD file structure and file formats following the latest FDA Study Data technical conformance guide and passed validation.</a:t>
            </a:r>
          </a:p>
          <a:p>
            <a:endParaRPr lang="en-US" dirty="0"/>
          </a:p>
        </p:txBody>
      </p:sp>
      <p:sp>
        <p:nvSpPr>
          <p:cNvPr id="2" name="Slide Number Placeholder 5">
            <a:extLst>
              <a:ext uri="{FF2B5EF4-FFF2-40B4-BE49-F238E27FC236}">
                <a16:creationId xmlns:a16="http://schemas.microsoft.com/office/drawing/2014/main" id="{CDB6B888-1096-53EC-EC46-3B04DA58B50D}"/>
              </a:ext>
            </a:extLst>
          </p:cNvPr>
          <p:cNvSpPr>
            <a:spLocks noGrp="1"/>
          </p:cNvSpPr>
          <p:nvPr>
            <p:ph type="sldNum" sz="quarter" idx="12"/>
          </p:nvPr>
        </p:nvSpPr>
        <p:spPr>
          <a:xfrm>
            <a:off x="11581942" y="6433878"/>
            <a:ext cx="320674" cy="153463"/>
          </a:xfrm>
        </p:spPr>
        <p:txBody>
          <a:bodyPr/>
          <a:lstStyle/>
          <a:p>
            <a:fld id="{AEC8D767-5246-2244-A4A3-B8AFB218393C}" type="slidenum">
              <a:rPr lang="en-GB" smtClean="0"/>
              <a:t>22</a:t>
            </a:fld>
            <a:endParaRPr lang="en-GB"/>
          </a:p>
        </p:txBody>
      </p:sp>
    </p:spTree>
    <p:extLst>
      <p:ext uri="{BB962C8B-B14F-4D97-AF65-F5344CB8AC3E}">
        <p14:creationId xmlns:p14="http://schemas.microsoft.com/office/powerpoint/2010/main" val="6543965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54F6C-548D-B1C7-1B9A-9CC8A5F6CA2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0DA5482-DCAD-0BA9-72A1-5D0ECD0AD36B}"/>
              </a:ext>
            </a:extLst>
          </p:cNvPr>
          <p:cNvSpPr>
            <a:spLocks noGrp="1"/>
          </p:cNvSpPr>
          <p:nvPr>
            <p:ph type="title"/>
          </p:nvPr>
        </p:nvSpPr>
        <p:spPr>
          <a:xfrm>
            <a:off x="574417" y="351766"/>
            <a:ext cx="8674100" cy="512513"/>
          </a:xfrm>
        </p:spPr>
        <p:txBody>
          <a:bodyPr/>
          <a:lstStyle/>
          <a:p>
            <a:r>
              <a:rPr lang="en-US" sz="4000" dirty="0"/>
              <a:t>Challenges for R Submission</a:t>
            </a:r>
          </a:p>
        </p:txBody>
      </p:sp>
      <p:sp>
        <p:nvSpPr>
          <p:cNvPr id="8" name="Text Placeholder 7">
            <a:extLst>
              <a:ext uri="{FF2B5EF4-FFF2-40B4-BE49-F238E27FC236}">
                <a16:creationId xmlns:a16="http://schemas.microsoft.com/office/drawing/2014/main" id="{C531622D-0AEF-AE50-BAC8-FD23CDCCC166}"/>
              </a:ext>
            </a:extLst>
          </p:cNvPr>
          <p:cNvSpPr>
            <a:spLocks noGrp="1"/>
          </p:cNvSpPr>
          <p:nvPr>
            <p:ph type="body" sz="quarter" idx="10"/>
          </p:nvPr>
        </p:nvSpPr>
        <p:spPr>
          <a:xfrm>
            <a:off x="574417" y="351766"/>
            <a:ext cx="11461898" cy="5496141"/>
          </a:xfrm>
        </p:spPr>
        <p:txBody>
          <a:bodyPr/>
          <a:lstStyle/>
          <a:p>
            <a:pPr marL="342900" marR="0" lvl="0" indent="-342900" algn="l" defTabSz="914400" rtl="0" eaLnBrk="1" fontAlgn="auto" latinLnBrk="0" hangingPunct="1">
              <a:lnSpc>
                <a:spcPct val="105000"/>
              </a:lnSpc>
              <a:spcBef>
                <a:spcPts val="0"/>
              </a:spcBef>
              <a:spcAft>
                <a:spcPts val="0"/>
              </a:spcAft>
              <a:buClrTx/>
              <a:buSzTx/>
              <a:buFont typeface="Wingdings" panose="05000000000000000000" pitchFamily="2" charset="2"/>
              <a:buChar char="q"/>
              <a:tabLst/>
              <a:defRPr/>
            </a:pPr>
            <a:r>
              <a:rPr kumimoji="0" lang="en-AU" sz="1800" b="0" i="0" u="none" strike="noStrike" kern="1200" cap="none" spc="0" normalizeH="0" baseline="0" noProof="0" dirty="0">
                <a:ln>
                  <a:noFill/>
                </a:ln>
                <a:solidFill>
                  <a:prstClr val="white"/>
                </a:solidFill>
                <a:effectLst/>
                <a:uLnTx/>
                <a:uFillTx/>
                <a:latin typeface="Aptos" panose="020B0004020202020204" pitchFamily="34" charset="0"/>
                <a:ea typeface="Times New Roman" panose="02020603050405020304" pitchFamily="18" charset="0"/>
                <a:cs typeface="+mn-cs"/>
              </a:rPr>
              <a:t>Challenges/Findings, from R Consortium &amp; internal testing/mock submissions</a:t>
            </a:r>
          </a:p>
          <a:p>
            <a:pPr marL="628650" lvl="1" indent="-342900">
              <a:lnSpc>
                <a:spcPct val="105000"/>
              </a:lnSpc>
              <a:spcAft>
                <a:spcPts val="0"/>
              </a:spcAft>
              <a:defRPr/>
            </a:pPr>
            <a:r>
              <a:rPr kumimoji="0" lang="en-AU" sz="1800" b="0" i="0" u="none" strike="noStrike" kern="1200" cap="none" spc="0" normalizeH="0" baseline="0" noProof="0" dirty="0">
                <a:ln>
                  <a:noFill/>
                </a:ln>
                <a:solidFill>
                  <a:prstClr val="white"/>
                </a:solidFill>
                <a:effectLst/>
                <a:uLnTx/>
                <a:uFillTx/>
                <a:latin typeface="Aptos" panose="020B0004020202020204" pitchFamily="34" charset="0"/>
                <a:ea typeface="Times New Roman" panose="02020603050405020304" pitchFamily="18" charset="0"/>
                <a:cs typeface="+mn-cs"/>
              </a:rPr>
              <a:t>Replicating the sponsor’s R environment.</a:t>
            </a:r>
          </a:p>
          <a:p>
            <a:pPr marL="628650" lvl="1" indent="-342900">
              <a:lnSpc>
                <a:spcPct val="105000"/>
              </a:lnSpc>
              <a:spcAft>
                <a:spcPts val="0"/>
              </a:spcAft>
              <a:defRPr/>
            </a:pPr>
            <a:r>
              <a:rPr kumimoji="0" lang="en-AU" sz="1800" b="0" i="0" u="none" strike="noStrike" kern="1200" cap="none" spc="0" normalizeH="0" baseline="0" noProof="0" dirty="0">
                <a:ln>
                  <a:noFill/>
                </a:ln>
                <a:solidFill>
                  <a:prstClr val="white"/>
                </a:solidFill>
                <a:effectLst/>
                <a:uLnTx/>
                <a:uFillTx/>
                <a:latin typeface="Aptos" panose="020B0004020202020204" pitchFamily="34" charset="0"/>
                <a:ea typeface="Times New Roman" panose="02020603050405020304" pitchFamily="18" charset="0"/>
                <a:cs typeface="+mn-cs"/>
              </a:rPr>
              <a:t>Different operating systems require different settings and generate different warnings</a:t>
            </a:r>
          </a:p>
          <a:p>
            <a:pPr marL="57150" lvl="1" indent="0">
              <a:lnSpc>
                <a:spcPct val="105000"/>
              </a:lnSpc>
              <a:spcAft>
                <a:spcPts val="0"/>
              </a:spcAft>
              <a:buNone/>
              <a:defRPr/>
            </a:pPr>
            <a:r>
              <a:rPr lang="en-AU" dirty="0">
                <a:solidFill>
                  <a:prstClr val="white"/>
                </a:solidFill>
                <a:latin typeface="Aptos" panose="020B0004020202020204" pitchFamily="34" charset="0"/>
                <a:ea typeface="Times New Roman" panose="02020603050405020304" pitchFamily="18" charset="0"/>
              </a:rPr>
              <a:t>	</a:t>
            </a:r>
            <a:r>
              <a:rPr kumimoji="0" lang="en-AU" sz="1800" b="0" i="0" u="none" strike="noStrike" kern="1200" cap="none" spc="0" normalizeH="0" baseline="0" noProof="0" dirty="0">
                <a:ln>
                  <a:noFill/>
                </a:ln>
                <a:solidFill>
                  <a:prstClr val="white"/>
                </a:solidFill>
                <a:effectLst/>
                <a:uLnTx/>
                <a:uFillTx/>
                <a:latin typeface="Aptos" panose="020B0004020202020204" pitchFamily="34" charset="0"/>
                <a:ea typeface="Times New Roman" panose="02020603050405020304" pitchFamily="18" charset="0"/>
                <a:cs typeface="+mn-cs"/>
              </a:rPr>
              <a:t>→in the ‘renv’ set up, different options might need to be selected to make it work</a:t>
            </a:r>
          </a:p>
          <a:p>
            <a:pPr marL="628650" lvl="1" indent="-342900">
              <a:lnSpc>
                <a:spcPct val="105000"/>
              </a:lnSpc>
              <a:spcAft>
                <a:spcPts val="0"/>
              </a:spcAft>
              <a:defRPr/>
            </a:pPr>
            <a:r>
              <a:rPr kumimoji="0" lang="en-AU" sz="1800" b="0" i="0" u="none" strike="noStrike" kern="1200" cap="none" spc="0" normalizeH="0" baseline="0" noProof="0" dirty="0">
                <a:ln>
                  <a:noFill/>
                </a:ln>
                <a:solidFill>
                  <a:prstClr val="white"/>
                </a:solidFill>
                <a:effectLst/>
                <a:uLnTx/>
                <a:uFillTx/>
                <a:latin typeface="Aptos" panose="020B0004020202020204" pitchFamily="34" charset="0"/>
                <a:ea typeface="Times New Roman" panose="02020603050405020304" pitchFamily="18" charset="0"/>
                <a:cs typeface="+mn-cs"/>
              </a:rPr>
              <a:t>Different R versions don’t perform similarly,</a:t>
            </a:r>
          </a:p>
          <a:p>
            <a:pPr marL="628650" lvl="1" indent="-342900">
              <a:lnSpc>
                <a:spcPct val="105000"/>
              </a:lnSpc>
              <a:spcAft>
                <a:spcPts val="0"/>
              </a:spcAft>
              <a:defRPr/>
            </a:pPr>
            <a:r>
              <a:rPr kumimoji="0" lang="en-AU" sz="1800" b="0" i="0" u="none" strike="noStrike" kern="1200" cap="none" spc="0" normalizeH="0" baseline="0" noProof="0" dirty="0">
                <a:ln>
                  <a:noFill/>
                </a:ln>
                <a:solidFill>
                  <a:prstClr val="white"/>
                </a:solidFill>
                <a:effectLst/>
                <a:uLnTx/>
                <a:uFillTx/>
                <a:latin typeface="Aptos" panose="020B0004020202020204" pitchFamily="34" charset="0"/>
                <a:ea typeface="Times New Roman" panose="02020603050405020304" pitchFamily="18" charset="0"/>
                <a:cs typeface="+mn-cs"/>
              </a:rPr>
              <a:t>Not ideal to switch R versions in RStudio for every submission</a:t>
            </a:r>
          </a:p>
          <a:p>
            <a:pPr marL="57150" lvl="1" indent="0">
              <a:lnSpc>
                <a:spcPct val="105000"/>
              </a:lnSpc>
              <a:spcAft>
                <a:spcPts val="0"/>
              </a:spcAft>
              <a:buNone/>
              <a:defRPr/>
            </a:pPr>
            <a:r>
              <a:rPr lang="en-AU" dirty="0">
                <a:solidFill>
                  <a:prstClr val="white"/>
                </a:solidFill>
                <a:latin typeface="Aptos" panose="020B0004020202020204" pitchFamily="34" charset="0"/>
                <a:ea typeface="Times New Roman" panose="02020603050405020304" pitchFamily="18" charset="0"/>
              </a:rPr>
              <a:t>	</a:t>
            </a:r>
            <a:r>
              <a:rPr kumimoji="0" lang="en-AU" sz="1800" b="0" i="0" u="none" strike="noStrike" kern="1200" cap="none" spc="0" normalizeH="0" baseline="0" noProof="0" dirty="0">
                <a:ln>
                  <a:noFill/>
                </a:ln>
                <a:solidFill>
                  <a:prstClr val="white"/>
                </a:solidFill>
                <a:effectLst/>
                <a:uLnTx/>
                <a:uFillTx/>
                <a:latin typeface="Aptos" panose="020B0004020202020204" pitchFamily="34" charset="0"/>
                <a:ea typeface="Times New Roman" panose="02020603050405020304" pitchFamily="18" charset="0"/>
                <a:cs typeface="+mn-cs"/>
              </a:rPr>
              <a:t>→‘renv’ package is part of the solution to reproduce the R environment but creates challenges 	when             	transferred between different operating systems.</a:t>
            </a:r>
          </a:p>
          <a:p>
            <a:pPr marL="342900" marR="0" lvl="0" indent="-342900" algn="l" defTabSz="914400" rtl="0" eaLnBrk="1" fontAlgn="auto" latinLnBrk="0" hangingPunct="1">
              <a:lnSpc>
                <a:spcPct val="105000"/>
              </a:lnSpc>
              <a:spcBef>
                <a:spcPts val="0"/>
              </a:spcBef>
              <a:spcAft>
                <a:spcPts val="0"/>
              </a:spcAft>
              <a:buClrTx/>
              <a:buSzTx/>
              <a:buFont typeface="Wingdings" panose="05000000000000000000" pitchFamily="2" charset="2"/>
              <a:buChar char="q"/>
              <a:tabLst/>
              <a:defRPr/>
            </a:pPr>
            <a:r>
              <a:rPr kumimoji="0" lang="en-AU" sz="1800" b="0" i="0" u="none" strike="noStrike" kern="1200" cap="none" spc="0" normalizeH="0" baseline="0" noProof="0" dirty="0">
                <a:ln>
                  <a:noFill/>
                </a:ln>
                <a:solidFill>
                  <a:prstClr val="white"/>
                </a:solidFill>
                <a:effectLst/>
                <a:uLnTx/>
                <a:uFillTx/>
                <a:latin typeface="Aptos" panose="020B0004020202020204" pitchFamily="34" charset="0"/>
                <a:ea typeface="Times New Roman" panose="02020603050405020304" pitchFamily="18" charset="0"/>
                <a:cs typeface="+mn-cs"/>
              </a:rPr>
              <a:t>Recommendations/Exploration</a:t>
            </a:r>
          </a:p>
          <a:p>
            <a:pPr marL="628650" lvl="1" indent="-342900">
              <a:lnSpc>
                <a:spcPct val="105000"/>
              </a:lnSpc>
              <a:spcAft>
                <a:spcPts val="0"/>
              </a:spcAft>
              <a:defRPr/>
            </a:pPr>
            <a:r>
              <a:rPr kumimoji="0" lang="en-AU" sz="1800" b="0" i="0" u="none" strike="noStrike" kern="1200" cap="none" spc="0" normalizeH="0" baseline="0" noProof="0" dirty="0">
                <a:ln>
                  <a:noFill/>
                </a:ln>
                <a:solidFill>
                  <a:prstClr val="white"/>
                </a:solidFill>
                <a:effectLst/>
                <a:uLnTx/>
                <a:uFillTx/>
                <a:latin typeface="Aptos" panose="020B0004020202020204" pitchFamily="34" charset="0"/>
                <a:ea typeface="Times New Roman" panose="02020603050405020304" pitchFamily="18" charset="0"/>
                <a:cs typeface="+mn-cs"/>
              </a:rPr>
              <a:t>Add the question for R based submission in the pre-submission briefing book,</a:t>
            </a:r>
          </a:p>
          <a:p>
            <a:pPr marL="628650" lvl="1" indent="-342900">
              <a:lnSpc>
                <a:spcPct val="105000"/>
              </a:lnSpc>
              <a:spcAft>
                <a:spcPts val="0"/>
              </a:spcAft>
              <a:defRPr/>
            </a:pPr>
            <a:r>
              <a:rPr kumimoji="0" lang="en-AU" sz="1800" b="0" i="0" u="none" strike="noStrike" kern="1200" cap="none" spc="0" normalizeH="0" baseline="0" noProof="0" dirty="0">
                <a:ln>
                  <a:noFill/>
                </a:ln>
                <a:solidFill>
                  <a:prstClr val="white"/>
                </a:solidFill>
                <a:effectLst/>
                <a:uLnTx/>
                <a:uFillTx/>
                <a:latin typeface="Aptos" panose="020B0004020202020204" pitchFamily="34" charset="0"/>
                <a:ea typeface="Times New Roman" panose="02020603050405020304" pitchFamily="18" charset="0"/>
                <a:cs typeface="+mn-cs"/>
              </a:rPr>
              <a:t>Use CRAN or a curated repo for sourcing packages (GitHub is allowed),</a:t>
            </a:r>
          </a:p>
          <a:p>
            <a:pPr marL="628650" lvl="1" indent="-342900">
              <a:lnSpc>
                <a:spcPct val="105000"/>
              </a:lnSpc>
              <a:spcAft>
                <a:spcPts val="0"/>
              </a:spcAft>
              <a:defRPr/>
            </a:pPr>
            <a:r>
              <a:rPr kumimoji="0" lang="en-AU" sz="1800" b="0" i="0" u="none" strike="noStrike" kern="1200" cap="none" spc="0" normalizeH="0" baseline="0" noProof="0" dirty="0">
                <a:ln>
                  <a:noFill/>
                </a:ln>
                <a:solidFill>
                  <a:prstClr val="white"/>
                </a:solidFill>
                <a:effectLst/>
                <a:uLnTx/>
                <a:uFillTx/>
                <a:latin typeface="Aptos" panose="020B0004020202020204" pitchFamily="34" charset="0"/>
                <a:ea typeface="Times New Roman" panose="02020603050405020304" pitchFamily="18" charset="0"/>
                <a:cs typeface="+mn-cs"/>
              </a:rPr>
              <a:t>Use standard packages and minimize dependencies on sponsor developed packages,</a:t>
            </a:r>
          </a:p>
          <a:p>
            <a:pPr marL="628650" lvl="1" indent="-342900">
              <a:lnSpc>
                <a:spcPct val="105000"/>
              </a:lnSpc>
              <a:spcAft>
                <a:spcPts val="0"/>
              </a:spcAft>
              <a:defRPr/>
            </a:pPr>
            <a:r>
              <a:rPr kumimoji="0" lang="en-US" sz="1800" b="0" i="0" u="none" strike="noStrike" kern="1200" cap="none" spc="0" normalizeH="0" baseline="0" noProof="0" dirty="0">
                <a:ln>
                  <a:noFill/>
                </a:ln>
                <a:solidFill>
                  <a:prstClr val="white"/>
                </a:solidFill>
                <a:effectLst/>
                <a:uLnTx/>
                <a:uFillTx/>
                <a:latin typeface="Aptos" panose="020B0004020202020204" pitchFamily="34" charset="0"/>
                <a:ea typeface="Times New Roman" panose="02020603050405020304" pitchFamily="18" charset="0"/>
                <a:cs typeface="+mn-cs"/>
              </a:rPr>
              <a:t>The required R packages are installed using a single package list file. The renv.lock file is created upon completion of the R package installation to lock down the R environment </a:t>
            </a:r>
            <a:r>
              <a:rPr kumimoji="0" lang="en-AU" sz="1800" b="0" i="0" u="none" strike="noStrike" kern="1200" cap="none" spc="0" normalizeH="0" baseline="0" noProof="0" dirty="0">
                <a:ln>
                  <a:noFill/>
                </a:ln>
                <a:solidFill>
                  <a:prstClr val="white"/>
                </a:solidFill>
                <a:effectLst/>
                <a:uLnTx/>
                <a:uFillTx/>
                <a:latin typeface="Aptos" panose="020B0004020202020204" pitchFamily="34" charset="0"/>
                <a:ea typeface="Times New Roman" panose="02020603050405020304" pitchFamily="18" charset="0"/>
                <a:cs typeface="+mn-cs"/>
              </a:rPr>
              <a:t>.</a:t>
            </a:r>
          </a:p>
          <a:p>
            <a:pPr marL="628650" lvl="1" indent="-342900">
              <a:lnSpc>
                <a:spcPct val="105000"/>
              </a:lnSpc>
              <a:spcAft>
                <a:spcPts val="0"/>
              </a:spcAft>
              <a:defRPr/>
            </a:pPr>
            <a:r>
              <a:rPr kumimoji="0" lang="en-AU" sz="1800" b="0" i="0" u="none" strike="noStrike" kern="1200" cap="none" spc="0" normalizeH="0" baseline="0" noProof="0" dirty="0">
                <a:ln>
                  <a:noFill/>
                </a:ln>
                <a:solidFill>
                  <a:prstClr val="white"/>
                </a:solidFill>
                <a:effectLst/>
                <a:uLnTx/>
                <a:uFillTx/>
                <a:latin typeface="Aptos" panose="020B0004020202020204" pitchFamily="34" charset="0"/>
                <a:ea typeface="Times New Roman" panose="02020603050405020304" pitchFamily="18" charset="0"/>
                <a:cs typeface="+mn-cs"/>
              </a:rPr>
              <a:t>Provide thorough documentation and detailed comments in ADRG.</a:t>
            </a:r>
          </a:p>
          <a:p>
            <a:endParaRPr lang="en-US" dirty="0"/>
          </a:p>
        </p:txBody>
      </p:sp>
      <p:sp>
        <p:nvSpPr>
          <p:cNvPr id="2" name="Slide Number Placeholder 5">
            <a:extLst>
              <a:ext uri="{FF2B5EF4-FFF2-40B4-BE49-F238E27FC236}">
                <a16:creationId xmlns:a16="http://schemas.microsoft.com/office/drawing/2014/main" id="{72CAE6B8-B747-14BC-D5F7-3B974DF6AD56}"/>
              </a:ext>
            </a:extLst>
          </p:cNvPr>
          <p:cNvSpPr>
            <a:spLocks noGrp="1"/>
          </p:cNvSpPr>
          <p:nvPr>
            <p:ph type="sldNum" sz="quarter" idx="12"/>
          </p:nvPr>
        </p:nvSpPr>
        <p:spPr>
          <a:xfrm>
            <a:off x="11581942" y="6433878"/>
            <a:ext cx="320674" cy="153463"/>
          </a:xfrm>
        </p:spPr>
        <p:txBody>
          <a:bodyPr/>
          <a:lstStyle/>
          <a:p>
            <a:fld id="{AEC8D767-5246-2244-A4A3-B8AFB218393C}" type="slidenum">
              <a:rPr lang="en-GB" smtClean="0"/>
              <a:t>23</a:t>
            </a:fld>
            <a:endParaRPr lang="en-GB"/>
          </a:p>
        </p:txBody>
      </p:sp>
    </p:spTree>
    <p:extLst>
      <p:ext uri="{BB962C8B-B14F-4D97-AF65-F5344CB8AC3E}">
        <p14:creationId xmlns:p14="http://schemas.microsoft.com/office/powerpoint/2010/main" val="26129459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AFD95-A668-782A-93F4-CE48D79F412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D8A392B-E1D0-C87C-EAFD-FE2218E069B3}"/>
              </a:ext>
            </a:extLst>
          </p:cNvPr>
          <p:cNvSpPr>
            <a:spLocks noGrp="1"/>
          </p:cNvSpPr>
          <p:nvPr>
            <p:ph type="title"/>
          </p:nvPr>
        </p:nvSpPr>
        <p:spPr>
          <a:xfrm>
            <a:off x="638212" y="579687"/>
            <a:ext cx="8674100" cy="512513"/>
          </a:xfrm>
        </p:spPr>
        <p:txBody>
          <a:bodyPr/>
          <a:lstStyle/>
          <a:p>
            <a:r>
              <a:rPr lang="en-US" sz="4000" dirty="0"/>
              <a:t>Reference</a:t>
            </a:r>
          </a:p>
        </p:txBody>
      </p:sp>
      <p:sp>
        <p:nvSpPr>
          <p:cNvPr id="8" name="Text Placeholder 7">
            <a:extLst>
              <a:ext uri="{FF2B5EF4-FFF2-40B4-BE49-F238E27FC236}">
                <a16:creationId xmlns:a16="http://schemas.microsoft.com/office/drawing/2014/main" id="{806306B6-5E2B-1C5E-3A00-3592A5AD8B89}"/>
              </a:ext>
            </a:extLst>
          </p:cNvPr>
          <p:cNvSpPr>
            <a:spLocks noGrp="1"/>
          </p:cNvSpPr>
          <p:nvPr>
            <p:ph type="body" sz="quarter" idx="10"/>
          </p:nvPr>
        </p:nvSpPr>
        <p:spPr>
          <a:xfrm>
            <a:off x="733905" y="1881962"/>
            <a:ext cx="10536605" cy="3532963"/>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0B0004020202020204" pitchFamily="34" charset="0"/>
                <a:ea typeface="+mn-ea"/>
                <a:cs typeface="+mn-cs"/>
              </a:rPr>
              <a:t>R packages validation process in </a:t>
            </a:r>
            <a:r>
              <a:rPr kumimoji="0" lang="en-US" sz="1800" b="0" i="0" u="none" strike="noStrike" kern="1200" cap="none" spc="0" normalizeH="0" baseline="0" noProof="0" dirty="0" err="1">
                <a:ln>
                  <a:noFill/>
                </a:ln>
                <a:solidFill>
                  <a:prstClr val="white"/>
                </a:solidFill>
                <a:effectLst/>
                <a:uLnTx/>
                <a:uFillTx/>
                <a:latin typeface="Aptos" panose="020B0004020202020204" pitchFamily="34" charset="0"/>
                <a:ea typeface="+mn-ea"/>
                <a:cs typeface="+mn-cs"/>
              </a:rPr>
              <a:t>Johnson&amp;Johnson</a:t>
            </a:r>
            <a:endParaRPr kumimoji="0" lang="en-AU" sz="1800" b="0" i="0" u="none" strike="noStrike" kern="1200" cap="none" spc="0" normalizeH="0" baseline="0" noProof="0" dirty="0">
              <a:ln>
                <a:noFill/>
              </a:ln>
              <a:solidFill>
                <a:prstClr val="white"/>
              </a:solidFill>
              <a:effectLst/>
              <a:uLnTx/>
              <a:uFillTx/>
              <a:latin typeface="Aptos" panose="020B0004020202020204" pitchFamily="34" charset="0"/>
              <a:ea typeface="Times New Roman" panose="02020603050405020304" pitchFamily="18" charset="0"/>
              <a:cs typeface="+mn-cs"/>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white"/>
                </a:solidFill>
                <a:effectLst/>
                <a:uLnTx/>
                <a:uFillTx/>
                <a:latin typeface="Aptos" panose="020B0004020202020204" pitchFamily="34" charset="0"/>
                <a:ea typeface="+mn-ea"/>
                <a:cs typeface="+mn-cs"/>
              </a:rPr>
              <a:t> Using R in a </a:t>
            </a:r>
            <a:r>
              <a:rPr kumimoji="0" lang="en-US" sz="1800" b="0" i="0" u="none" strike="noStrike" kern="1200" cap="none" spc="0" normalizeH="0" baseline="0" noProof="0" dirty="0" err="1">
                <a:ln>
                  <a:noFill/>
                </a:ln>
                <a:solidFill>
                  <a:prstClr val="white"/>
                </a:solidFill>
                <a:effectLst/>
                <a:uLnTx/>
                <a:uFillTx/>
                <a:latin typeface="Aptos" panose="020B0004020202020204" pitchFamily="34" charset="0"/>
                <a:ea typeface="+mn-ea"/>
                <a:cs typeface="+mn-cs"/>
              </a:rPr>
              <a:t>GxP</a:t>
            </a:r>
            <a:r>
              <a:rPr kumimoji="0" lang="en-US" sz="1800" b="0" i="0" u="none" strike="noStrike" kern="1200" cap="none" spc="0" normalizeH="0" baseline="0" noProof="0" dirty="0">
                <a:ln>
                  <a:noFill/>
                </a:ln>
                <a:solidFill>
                  <a:prstClr val="white"/>
                </a:solidFill>
                <a:effectLst/>
                <a:uLnTx/>
                <a:uFillTx/>
                <a:latin typeface="Aptos" panose="020B0004020202020204" pitchFamily="34" charset="0"/>
                <a:ea typeface="+mn-ea"/>
                <a:cs typeface="+mn-cs"/>
              </a:rPr>
              <a:t> environment: </a:t>
            </a:r>
            <a:r>
              <a:rPr kumimoji="0" lang="en-US" sz="1800" b="0" i="0" u="none" strike="noStrike" kern="1200" cap="none" spc="0" normalizeH="0" baseline="0" noProof="0" dirty="0">
                <a:ln>
                  <a:noFill/>
                </a:ln>
                <a:solidFill>
                  <a:prstClr val="white"/>
                </a:solidFill>
                <a:effectLst/>
                <a:uLnTx/>
                <a:uFillTx/>
                <a:latin typeface="Aptos" panose="020B0004020202020204" pitchFamily="34" charset="0"/>
                <a:ea typeface="+mn-ea"/>
                <a:cs typeface="+mn-cs"/>
                <a:hlinkClick r:id="rId2" tooltip="https://www.youtube.com/watch?v=lwxqfuaxnl8">
                  <a:extLst>
                    <a:ext uri="{A12FA001-AC4F-418D-AE19-62706E023703}">
                      <ahyp:hlinkClr xmlns:ahyp="http://schemas.microsoft.com/office/drawing/2018/hyperlinkcolor" val="tx"/>
                    </a:ext>
                  </a:extLst>
                </a:hlinkClick>
              </a:rPr>
              <a:t>https://www.youtube.com/watch?v=lWXqfuaxNL8</a:t>
            </a:r>
            <a:endParaRPr kumimoji="0" lang="en-US" sz="1800" b="0" i="0" u="none" strike="noStrike" kern="1200" cap="none" spc="0" normalizeH="0" baseline="0" noProof="0" dirty="0">
              <a:ln>
                <a:noFill/>
              </a:ln>
              <a:solidFill>
                <a:prstClr val="white"/>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0B0004020202020204" pitchFamily="34" charset="0"/>
                <a:ea typeface="+mn-ea"/>
                <a:cs typeface="+mn-cs"/>
              </a:rPr>
              <a:t>Johnson&amp;Johnson’s</a:t>
            </a:r>
            <a:r>
              <a:rPr kumimoji="0" lang="en-US" sz="1800" b="0" i="0" u="none" strike="noStrike" kern="1200" cap="none" spc="0" normalizeH="0" baseline="0" noProof="0" dirty="0">
                <a:ln>
                  <a:noFill/>
                </a:ln>
                <a:solidFill>
                  <a:prstClr val="white"/>
                </a:solidFill>
                <a:effectLst/>
                <a:uLnTx/>
                <a:uFillTx/>
                <a:latin typeface="Aptos" panose="020B0004020202020204" pitchFamily="34" charset="0"/>
                <a:ea typeface="+mn-ea"/>
                <a:cs typeface="+mn-cs"/>
              </a:rPr>
              <a:t> Open Source Journey in R</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hlinkClick r:id="rId3" tooltip="https://posit.co/webinar/johnson-johnsons-open-source-journey-in-r/">
                  <a:extLst>
                    <a:ext uri="{A12FA001-AC4F-418D-AE19-62706E023703}">
                      <ahyp:hlinkClr xmlns:ahyp="http://schemas.microsoft.com/office/drawing/2018/hyperlinkcolor" val="tx"/>
                    </a:ext>
                  </a:extLst>
                </a:hlinkClick>
              </a:rPr>
              <a:t>https://posit.co/webinar/johnson-johnsons-open-source-journey-in-r/</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Aptos" panose="020B0004020202020204" pitchFamily="34" charset="0"/>
              <a:ea typeface="Times New Roman" panose="020206030504050203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white"/>
                </a:solidFill>
                <a:effectLst/>
                <a:uLnTx/>
                <a:uFillTx/>
                <a:latin typeface="Aptos"/>
                <a:ea typeface="+mn-ea"/>
                <a:cs typeface="+mn-cs"/>
              </a:rPr>
              <a:t>R Consortium Pilot Projects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white"/>
                </a:solidFill>
                <a:effectLst/>
                <a:uLnTx/>
                <a:uFillTx/>
                <a:latin typeface="Aptos"/>
                <a:ea typeface="+mn-ea"/>
                <a:cs typeface="+mn-cs"/>
              </a:rPr>
              <a:t>R Consortium Pilot 1, </a:t>
            </a:r>
            <a:r>
              <a:rPr kumimoji="0" lang="en-US" sz="1800" b="0" i="0" u="none" strike="noStrike" kern="1200" cap="none" spc="0" normalizeH="0" baseline="0" noProof="0" dirty="0">
                <a:ln>
                  <a:noFill/>
                </a:ln>
                <a:solidFill>
                  <a:prstClr val="white"/>
                </a:solidFill>
                <a:effectLst/>
                <a:uLnTx/>
                <a:uFillTx/>
                <a:latin typeface="Aptos"/>
                <a:ea typeface="+mn-ea"/>
                <a:cs typeface="+mn-cs"/>
                <a:hlinkClick r:id="rId4">
                  <a:extLst>
                    <a:ext uri="{A12FA001-AC4F-418D-AE19-62706E023703}">
                      <ahyp:hlinkClr xmlns:ahyp="http://schemas.microsoft.com/office/drawing/2018/hyperlinkcolor" val="tx"/>
                    </a:ext>
                  </a:extLst>
                </a:hlinkClick>
              </a:rPr>
              <a:t>https://github.com/RConsortium/submissions-pilot1-to-fda</a:t>
            </a:r>
            <a:endParaRPr kumimoji="0" lang="en-US" sz="1800" b="0" i="0" u="none" strike="noStrike" kern="1200" cap="none" spc="0" normalizeH="0" baseline="0" noProof="0" dirty="0">
              <a:ln>
                <a:noFill/>
              </a:ln>
              <a:solidFill>
                <a:prstClr val="white"/>
              </a:solidFill>
              <a:effectLst/>
              <a:uLnTx/>
              <a:uFillTx/>
              <a:latin typeface="Apto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white"/>
                </a:solidFill>
                <a:effectLst/>
                <a:uLnTx/>
                <a:uFillTx/>
                <a:latin typeface="Aptos"/>
                <a:ea typeface="+mn-ea"/>
                <a:cs typeface="+mn-cs"/>
              </a:rPr>
              <a:t>R Consortium Pilot 2, </a:t>
            </a:r>
            <a:r>
              <a:rPr kumimoji="0" lang="en-US" sz="1800" b="0" i="0" u="none" strike="noStrike" kern="1200" cap="none" spc="0" normalizeH="0" baseline="0" noProof="0" dirty="0">
                <a:ln>
                  <a:noFill/>
                </a:ln>
                <a:solidFill>
                  <a:prstClr val="white"/>
                </a:solidFill>
                <a:effectLst/>
                <a:uLnTx/>
                <a:uFillTx/>
                <a:latin typeface="Aptos"/>
                <a:ea typeface="+mn-ea"/>
                <a:cs typeface="+mn-cs"/>
                <a:hlinkClick r:id="rId5">
                  <a:extLst>
                    <a:ext uri="{A12FA001-AC4F-418D-AE19-62706E023703}">
                      <ahyp:hlinkClr xmlns:ahyp="http://schemas.microsoft.com/office/drawing/2018/hyperlinkcolor" val="tx"/>
                    </a:ext>
                  </a:extLst>
                </a:hlinkClick>
              </a:rPr>
              <a:t>https://github.com/RConsortium/submissions-pilot2-to-fda</a:t>
            </a:r>
            <a:endParaRPr kumimoji="0" lang="en-US" sz="1800" b="0" i="0" u="none" strike="noStrike" kern="1200" cap="none" spc="0" normalizeH="0" baseline="0" noProof="0" dirty="0">
              <a:ln>
                <a:noFill/>
              </a:ln>
              <a:solidFill>
                <a:prstClr val="white"/>
              </a:solidFill>
              <a:effectLst/>
              <a:uLnTx/>
              <a:uFillTx/>
              <a:latin typeface="Apto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white"/>
                </a:solidFill>
                <a:effectLst/>
                <a:uLnTx/>
                <a:uFillTx/>
                <a:latin typeface="Aptos"/>
                <a:ea typeface="+mn-ea"/>
                <a:cs typeface="+mn-cs"/>
              </a:rPr>
              <a:t>R Consortium Pilot 3, </a:t>
            </a:r>
            <a:r>
              <a:rPr kumimoji="0" lang="en-AU" sz="1800" b="0" i="0" u="none" strike="noStrike" kern="1200" cap="none" spc="0" normalizeH="0" baseline="0" noProof="0" dirty="0">
                <a:ln>
                  <a:noFill/>
                </a:ln>
                <a:solidFill>
                  <a:prstClr val="white"/>
                </a:solidFill>
                <a:effectLst/>
                <a:uLnTx/>
                <a:uFillTx/>
                <a:latin typeface="Aptos"/>
                <a:ea typeface="Times New Roman" panose="02020603050405020304" pitchFamily="18" charset="0"/>
                <a:cs typeface="+mn-cs"/>
                <a:hlinkClick r:id="rId6">
                  <a:extLst>
                    <a:ext uri="{A12FA001-AC4F-418D-AE19-62706E023703}">
                      <ahyp:hlinkClr xmlns:ahyp="http://schemas.microsoft.com/office/drawing/2018/hyperlinkcolor" val="tx"/>
                    </a:ext>
                  </a:extLst>
                </a:hlinkClick>
              </a:rPr>
              <a:t>https://github.com/RConsortium/submissions-pilot3-adam-to-fda</a:t>
            </a:r>
            <a:endParaRPr kumimoji="0" lang="en-AU" sz="1800" b="0" i="0" u="none" strike="noStrike" kern="1200" cap="none" spc="0" normalizeH="0" baseline="0" noProof="0" dirty="0">
              <a:ln>
                <a:noFill/>
              </a:ln>
              <a:solidFill>
                <a:prstClr val="white"/>
              </a:solidFill>
              <a:effectLst/>
              <a:uLnTx/>
              <a:uFillTx/>
              <a:latin typeface="Aptos"/>
              <a:ea typeface="Times New Roman" panose="020206030504050203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white"/>
                </a:solidFill>
                <a:effectLst/>
                <a:uLnTx/>
                <a:uFillTx/>
                <a:latin typeface="Aptos"/>
                <a:ea typeface="+mn-ea"/>
                <a:cs typeface="+mn-cs"/>
              </a:rPr>
              <a:t>R Consortium Pilot 4, </a:t>
            </a:r>
            <a:r>
              <a:rPr kumimoji="0" lang="en-AU" sz="1800" b="0" i="0" u="none" strike="noStrike" kern="1200" cap="none" spc="0" normalizeH="0" baseline="0" noProof="0" dirty="0">
                <a:ln>
                  <a:noFill/>
                </a:ln>
                <a:solidFill>
                  <a:prstClr val="white"/>
                </a:solidFill>
                <a:effectLst/>
                <a:uLnTx/>
                <a:uFillTx/>
                <a:latin typeface="Aptos"/>
                <a:ea typeface="Times New Roman" panose="02020603050405020304" pitchFamily="18" charset="0"/>
                <a:cs typeface="+mn-cs"/>
                <a:hlinkClick r:id="rId7">
                  <a:extLst>
                    <a:ext uri="{A12FA001-AC4F-418D-AE19-62706E023703}">
                      <ahyp:hlinkClr xmlns:ahyp="http://schemas.microsoft.com/office/drawing/2018/hyperlinkcolor" val="tx"/>
                    </a:ext>
                  </a:extLst>
                </a:hlinkClick>
              </a:rPr>
              <a:t>https://github.com/RConsortium/submissions-pilot4-container</a:t>
            </a:r>
            <a:endParaRPr kumimoji="0" lang="en-AU" sz="1800" b="0" i="0" u="none" strike="noStrike" kern="1200" cap="none" spc="0" normalizeH="0" baseline="0" noProof="0" dirty="0">
              <a:ln>
                <a:noFill/>
              </a:ln>
              <a:solidFill>
                <a:prstClr val="white"/>
              </a:solidFill>
              <a:effectLst/>
              <a:uLnTx/>
              <a:uFillTx/>
              <a:latin typeface="Aptos"/>
              <a:ea typeface="Times New Roman" panose="020206030504050203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white"/>
                </a:solidFill>
                <a:effectLst/>
                <a:uLnTx/>
                <a:uFillTx/>
                <a:latin typeface="Aptos"/>
                <a:ea typeface="+mn-ea"/>
                <a:cs typeface="+mn-cs"/>
              </a:rPr>
              <a:t>R Consortium Pilot 5, </a:t>
            </a:r>
            <a:r>
              <a:rPr kumimoji="0" lang="en-AU" sz="1800" b="0" i="0" u="none" strike="noStrike" kern="1200" cap="none" spc="0" normalizeH="0" baseline="0" noProof="0" dirty="0">
                <a:ln>
                  <a:noFill/>
                </a:ln>
                <a:solidFill>
                  <a:prstClr val="white"/>
                </a:solidFill>
                <a:effectLst/>
                <a:uLnTx/>
                <a:uFillTx/>
                <a:latin typeface="Aptos"/>
                <a:ea typeface="Times New Roman" panose="02020603050405020304" pitchFamily="18" charset="0"/>
                <a:cs typeface="+mn-cs"/>
                <a:hlinkClick r:id="rId8">
                  <a:extLst>
                    <a:ext uri="{A12FA001-AC4F-418D-AE19-62706E023703}">
                      <ahyp:hlinkClr xmlns:ahyp="http://schemas.microsoft.com/office/drawing/2018/hyperlinkcolor" val="tx"/>
                    </a:ext>
                  </a:extLst>
                </a:hlinkClick>
              </a:rPr>
              <a:t>https://github.com/RConsortium/submissions-pilot5-datasetjson</a:t>
            </a:r>
            <a:endParaRPr kumimoji="0" lang="en-AU" sz="1800" b="0" i="0" u="none" strike="noStrike" kern="1200" cap="none" spc="0" normalizeH="0" baseline="0" noProof="0" dirty="0">
              <a:ln>
                <a:noFill/>
              </a:ln>
              <a:solidFill>
                <a:prstClr val="white"/>
              </a:solidFill>
              <a:effectLst/>
              <a:uLnTx/>
              <a:uFillTx/>
              <a:latin typeface="Aptos"/>
              <a:ea typeface="Times New Roman" panose="02020603050405020304" pitchFamily="18" charset="0"/>
              <a:cs typeface="+mn-cs"/>
            </a:endParaRPr>
          </a:p>
          <a:p>
            <a:endParaRPr lang="en-US" dirty="0"/>
          </a:p>
        </p:txBody>
      </p:sp>
      <p:sp>
        <p:nvSpPr>
          <p:cNvPr id="2" name="Slide Number Placeholder 5">
            <a:extLst>
              <a:ext uri="{FF2B5EF4-FFF2-40B4-BE49-F238E27FC236}">
                <a16:creationId xmlns:a16="http://schemas.microsoft.com/office/drawing/2014/main" id="{AD3B9B45-166C-86ED-9070-F0DA555C53D0}"/>
              </a:ext>
            </a:extLst>
          </p:cNvPr>
          <p:cNvSpPr>
            <a:spLocks noGrp="1"/>
          </p:cNvSpPr>
          <p:nvPr>
            <p:ph type="sldNum" sz="quarter" idx="12"/>
          </p:nvPr>
        </p:nvSpPr>
        <p:spPr>
          <a:xfrm>
            <a:off x="11581942" y="6433878"/>
            <a:ext cx="320674" cy="153463"/>
          </a:xfrm>
        </p:spPr>
        <p:txBody>
          <a:bodyPr/>
          <a:lstStyle/>
          <a:p>
            <a:fld id="{AEC8D767-5246-2244-A4A3-B8AFB218393C}" type="slidenum">
              <a:rPr lang="en-GB" smtClean="0"/>
              <a:t>24</a:t>
            </a:fld>
            <a:endParaRPr lang="en-GB"/>
          </a:p>
        </p:txBody>
      </p:sp>
    </p:spTree>
    <p:extLst>
      <p:ext uri="{BB962C8B-B14F-4D97-AF65-F5344CB8AC3E}">
        <p14:creationId xmlns:p14="http://schemas.microsoft.com/office/powerpoint/2010/main" val="1225556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0CBD3-15A5-9B04-4A65-CAC5CACDE27C}"/>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C817D043-CAB2-B28D-6C05-AF991B4B3858}"/>
              </a:ext>
            </a:extLst>
          </p:cNvPr>
          <p:cNvSpPr>
            <a:spLocks noGrp="1"/>
          </p:cNvSpPr>
          <p:nvPr>
            <p:ph type="body" sz="quarter" idx="10"/>
          </p:nvPr>
        </p:nvSpPr>
        <p:spPr>
          <a:xfrm>
            <a:off x="535302" y="1562986"/>
            <a:ext cx="11121396" cy="2576033"/>
          </a:xfrm>
        </p:spPr>
        <p:txBody>
          <a:bodyPr/>
          <a:lstStyle/>
          <a:p>
            <a:r>
              <a:rPr lang="en-GB" sz="3200" dirty="0"/>
              <a:t>The opinions in this presentation are our own and do not necessarily reflect the views and policies of </a:t>
            </a:r>
            <a:r>
              <a:rPr lang="en-GB" sz="3200" dirty="0" err="1"/>
              <a:t>Johnson&amp;Johnson</a:t>
            </a:r>
            <a:endParaRPr lang="en-AU" sz="3200" dirty="0">
              <a:latin typeface="Aptos"/>
              <a:ea typeface="Times New Roman" panose="02020603050405020304" pitchFamily="18" charset="0"/>
            </a:endParaRPr>
          </a:p>
          <a:p>
            <a:endParaRPr lang="en-US" dirty="0"/>
          </a:p>
        </p:txBody>
      </p:sp>
      <p:sp>
        <p:nvSpPr>
          <p:cNvPr id="4" name="Slide Number Placeholder 5">
            <a:extLst>
              <a:ext uri="{FF2B5EF4-FFF2-40B4-BE49-F238E27FC236}">
                <a16:creationId xmlns:a16="http://schemas.microsoft.com/office/drawing/2014/main" id="{87A8B5F9-DE19-8A26-8D91-A67A36649074}"/>
              </a:ext>
            </a:extLst>
          </p:cNvPr>
          <p:cNvSpPr>
            <a:spLocks noGrp="1"/>
          </p:cNvSpPr>
          <p:nvPr>
            <p:ph type="sldNum" sz="quarter" idx="12"/>
          </p:nvPr>
        </p:nvSpPr>
        <p:spPr>
          <a:xfrm>
            <a:off x="11581942" y="6433878"/>
            <a:ext cx="320674" cy="153463"/>
          </a:xfrm>
        </p:spPr>
        <p:txBody>
          <a:bodyPr/>
          <a:lstStyle/>
          <a:p>
            <a:fld id="{AEC8D767-5246-2244-A4A3-B8AFB218393C}" type="slidenum">
              <a:rPr lang="en-GB" smtClean="0"/>
              <a:t>25</a:t>
            </a:fld>
            <a:endParaRPr lang="en-GB"/>
          </a:p>
        </p:txBody>
      </p:sp>
    </p:spTree>
    <p:extLst>
      <p:ext uri="{BB962C8B-B14F-4D97-AF65-F5344CB8AC3E}">
        <p14:creationId xmlns:p14="http://schemas.microsoft.com/office/powerpoint/2010/main" val="3634556697"/>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Johnson and Johnson: Core program">
  <a:themeElements>
    <a:clrScheme name="JNJ">
      <a:dk1>
        <a:srgbClr val="000000"/>
      </a:dk1>
      <a:lt1>
        <a:srgbClr val="FFFFFF"/>
      </a:lt1>
      <a:dk2>
        <a:srgbClr val="F1EFED"/>
      </a:dk2>
      <a:lt2>
        <a:srgbClr val="6E6159"/>
      </a:lt2>
      <a:accent1>
        <a:srgbClr val="EB1700"/>
      </a:accent1>
      <a:accent2>
        <a:srgbClr val="D5CFC9"/>
      </a:accent2>
      <a:accent3>
        <a:srgbClr val="000000"/>
      </a:accent3>
      <a:accent4>
        <a:srgbClr val="A39992"/>
      </a:accent4>
      <a:accent5>
        <a:srgbClr val="69D0FF"/>
      </a:accent5>
      <a:accent6>
        <a:srgbClr val="004585"/>
      </a:accent6>
      <a:hlink>
        <a:srgbClr val="000000"/>
      </a:hlink>
      <a:folHlink>
        <a:srgbClr val="000000"/>
      </a:folHlink>
    </a:clrScheme>
    <a:fontScheme name="J&amp;J">
      <a:majorFont>
        <a:latin typeface="Johnson Display"/>
        <a:ea typeface=""/>
        <a:cs typeface=""/>
      </a:majorFont>
      <a:minorFont>
        <a:latin typeface="Johnson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latin typeface="+mn-lt"/>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85750" indent="-285750" algn="l">
          <a:buFont typeface="Arial" panose="020B0604020202020204" pitchFamily="34" charset="0"/>
          <a:buChar char="•"/>
          <a:defRPr sz="1800" kern="1200" dirty="0" err="1" smtClean="0">
            <a:solidFill>
              <a:schemeClr val="tx1"/>
            </a:solidFill>
            <a:latin typeface="+mn-lt"/>
            <a:ea typeface="+mn-ea"/>
            <a:cs typeface="+mn-cs"/>
          </a:defRPr>
        </a:defPPr>
      </a:lstStyle>
    </a:txDef>
  </a:objectDefaults>
  <a:extraClrSchemeLst/>
  <a:extLst>
    <a:ext uri="{05A4C25C-085E-4340-85A3-A5531E510DB2}">
      <thm15:themeFamily xmlns:thm15="http://schemas.microsoft.com/office/thememl/2012/main" name="Presentation1" id="{DA725BE0-5CDF-4991-9BFF-D71DB156E29A}" vid="{C275843A-FD99-4C7A-BA11-AF6B0E23AB8B}"/>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Johnson and Johnson: Innovative Medicine Core Program">
  <a:themeElements>
    <a:clrScheme name="JNJ">
      <a:dk1>
        <a:srgbClr val="000000"/>
      </a:dk1>
      <a:lt1>
        <a:srgbClr val="FFFFFF"/>
      </a:lt1>
      <a:dk2>
        <a:srgbClr val="F1EFED"/>
      </a:dk2>
      <a:lt2>
        <a:srgbClr val="6E6159"/>
      </a:lt2>
      <a:accent1>
        <a:srgbClr val="EB1700"/>
      </a:accent1>
      <a:accent2>
        <a:srgbClr val="D5CFC9"/>
      </a:accent2>
      <a:accent3>
        <a:srgbClr val="000000"/>
      </a:accent3>
      <a:accent4>
        <a:srgbClr val="A39992"/>
      </a:accent4>
      <a:accent5>
        <a:srgbClr val="69D0FF"/>
      </a:accent5>
      <a:accent6>
        <a:srgbClr val="004585"/>
      </a:accent6>
      <a:hlink>
        <a:srgbClr val="000000"/>
      </a:hlink>
      <a:folHlink>
        <a:srgbClr val="000000"/>
      </a:folHlink>
    </a:clrScheme>
    <a:fontScheme name="J&amp;J">
      <a:majorFont>
        <a:latin typeface="Johnson Display"/>
        <a:ea typeface=""/>
        <a:cs typeface=""/>
      </a:majorFont>
      <a:minorFont>
        <a:latin typeface="Johnson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latin typeface="+mn-lt"/>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85750" indent="-285750" algn="l">
          <a:buFont typeface="Arial" panose="020B0604020202020204" pitchFamily="34" charset="0"/>
          <a:buChar char="•"/>
          <a:defRPr sz="1800" kern="1200" dirty="0" err="1" smtClean="0">
            <a:solidFill>
              <a:schemeClr val="tx1"/>
            </a:solidFill>
            <a:latin typeface="+mn-lt"/>
            <a:ea typeface="+mn-ea"/>
            <a:cs typeface="+mn-cs"/>
          </a:defRPr>
        </a:defPPr>
      </a:lstStyle>
    </a:txDef>
  </a:objectDefaults>
  <a:extraClrSchemeLst/>
  <a:extLst>
    <a:ext uri="{05A4C25C-085E-4340-85A3-A5531E510DB2}">
      <thm15:themeFamily xmlns:thm15="http://schemas.microsoft.com/office/thememl/2012/main" name="Presentation24" id="{F133D531-6732-604F-9E66-5914D12AFD5A}" vid="{A2749068-909A-724B-ABFB-D8F41EEBA6B0}"/>
    </a:ext>
  </a:extLst>
</a:theme>
</file>

<file path=ppt/theme/theme5.xml><?xml version="1.0" encoding="utf-8"?>
<a:theme xmlns:a="http://schemas.openxmlformats.org/drawingml/2006/main" name="Johnson and Johnson: Innovative Medicine Core Program">
  <a:themeElements>
    <a:clrScheme name="JNJ">
      <a:dk1>
        <a:srgbClr val="000000"/>
      </a:dk1>
      <a:lt1>
        <a:srgbClr val="FFFFFF"/>
      </a:lt1>
      <a:dk2>
        <a:srgbClr val="F1EFED"/>
      </a:dk2>
      <a:lt2>
        <a:srgbClr val="6E6159"/>
      </a:lt2>
      <a:accent1>
        <a:srgbClr val="EB1700"/>
      </a:accent1>
      <a:accent2>
        <a:srgbClr val="D5CFC9"/>
      </a:accent2>
      <a:accent3>
        <a:srgbClr val="000000"/>
      </a:accent3>
      <a:accent4>
        <a:srgbClr val="A39992"/>
      </a:accent4>
      <a:accent5>
        <a:srgbClr val="69D0FF"/>
      </a:accent5>
      <a:accent6>
        <a:srgbClr val="004585"/>
      </a:accent6>
      <a:hlink>
        <a:srgbClr val="000000"/>
      </a:hlink>
      <a:folHlink>
        <a:srgbClr val="000000"/>
      </a:folHlink>
    </a:clrScheme>
    <a:fontScheme name="J&amp;J">
      <a:majorFont>
        <a:latin typeface="Johnson Display"/>
        <a:ea typeface=""/>
        <a:cs typeface=""/>
      </a:majorFont>
      <a:minorFont>
        <a:latin typeface="Johnson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latin typeface="+mn-lt"/>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85750" indent="-285750" algn="l">
          <a:buFont typeface="Arial" panose="020B0604020202020204" pitchFamily="34" charset="0"/>
          <a:buChar char="•"/>
          <a:defRPr sz="1800" kern="1200" dirty="0" err="1" smtClean="0">
            <a:solidFill>
              <a:schemeClr val="tx1"/>
            </a:solidFill>
            <a:latin typeface="+mn-lt"/>
            <a:ea typeface="+mn-ea"/>
            <a:cs typeface="+mn-cs"/>
          </a:defRPr>
        </a:defPPr>
      </a:lstStyle>
    </a:txDef>
  </a:objectDefaults>
  <a:extraClrSchemeLst/>
  <a:extLst>
    <a:ext uri="{05A4C25C-085E-4340-85A3-A5531E510DB2}">
      <thm15:themeFamily xmlns:thm15="http://schemas.microsoft.com/office/thememl/2012/main" name="J&amp;J Innovative Medicine.potx" id="{3F8061D1-8614-4BBC-AD6E-368A4E8FC806}" vid="{AE268F58-FE8E-4904-A909-D292718684D9}"/>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ca48ea3-8c75-4d36-b64f-70604b11fd22}" enabled="1" method="Standard" siteId="{3ac94b33-9135-4821-9502-eafda6592a35}" removed="0"/>
</clbl:labelList>
</file>

<file path=docProps/app.xml><?xml version="1.0" encoding="utf-8"?>
<Properties xmlns="http://schemas.openxmlformats.org/officeDocument/2006/extended-properties" xmlns:vt="http://schemas.openxmlformats.org/officeDocument/2006/docPropsVTypes">
  <TotalTime>28466</TotalTime>
  <Words>2906</Words>
  <Application>Microsoft Office PowerPoint</Application>
  <PresentationFormat>Widescreen</PresentationFormat>
  <Paragraphs>304</Paragraphs>
  <Slides>25</Slides>
  <Notes>11</Notes>
  <HiddenSlides>0</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25</vt:i4>
      </vt:variant>
    </vt:vector>
  </HeadingPairs>
  <TitlesOfParts>
    <vt:vector size="40" baseType="lpstr">
      <vt:lpstr>JohnsonText</vt:lpstr>
      <vt:lpstr>Aptos</vt:lpstr>
      <vt:lpstr>Aptos Display</vt:lpstr>
      <vt:lpstr>Arial</vt:lpstr>
      <vt:lpstr>Calibri</vt:lpstr>
      <vt:lpstr>Johnson Display</vt:lpstr>
      <vt:lpstr>Johnson Text</vt:lpstr>
      <vt:lpstr>Times New Roman</vt:lpstr>
      <vt:lpstr>Verdana</vt:lpstr>
      <vt:lpstr>Wingdings</vt:lpstr>
      <vt:lpstr>Custom Design</vt:lpstr>
      <vt:lpstr>Johnson and Johnson: Core program</vt:lpstr>
      <vt:lpstr>1_Custom Design</vt:lpstr>
      <vt:lpstr>Johnson and Johnson: Innovative Medicine Core Program</vt:lpstr>
      <vt:lpstr>Johnson and Johnson: Innovative Medicine Core Program</vt:lpstr>
      <vt:lpstr>Johnson &amp; Johnson’s Hybrid R Submission Strategy: Successful story of the R submission to the FDA </vt:lpstr>
      <vt:lpstr>PowerPoint Presentation</vt:lpstr>
      <vt:lpstr>PowerPoint Presentation</vt:lpstr>
      <vt:lpstr>Pilot trial selection &amp; Hybrid SAS/R strategy</vt:lpstr>
      <vt:lpstr>In-House Developed Package: envsetup </vt:lpstr>
      <vt:lpstr>In-House Developed Package: tidyTLG</vt:lpstr>
      <vt:lpstr>Example of R script for analysis output</vt:lpstr>
      <vt:lpstr>ADRG for Hybrid SAS/R: Section 7</vt:lpstr>
      <vt:lpstr>ADRG for Hybrid SAS/R: Appendix</vt:lpstr>
      <vt:lpstr>ADRG – Define working environment</vt:lpstr>
      <vt:lpstr>ADRG – Define working environment</vt:lpstr>
      <vt:lpstr>ADRG – Reproduce Environment - Install packages</vt:lpstr>
      <vt:lpstr>ADRG – Reproduce Environment - Install packages </vt:lpstr>
      <vt:lpstr>ADRG – Reproduce Environment – renv.lock </vt:lpstr>
      <vt:lpstr>ADRG – Set paths for analysis {envsetup}</vt:lpstr>
      <vt:lpstr>ADRG – Run analysis</vt:lpstr>
      <vt:lpstr>Organization of Hybrid SAS/R strategy</vt:lpstr>
      <vt:lpstr>Verification of R TFLs results: multiple languages</vt:lpstr>
      <vt:lpstr>ADaM esub package  </vt:lpstr>
      <vt:lpstr>Interaction with regulatory agencies</vt:lpstr>
      <vt:lpstr>Milestones in Two Submissions</vt:lpstr>
      <vt:lpstr>Conclusions</vt:lpstr>
      <vt:lpstr>Challenges for R Submission</vt:lpstr>
      <vt:lpstr>Reference</vt:lpstr>
      <vt:lpstr>PowerPoint Presentation</vt:lpstr>
    </vt:vector>
  </TitlesOfParts>
  <Company>JnJ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R-News: Big Achievement</dc:title>
  <dc:creator>Van Dijck, Annemie [RNDBE]</dc:creator>
  <cp:lastModifiedBy>Yuan, Linshan   [JRDUS]</cp:lastModifiedBy>
  <cp:revision>189</cp:revision>
  <dcterms:created xsi:type="dcterms:W3CDTF">2023-10-06T15:16:35Z</dcterms:created>
  <dcterms:modified xsi:type="dcterms:W3CDTF">2025-10-21T12:54:55Z</dcterms:modified>
</cp:coreProperties>
</file>